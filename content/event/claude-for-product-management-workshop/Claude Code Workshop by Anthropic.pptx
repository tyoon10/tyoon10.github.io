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7.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1.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00.xml"/>
  <Override ContentType="application/vnd.openxmlformats-officedocument.presentationml.notesSlide+xml" PartName="/ppt/notesSlides/notesSlide42.xml"/>
  <Override ContentType="application/vnd.openxmlformats-officedocument.presentationml.notesSlide+xml" PartName="/ppt/notesSlides/notesSlide85.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77.xml"/>
  <Override ContentType="application/vnd.openxmlformats-officedocument.presentationml.notesSlide+xml" PartName="/ppt/notesSlides/notesSlide1.xml"/>
  <Override ContentType="application/vnd.openxmlformats-officedocument.presentationml.notesSlide+xml" PartName="/ppt/notesSlides/notesSlide73.xml"/>
  <Override ContentType="application/vnd.openxmlformats-officedocument.presentationml.notesSlide+xml" PartName="/ppt/notesSlides/notesSlide81.xml"/>
  <Override ContentType="application/vnd.openxmlformats-officedocument.presentationml.notesSlide+xml" PartName="/ppt/notesSlides/notesSlide30.xml"/>
  <Override ContentType="application/vnd.openxmlformats-officedocument.presentationml.notesSlide+xml" PartName="/ppt/notesSlides/notesSlide69.xml"/>
  <Override ContentType="application/vnd.openxmlformats-officedocument.presentationml.notesSlide+xml" PartName="/ppt/notesSlides/notesSlide105.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93.xml"/>
  <Override ContentType="application/vnd.openxmlformats-officedocument.presentationml.notesSlide+xml" PartName="/ppt/notesSlides/notesSlide87.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14.xml"/>
  <Override ContentType="application/vnd.openxmlformats-officedocument.presentationml.notesSlide+xml" PartName="/ppt/notesSlides/notesSlide75.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103.xml"/>
  <Override ContentType="application/vnd.openxmlformats-officedocument.presentationml.notesSlide+xml" PartName="/ppt/notesSlides/notesSlide97.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89.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20.xml"/>
  <Override ContentType="application/vnd.openxmlformats-officedocument.presentationml.notesSlide+xml" PartName="/ppt/notesSlides/notesSlide60.xml"/>
  <Override ContentType="application/vnd.openxmlformats-officedocument.presentationml.notesSlide+xml" PartName="/ppt/notesSlides/notesSlide18.xml"/>
  <Override ContentType="application/vnd.openxmlformats-officedocument.presentationml.notesSlide+xml" PartName="/ppt/notesSlides/notesSlide48.xml"/>
  <Override ContentType="application/vnd.openxmlformats-officedocument.presentationml.notesSlide+xml" PartName="/ppt/notesSlides/notesSlide101.xml"/>
  <Override ContentType="application/vnd.openxmlformats-officedocument.presentationml.notesSlide+xml" PartName="/ppt/notesSlides/notesSlide95.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65.xml"/>
  <Override ContentType="application/vnd.openxmlformats-officedocument.presentationml.notesSlide+xml" PartName="/ppt/notesSlides/notesSlide78.xml"/>
  <Override ContentType="application/vnd.openxmlformats-officedocument.presentationml.notesSlide+xml" PartName="/ppt/notesSlides/notesSlide71.xml"/>
  <Override ContentType="application/vnd.openxmlformats-officedocument.presentationml.notesSlide+xml" PartName="/ppt/notesSlides/notesSlide92.xml"/>
  <Override ContentType="application/vnd.openxmlformats-officedocument.presentationml.notesSlide+xml" PartName="/ppt/notesSlides/notesSlide84.xml"/>
  <Override ContentType="application/vnd.openxmlformats-officedocument.presentationml.notesSlide+xml" PartName="/ppt/notesSlides/notesSlide76.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68.xml"/>
  <Override ContentType="application/vnd.openxmlformats-officedocument.presentationml.notesSlide+xml" PartName="/ppt/notesSlides/notesSlide17.xml"/>
  <Override ContentType="application/vnd.openxmlformats-officedocument.presentationml.notesSlide+xml" PartName="/ppt/notesSlides/notesSlide82.xml"/>
  <Override ContentType="application/vnd.openxmlformats-officedocument.presentationml.notesSlide+xml" PartName="/ppt/notesSlides/notesSlide94.xml"/>
  <Override ContentType="application/vnd.openxmlformats-officedocument.presentationml.notesSlide+xml" PartName="/ppt/notesSlides/notesSlide51.xml"/>
  <Override ContentType="application/vnd.openxmlformats-officedocument.presentationml.notesSlide+xml" PartName="/ppt/notesSlides/notesSlide90.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86.xml"/>
  <Override ContentType="application/vnd.openxmlformats-officedocument.presentationml.notesSlide+xml" PartName="/ppt/notesSlides/notesSlide99.xml"/>
  <Override ContentType="application/vnd.openxmlformats-officedocument.presentationml.notesSlide+xml" PartName="/ppt/notesSlides/notesSlide56.xml"/>
  <Override ContentType="application/vnd.openxmlformats-officedocument.presentationml.notesSlide+xml" PartName="/ppt/notesSlides/notesSlide31.xml"/>
  <Override ContentType="application/vnd.openxmlformats-officedocument.presentationml.notesSlide+xml" PartName="/ppt/notesSlides/notesSlide80.xml"/>
  <Override ContentType="application/vnd.openxmlformats-officedocument.presentationml.notesSlide+xml" PartName="/ppt/notesSlides/notesSlide61.xml"/>
  <Override ContentType="application/vnd.openxmlformats-officedocument.presentationml.notesSlide+xml" PartName="/ppt/notesSlides/notesSlide7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88.xml"/>
  <Override ContentType="application/vnd.openxmlformats-officedocument.presentationml.notesSlide+xml" PartName="/ppt/notesSlides/notesSlide2.xml"/>
  <Override ContentType="application/vnd.openxmlformats-officedocument.presentationml.notesSlide+xml" PartName="/ppt/notesSlides/notesSlide62.xml"/>
  <Override ContentType="application/vnd.openxmlformats-officedocument.presentationml.notesSlide+xml" PartName="/ppt/notesSlides/notesSlide45.xml"/>
  <Override ContentType="application/vnd.openxmlformats-officedocument.presentationml.notesSlide+xml" PartName="/ppt/notesSlides/notesSlide70.xml"/>
  <Override ContentType="application/vnd.openxmlformats-officedocument.presentationml.notesSlide+xml" PartName="/ppt/notesSlides/notesSlide28.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47.xml"/>
  <Override ContentType="application/vnd.openxmlformats-officedocument.presentationml.notesSlide+xml" PartName="/ppt/notesSlides/notesSlide72.xml"/>
  <Override ContentType="application/vnd.openxmlformats-officedocument.presentationml.notesSlide+xml" PartName="/ppt/notesSlides/notesSlide98.xml"/>
  <Override ContentType="application/vnd.openxmlformats-officedocument.presentationml.notesSlide+xml" PartName="/ppt/notesSlides/notesSlide104.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64.xml"/>
  <Override ContentType="application/vnd.openxmlformats-officedocument.presentationml.notesSlide+xml" PartName="/ppt/notesSlides/notesSlide6.xml"/>
  <Override ContentType="application/vnd.openxmlformats-officedocument.presentationml.notesSlide+xml" PartName="/ppt/notesSlides/notesSlide79.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96.xml"/>
  <Override ContentType="application/vnd.openxmlformats-officedocument.presentationml.notesSlide+xml" PartName="/ppt/notesSlides/notesSlide102.xml"/>
  <Override ContentType="application/vnd.openxmlformats-officedocument.presentationml.notesSlide+xml" PartName="/ppt/notesSlides/notesSlide19.xml"/>
  <Override ContentType="application/vnd.openxmlformats-officedocument.presentationml.notesSlide+xml" PartName="/ppt/notesSlides/notesSlide83.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37.xml"/>
  <Override ContentType="application/vnd.openxmlformats-officedocument.presentationml.slideLayout+xml" PartName="/ppt/slideLayouts/slideLayout5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46.xml"/>
  <Override ContentType="application/vnd.openxmlformats-officedocument.presentationml.slideLayout+xml" PartName="/ppt/slideLayouts/slideLayout20.xml"/>
  <Override ContentType="application/vnd.openxmlformats-officedocument.presentationml.slideLayout+xml" PartName="/ppt/slideLayouts/slideLayout55.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52.xml"/>
  <Override ContentType="application/vnd.openxmlformats-officedocument.presentationml.slideLayout+xml" PartName="/ppt/slideLayouts/slideLayout21.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48.xml"/>
  <Override ContentType="application/vnd.openxmlformats-officedocument.presentationml.slideLayout+xml" PartName="/ppt/slideLayouts/slideLayout49.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53.xml"/>
  <Override ContentType="application/vnd.openxmlformats-officedocument.presentationml.slideLayout+xml" PartName="/ppt/slideLayouts/slideLayout10.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24.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4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30.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5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39.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50.xml"/>
  <Override ContentType="application/vnd.openxmlformats-officedocument.presentationml.slideLayout+xml" PartName="/ppt/slideLayouts/slideLayout4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5.xml"/>
  <Override ContentType="application/vnd.openxmlformats-officedocument.presentationml.slideLayout+xml" PartName="/ppt/slideLayouts/slideLayout8.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Master+xml" PartName="/ppt/slideMasters/slideMaster1.xml"/>
  <Override ContentType="application/vnd.openxmlformats-officedocument.presentationml.slide+xml" PartName="/ppt/slides/slide43.xml"/>
  <Override ContentType="application/vnd.openxmlformats-officedocument.presentationml.slide+xml" PartName="/ppt/slides/slide78.xml"/>
  <Override ContentType="application/vnd.openxmlformats-officedocument.presentationml.slide+xml" PartName="/ppt/slides/slide86.xml"/>
  <Override ContentType="application/vnd.openxmlformats-officedocument.presentationml.slide+xml" PartName="/ppt/slides/slide35.xml"/>
  <Override ContentType="application/vnd.openxmlformats-officedocument.presentationml.slide+xml" PartName="/ppt/slides/slide105.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68.xml"/>
  <Override ContentType="application/vnd.openxmlformats-officedocument.presentationml.slide+xml" PartName="/ppt/slides/slide94.xml"/>
  <Override ContentType="application/vnd.openxmlformats-officedocument.presentationml.slide+xml" PartName="/ppt/slides/slide84.xml"/>
  <Override ContentType="application/vnd.openxmlformats-officedocument.presentationml.slide+xml" PartName="/ppt/slides/slide37.xml"/>
  <Override ContentType="application/vnd.openxmlformats-officedocument.presentationml.slide+xml" PartName="/ppt/slides/slide71.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66.xml"/>
  <Override ContentType="application/vnd.openxmlformats-officedocument.presentationml.slide+xml" PartName="/ppt/slides/slide23.xml"/>
  <Override ContentType="application/vnd.openxmlformats-officedocument.presentationml.slide+xml" PartName="/ppt/slides/slide10.xml"/>
  <Override ContentType="application/vnd.openxmlformats-officedocument.presentationml.slide+xml" PartName="/ppt/slides/slide53.xml"/>
  <Override ContentType="application/vnd.openxmlformats-officedocument.presentationml.slide+xml" PartName="/ppt/slides/slide96.xml"/>
  <Override ContentType="application/vnd.openxmlformats-officedocument.presentationml.slide+xml" PartName="/ppt/slides/slide48.xml"/>
  <Override ContentType="application/vnd.openxmlformats-officedocument.presentationml.slide+xml" PartName="/ppt/slides/slide22.xml"/>
  <Override ContentType="application/vnd.openxmlformats-officedocument.presentationml.slide+xml" PartName="/ppt/slides/slide82.xml"/>
  <Override ContentType="application/vnd.openxmlformats-officedocument.presentationml.slide+xml" PartName="/ppt/slides/slide65.xml"/>
  <Override ContentType="application/vnd.openxmlformats-officedocument.presentationml.slide+xml" PartName="/ppt/slides/slide9.xml"/>
  <Override ContentType="application/vnd.openxmlformats-officedocument.presentationml.slide+xml" PartName="/ppt/slides/slide12.xml"/>
  <Override ContentType="application/vnd.openxmlformats-officedocument.presentationml.slide+xml" PartName="/ppt/slides/slide98.xml"/>
  <Override ContentType="application/vnd.openxmlformats-officedocument.presentationml.slide+xml" PartName="/ppt/slides/slide72.xml"/>
  <Override ContentType="application/vnd.openxmlformats-officedocument.presentationml.slide+xml" PartName="/ppt/slides/slide20.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89.xml"/>
  <Override ContentType="application/vnd.openxmlformats-officedocument.presentationml.slide+xml" PartName="/ppt/slides/slide76.xml"/>
  <Override ContentType="application/vnd.openxmlformats-officedocument.presentationml.slide+xml" PartName="/ppt/slides/slide63.xml"/>
  <Override ContentType="application/vnd.openxmlformats-officedocument.presentationml.slide+xml" PartName="/ppt/slides/slide93.xml"/>
  <Override ContentType="application/vnd.openxmlformats-officedocument.presentationml.slide+xml" PartName="/ppt/slides/slide101.xml"/>
  <Override ContentType="application/vnd.openxmlformats-officedocument.presentationml.slide+xml" PartName="/ppt/slides/slide80.xml"/>
  <Override ContentType="application/vnd.openxmlformats-officedocument.presentationml.slide+xml" PartName="/ppt/slides/slide103.xml"/>
  <Override ContentType="application/vnd.openxmlformats-officedocument.presentationml.slide+xml" PartName="/ppt/slides/slide61.xml"/>
  <Override ContentType="application/vnd.openxmlformats-officedocument.presentationml.slide+xml" PartName="/ppt/slides/slide91.xml"/>
  <Override ContentType="application/vnd.openxmlformats-officedocument.presentationml.slide+xml" PartName="/ppt/slides/slide31.xml"/>
  <Override ContentType="application/vnd.openxmlformats-officedocument.presentationml.slide+xml" PartName="/ppt/slides/slide87.xml"/>
  <Override ContentType="application/vnd.openxmlformats-officedocument.presentationml.slide+xml" PartName="/ppt/slides/slide74.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95.xml"/>
  <Override ContentType="application/vnd.openxmlformats-officedocument.presentationml.slide+xml" PartName="/ppt/slides/slide69.xml"/>
  <Override ContentType="application/vnd.openxmlformats-officedocument.presentationml.slide+xml" PartName="/ppt/slides/slide85.xml"/>
  <Override ContentType="application/vnd.openxmlformats-officedocument.presentationml.slide+xml" PartName="/ppt/slides/slide42.xml"/>
  <Override ContentType="application/vnd.openxmlformats-officedocument.presentationml.slide+xml" PartName="/ppt/slides/slide50.xml"/>
  <Override ContentType="application/vnd.openxmlformats-officedocument.presentationml.slide+xml" PartName="/ppt/slides/slide77.xml"/>
  <Override ContentType="application/vnd.openxmlformats-officedocument.presentationml.slide+xml" PartName="/ppt/slides/slide34.xml"/>
  <Override ContentType="application/vnd.openxmlformats-officedocument.presentationml.slide+xml" PartName="/ppt/slides/slide16.xml"/>
  <Override ContentType="application/vnd.openxmlformats-officedocument.presentationml.slide+xml" PartName="/ppt/slides/slide104.xml"/>
  <Override ContentType="application/vnd.openxmlformats-officedocument.presentationml.slide+xml" PartName="/ppt/slides/slide24.xml"/>
  <Override ContentType="application/vnd.openxmlformats-officedocument.presentationml.slide+xml" PartName="/ppt/slides/slide97.xml"/>
  <Override ContentType="application/vnd.openxmlformats-officedocument.presentationml.slide+xml" PartName="/ppt/slides/slide11.xml"/>
  <Override ContentType="application/vnd.openxmlformats-officedocument.presentationml.slide+xml" PartName="/ppt/slides/slide6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79.xml"/>
  <Override ContentType="application/vnd.openxmlformats-officedocument.presentationml.slide+xml" PartName="/ppt/slides/slide49.xml"/>
  <Override ContentType="application/vnd.openxmlformats-officedocument.presentationml.slide+xml" PartName="/ppt/slides/slide83.xml"/>
  <Override ContentType="application/vnd.openxmlformats-officedocument.presentationml.slide+xml" PartName="/ppt/slides/slide70.xml"/>
  <Override ContentType="application/vnd.openxmlformats-officedocument.presentationml.slide+xml" PartName="/ppt/slides/slide6.xml"/>
  <Override ContentType="application/vnd.openxmlformats-officedocument.presentationml.slide+xml" PartName="/ppt/slides/slide40.xml"/>
  <Override ContentType="application/vnd.openxmlformats-officedocument.presentationml.slide+xml" PartName="/ppt/slides/slide73.xml"/>
  <Override ContentType="application/vnd.openxmlformats-officedocument.presentationml.slide+xml" PartName="/ppt/slides/slide30.xml"/>
  <Override ContentType="application/vnd.openxmlformats-officedocument.presentationml.slide+xml" PartName="/ppt/slides/slide99.xml"/>
  <Override ContentType="application/vnd.openxmlformats-officedocument.presentationml.slide+xml" PartName="/ppt/slides/slide3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47.xml"/>
  <Override ContentType="application/vnd.openxmlformats-officedocument.presentationml.slide+xml" PartName="/ppt/slides/slide21.xml"/>
  <Override ContentType="application/vnd.openxmlformats-officedocument.presentationml.slide+xml" PartName="/ppt/slides/slide100.xml"/>
  <Override ContentType="application/vnd.openxmlformats-officedocument.presentationml.slide+xml" PartName="/ppt/slides/slide64.xml"/>
  <Override ContentType="application/vnd.openxmlformats-officedocument.presentationml.slide+xml" PartName="/ppt/slides/slide81.xml"/>
  <Override ContentType="application/vnd.openxmlformats-officedocument.presentationml.slide+xml" PartName="/ppt/slides/slide90.xml"/>
  <Override ContentType="application/vnd.openxmlformats-officedocument.presentationml.slide+xml" PartName="/ppt/slides/slide8.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75.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88.xml"/>
  <Override ContentType="application/vnd.openxmlformats-officedocument.presentationml.slide+xml" PartName="/ppt/slides/slide92.xml"/>
  <Override ContentType="application/vnd.openxmlformats-officedocument.presentationml.slide+xml" PartName="/ppt/slides/slide102.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703"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 id="335" r:id="rId86"/>
    <p:sldId id="336" r:id="rId87"/>
    <p:sldId id="337" r:id="rId88"/>
    <p:sldId id="338" r:id="rId89"/>
    <p:sldId id="339" r:id="rId90"/>
    <p:sldId id="340" r:id="rId91"/>
    <p:sldId id="341" r:id="rId92"/>
    <p:sldId id="342" r:id="rId93"/>
    <p:sldId id="343" r:id="rId94"/>
    <p:sldId id="344" r:id="rId95"/>
    <p:sldId id="345" r:id="rId96"/>
    <p:sldId id="346" r:id="rId97"/>
    <p:sldId id="347" r:id="rId98"/>
    <p:sldId id="348" r:id="rId99"/>
    <p:sldId id="349" r:id="rId100"/>
    <p:sldId id="350" r:id="rId101"/>
    <p:sldId id="351" r:id="rId102"/>
    <p:sldId id="352" r:id="rId103"/>
    <p:sldId id="353" r:id="rId104"/>
    <p:sldId id="354" r:id="rId105"/>
    <p:sldId id="355" r:id="rId106"/>
    <p:sldId id="356" r:id="rId107"/>
    <p:sldId id="357" r:id="rId108"/>
    <p:sldId id="358" r:id="rId109"/>
    <p:sldId id="359" r:id="rId110"/>
    <p:sldId id="360" r:id="rId111"/>
  </p:sldIdLst>
  <p:sldSz cy="5143500" cx="9144000"/>
  <p:notesSz cx="6858000" cy="9144000"/>
  <p:embeddedFontLst>
    <p:embeddedFont>
      <p:font typeface="Roboto Mono Medium"/>
      <p:regular r:id="rId112"/>
      <p:bold r:id="rId113"/>
      <p:italic r:id="rId114"/>
      <p:boldItalic r:id="rId115"/>
    </p:embeddedFont>
    <p:embeddedFont>
      <p:font typeface="Inter"/>
      <p:regular r:id="rId116"/>
      <p:bold r:id="rId117"/>
      <p:italic r:id="rId118"/>
      <p:boldItalic r:id="rId119"/>
    </p:embeddedFont>
    <p:embeddedFont>
      <p:font typeface="Lora SemiBold"/>
      <p:regular r:id="rId120"/>
      <p:bold r:id="rId121"/>
      <p:italic r:id="rId122"/>
      <p:boldItalic r:id="rId123"/>
    </p:embeddedFont>
    <p:embeddedFont>
      <p:font typeface="Roboto Mono"/>
      <p:regular r:id="rId124"/>
      <p:bold r:id="rId125"/>
      <p:italic r:id="rId126"/>
      <p:boldItalic r:id="rId127"/>
    </p:embeddedFont>
    <p:embeddedFont>
      <p:font typeface="IBM Plex Mono"/>
      <p:regular r:id="rId128"/>
      <p:bold r:id="rId129"/>
      <p:italic r:id="rId130"/>
      <p:boldItalic r:id="rId131"/>
    </p:embeddedFont>
    <p:embeddedFont>
      <p:font typeface="Lora Medium"/>
      <p:regular r:id="rId132"/>
      <p:bold r:id="rId133"/>
      <p:italic r:id="rId134"/>
      <p:boldItalic r:id="rId135"/>
    </p:embeddedFont>
    <p:embeddedFont>
      <p:font typeface="Montserrat"/>
      <p:bold r:id="rId136"/>
      <p:boldItalic r:id="rId137"/>
    </p:embeddedFont>
    <p:embeddedFont>
      <p:font typeface="Poppins"/>
      <p:regular r:id="rId138"/>
      <p:bold r:id="rId139"/>
      <p:italic r:id="rId140"/>
      <p:boldItalic r:id="rId141"/>
    </p:embeddedFont>
    <p:embeddedFont>
      <p:font typeface="Montserrat Medium"/>
      <p:regular r:id="rId142"/>
      <p:bold r:id="rId143"/>
      <p:italic r:id="rId144"/>
      <p:boldItalic r:id="rId145"/>
    </p:embeddedFont>
    <p:embeddedFont>
      <p:font typeface="Lora"/>
      <p:regular r:id="rId146"/>
      <p:bold r:id="rId147"/>
      <p:italic r:id="rId148"/>
      <p:boldItalic r:id="rId149"/>
    </p:embeddedFont>
    <p:embeddedFont>
      <p:font typeface="Poppins Medium"/>
      <p:regular r:id="rId150"/>
      <p:bold r:id="rId151"/>
      <p:italic r:id="rId152"/>
      <p:boldItalic r:id="rId153"/>
    </p:embeddedFont>
    <p:embeddedFont>
      <p:font typeface="Poppins SemiBold"/>
      <p:regular r:id="rId154"/>
      <p:bold r:id="rId155"/>
      <p:italic r:id="rId156"/>
      <p:boldItalic r:id="rId15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guide id="3" orient="horz" pos="828">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B380C999-1B2A-438A-8464-3E2F11E00F11}">
  <a:tblStyle styleId="{B380C999-1B2A-438A-8464-3E2F11E00F11}" styleName="Table_0">
    <a:wholeTbl>
      <a:tcTxStyle b="off" i="off">
        <a:font>
          <a:latin typeface="Arial"/>
          <a:ea typeface="Arial"/>
          <a:cs typeface="Arial"/>
        </a:font>
        <a:srgbClr val="131312"/>
      </a:tcTxStyle>
      <a:tcStyle>
        <a:tcBdr>
          <a:left>
            <a:ln cap="flat" cmpd="sng" w="25400">
              <a:solidFill>
                <a:srgbClr val="F9F8F4"/>
              </a:solidFill>
              <a:prstDash val="solid"/>
              <a:round/>
              <a:headEnd len="sm" w="sm" type="none"/>
              <a:tailEnd len="sm" w="sm" type="none"/>
            </a:ln>
          </a:left>
          <a:right>
            <a:ln cap="flat" cmpd="sng" w="25400">
              <a:solidFill>
                <a:srgbClr val="F9F8F4"/>
              </a:solidFill>
              <a:prstDash val="solid"/>
              <a:round/>
              <a:headEnd len="sm" w="sm" type="none"/>
              <a:tailEnd len="sm" w="sm" type="none"/>
            </a:ln>
          </a:right>
          <a:top>
            <a:ln cap="flat" cmpd="sng" w="25400">
              <a:solidFill>
                <a:srgbClr val="F9F8F4"/>
              </a:solidFill>
              <a:prstDash val="solid"/>
              <a:round/>
              <a:headEnd len="sm" w="sm" type="none"/>
              <a:tailEnd len="sm" w="sm" type="none"/>
            </a:ln>
          </a:top>
          <a:bottom>
            <a:ln cap="flat" cmpd="sng" w="25400">
              <a:solidFill>
                <a:srgbClr val="F9F8F4"/>
              </a:solidFill>
              <a:prstDash val="solid"/>
              <a:round/>
              <a:headEnd len="sm" w="sm" type="none"/>
              <a:tailEnd len="sm" w="sm" type="none"/>
            </a:ln>
          </a:bottom>
          <a:insideH>
            <a:ln cap="flat" cmpd="sng" w="25400">
              <a:solidFill>
                <a:srgbClr val="F9F8F4"/>
              </a:solidFill>
              <a:prstDash val="solid"/>
              <a:round/>
              <a:headEnd len="sm" w="sm" type="none"/>
              <a:tailEnd len="sm" w="sm" type="none"/>
            </a:ln>
          </a:insideH>
          <a:insideV>
            <a:ln cap="flat" cmpd="sng" w="25400">
              <a:solidFill>
                <a:srgbClr val="F9F8F4"/>
              </a:solidFill>
              <a:prstDash val="solid"/>
              <a:round/>
              <a:headEnd len="sm" w="sm" type="none"/>
              <a:tailEnd len="sm" w="sm" type="none"/>
            </a:ln>
          </a:insideV>
        </a:tcBdr>
        <a:fill>
          <a:solidFill>
            <a:srgbClr val="F1D5D0"/>
          </a:solidFill>
        </a:fill>
      </a:tcStyle>
    </a:wholeTbl>
    <a:band1H>
      <a:tcTxStyle/>
    </a:band1H>
    <a:band2H>
      <a:tcTxStyle b="off" i="off"/>
      <a:tcStyle>
        <a:fill>
          <a:solidFill>
            <a:srgbClr val="F8EBE9"/>
          </a:solidFill>
        </a:fill>
      </a:tcStyle>
    </a:band2H>
    <a:band1V>
      <a:tcTxStyle/>
    </a:band1V>
    <a:band2V>
      <a:tcTxStyle/>
    </a:band2V>
    <a:lastCol>
      <a:tcTxStyle/>
    </a:lastCol>
    <a:firstCol>
      <a:tcTxStyle b="on" i="off">
        <a:font>
          <a:latin typeface="Arial"/>
          <a:ea typeface="Arial"/>
          <a:cs typeface="Arial"/>
        </a:font>
        <a:srgbClr val="F9F8F4"/>
      </a:tcTxStyle>
      <a:tcStyle>
        <a:tcBdr>
          <a:left>
            <a:ln cap="flat" cmpd="sng" w="25400">
              <a:solidFill>
                <a:srgbClr val="F9F8F4"/>
              </a:solidFill>
              <a:prstDash val="solid"/>
              <a:round/>
              <a:headEnd len="sm" w="sm" type="none"/>
              <a:tailEnd len="sm" w="sm" type="none"/>
            </a:ln>
          </a:left>
          <a:right>
            <a:ln cap="flat" cmpd="sng" w="25400">
              <a:solidFill>
                <a:srgbClr val="F9F8F4"/>
              </a:solidFill>
              <a:prstDash val="solid"/>
              <a:round/>
              <a:headEnd len="sm" w="sm" type="none"/>
              <a:tailEnd len="sm" w="sm" type="none"/>
            </a:ln>
          </a:right>
          <a:top>
            <a:ln cap="flat" cmpd="sng" w="25400">
              <a:solidFill>
                <a:srgbClr val="F9F8F4"/>
              </a:solidFill>
              <a:prstDash val="solid"/>
              <a:round/>
              <a:headEnd len="sm" w="sm" type="none"/>
              <a:tailEnd len="sm" w="sm" type="none"/>
            </a:ln>
          </a:top>
          <a:bottom>
            <a:ln cap="flat" cmpd="sng" w="25400">
              <a:solidFill>
                <a:srgbClr val="F9F8F4"/>
              </a:solidFill>
              <a:prstDash val="solid"/>
              <a:round/>
              <a:headEnd len="sm" w="sm" type="none"/>
              <a:tailEnd len="sm" w="sm" type="none"/>
            </a:ln>
          </a:bottom>
          <a:insideH>
            <a:ln cap="flat" cmpd="sng" w="25400">
              <a:solidFill>
                <a:srgbClr val="F9F8F4"/>
              </a:solidFill>
              <a:prstDash val="solid"/>
              <a:round/>
              <a:headEnd len="sm" w="sm" type="none"/>
              <a:tailEnd len="sm" w="sm" type="none"/>
            </a:ln>
          </a:insideH>
          <a:insideV>
            <a:ln cap="flat" cmpd="sng" w="25400">
              <a:solidFill>
                <a:srgbClr val="F9F8F4"/>
              </a:solidFill>
              <a:prstDash val="solid"/>
              <a:round/>
              <a:headEnd len="sm" w="sm" type="none"/>
              <a:tailEnd len="sm" w="sm" type="none"/>
            </a:ln>
          </a:insideV>
        </a:tcBdr>
        <a:fill>
          <a:solidFill>
            <a:srgbClr val="D97757"/>
          </a:solidFill>
        </a:fill>
      </a:tcStyle>
    </a:firstCol>
    <a:lastRow>
      <a:tcTxStyle b="on" i="off">
        <a:font>
          <a:latin typeface="Arial"/>
          <a:ea typeface="Arial"/>
          <a:cs typeface="Arial"/>
        </a:font>
        <a:srgbClr val="F9F8F4"/>
      </a:tcTxStyle>
      <a:tcStyle>
        <a:tcBdr>
          <a:left>
            <a:ln cap="flat" cmpd="sng" w="25400">
              <a:solidFill>
                <a:srgbClr val="F9F8F4"/>
              </a:solidFill>
              <a:prstDash val="solid"/>
              <a:round/>
              <a:headEnd len="sm" w="sm" type="none"/>
              <a:tailEnd len="sm" w="sm" type="none"/>
            </a:ln>
          </a:left>
          <a:right>
            <a:ln cap="flat" cmpd="sng" w="25400">
              <a:solidFill>
                <a:srgbClr val="F9F8F4"/>
              </a:solidFill>
              <a:prstDash val="solid"/>
              <a:round/>
              <a:headEnd len="sm" w="sm" type="none"/>
              <a:tailEnd len="sm" w="sm" type="none"/>
            </a:ln>
          </a:right>
          <a:top>
            <a:ln cap="flat" cmpd="sng" w="101600">
              <a:solidFill>
                <a:srgbClr val="F9F8F4"/>
              </a:solidFill>
              <a:prstDash val="solid"/>
              <a:round/>
              <a:headEnd len="sm" w="sm" type="none"/>
              <a:tailEnd len="sm" w="sm" type="none"/>
            </a:ln>
          </a:top>
          <a:bottom>
            <a:ln cap="flat" cmpd="sng" w="25400">
              <a:solidFill>
                <a:srgbClr val="F9F8F4"/>
              </a:solidFill>
              <a:prstDash val="solid"/>
              <a:round/>
              <a:headEnd len="sm" w="sm" type="none"/>
              <a:tailEnd len="sm" w="sm" type="none"/>
            </a:ln>
          </a:bottom>
          <a:insideH>
            <a:ln cap="flat" cmpd="sng" w="25400">
              <a:solidFill>
                <a:srgbClr val="F9F8F4"/>
              </a:solidFill>
              <a:prstDash val="solid"/>
              <a:round/>
              <a:headEnd len="sm" w="sm" type="none"/>
              <a:tailEnd len="sm" w="sm" type="none"/>
            </a:ln>
          </a:insideH>
          <a:insideV>
            <a:ln cap="flat" cmpd="sng" w="25400">
              <a:solidFill>
                <a:srgbClr val="F9F8F4"/>
              </a:solidFill>
              <a:prstDash val="solid"/>
              <a:round/>
              <a:headEnd len="sm" w="sm" type="none"/>
              <a:tailEnd len="sm" w="sm" type="none"/>
            </a:ln>
          </a:insideV>
        </a:tcBdr>
        <a:fill>
          <a:solidFill>
            <a:srgbClr val="D97757"/>
          </a:solidFill>
        </a:fill>
      </a:tcStyle>
    </a:lastRow>
    <a:seCell>
      <a:tcTxStyle/>
    </a:seCell>
    <a:swCell>
      <a:tcTxStyle/>
    </a:swCell>
    <a:firstRow>
      <a:tcTxStyle b="on" i="off">
        <a:font>
          <a:latin typeface="Arial"/>
          <a:ea typeface="Arial"/>
          <a:cs typeface="Arial"/>
        </a:font>
        <a:srgbClr val="F9F8F4"/>
      </a:tcTxStyle>
      <a:tcStyle>
        <a:tcBdr>
          <a:left>
            <a:ln cap="flat" cmpd="sng" w="25400">
              <a:solidFill>
                <a:srgbClr val="F9F8F4"/>
              </a:solidFill>
              <a:prstDash val="solid"/>
              <a:round/>
              <a:headEnd len="sm" w="sm" type="none"/>
              <a:tailEnd len="sm" w="sm" type="none"/>
            </a:ln>
          </a:left>
          <a:right>
            <a:ln cap="flat" cmpd="sng" w="25400">
              <a:solidFill>
                <a:srgbClr val="F9F8F4"/>
              </a:solidFill>
              <a:prstDash val="solid"/>
              <a:round/>
              <a:headEnd len="sm" w="sm" type="none"/>
              <a:tailEnd len="sm" w="sm" type="none"/>
            </a:ln>
          </a:right>
          <a:top>
            <a:ln cap="flat" cmpd="sng" w="25400">
              <a:solidFill>
                <a:srgbClr val="F9F8F4"/>
              </a:solidFill>
              <a:prstDash val="solid"/>
              <a:round/>
              <a:headEnd len="sm" w="sm" type="none"/>
              <a:tailEnd len="sm" w="sm" type="none"/>
            </a:ln>
          </a:top>
          <a:bottom>
            <a:ln cap="flat" cmpd="sng" w="101600">
              <a:solidFill>
                <a:srgbClr val="F9F8F4"/>
              </a:solidFill>
              <a:prstDash val="solid"/>
              <a:round/>
              <a:headEnd len="sm" w="sm" type="none"/>
              <a:tailEnd len="sm" w="sm" type="none"/>
            </a:ln>
          </a:bottom>
          <a:insideH>
            <a:ln cap="flat" cmpd="sng" w="25400">
              <a:solidFill>
                <a:srgbClr val="F9F8F4"/>
              </a:solidFill>
              <a:prstDash val="solid"/>
              <a:round/>
              <a:headEnd len="sm" w="sm" type="none"/>
              <a:tailEnd len="sm" w="sm" type="none"/>
            </a:ln>
          </a:insideH>
          <a:insideV>
            <a:ln cap="flat" cmpd="sng" w="25400">
              <a:solidFill>
                <a:srgbClr val="F9F8F4"/>
              </a:solidFill>
              <a:prstDash val="solid"/>
              <a:round/>
              <a:headEnd len="sm" w="sm" type="none"/>
              <a:tailEnd len="sm" w="sm" type="none"/>
            </a:ln>
          </a:insideV>
        </a:tcBdr>
        <a:fill>
          <a:solidFill>
            <a:srgbClr val="D97757"/>
          </a:solidFill>
        </a:fill>
      </a:tc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 pos="828" orient="horz"/>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slide" Target="slides/slide38.xml"/><Relationship Id="rId43" Type="http://schemas.openxmlformats.org/officeDocument/2006/relationships/slide" Target="slides/slide37.xml"/><Relationship Id="rId46" Type="http://schemas.openxmlformats.org/officeDocument/2006/relationships/slide" Target="slides/slide40.xml"/><Relationship Id="rId45" Type="http://schemas.openxmlformats.org/officeDocument/2006/relationships/slide" Target="slides/slide39.xml"/><Relationship Id="rId107" Type="http://schemas.openxmlformats.org/officeDocument/2006/relationships/slide" Target="slides/slide101.xml"/><Relationship Id="rId106" Type="http://schemas.openxmlformats.org/officeDocument/2006/relationships/slide" Target="slides/slide100.xml"/><Relationship Id="rId105" Type="http://schemas.openxmlformats.org/officeDocument/2006/relationships/slide" Target="slides/slide99.xml"/><Relationship Id="rId104" Type="http://schemas.openxmlformats.org/officeDocument/2006/relationships/slide" Target="slides/slide98.xml"/><Relationship Id="rId109" Type="http://schemas.openxmlformats.org/officeDocument/2006/relationships/slide" Target="slides/slide103.xml"/><Relationship Id="rId108" Type="http://schemas.openxmlformats.org/officeDocument/2006/relationships/slide" Target="slides/slide102.xml"/><Relationship Id="rId48" Type="http://schemas.openxmlformats.org/officeDocument/2006/relationships/slide" Target="slides/slide42.xml"/><Relationship Id="rId47" Type="http://schemas.openxmlformats.org/officeDocument/2006/relationships/slide" Target="slides/slide41.xml"/><Relationship Id="rId49" Type="http://schemas.openxmlformats.org/officeDocument/2006/relationships/slide" Target="slides/slide43.xml"/><Relationship Id="rId103" Type="http://schemas.openxmlformats.org/officeDocument/2006/relationships/slide" Target="slides/slide97.xml"/><Relationship Id="rId102" Type="http://schemas.openxmlformats.org/officeDocument/2006/relationships/slide" Target="slides/slide96.xml"/><Relationship Id="rId101" Type="http://schemas.openxmlformats.org/officeDocument/2006/relationships/slide" Target="slides/slide95.xml"/><Relationship Id="rId100" Type="http://schemas.openxmlformats.org/officeDocument/2006/relationships/slide" Target="slides/slide94.xml"/><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29" Type="http://schemas.openxmlformats.org/officeDocument/2006/relationships/font" Target="fonts/IBMPlexMono-bold.fntdata"/><Relationship Id="rId128" Type="http://schemas.openxmlformats.org/officeDocument/2006/relationships/font" Target="fonts/IBMPlexMono-regular.fntdata"/><Relationship Id="rId127" Type="http://schemas.openxmlformats.org/officeDocument/2006/relationships/font" Target="fonts/RobotoMono-boldItalic.fntdata"/><Relationship Id="rId126" Type="http://schemas.openxmlformats.org/officeDocument/2006/relationships/font" Target="fonts/RobotoMono-italic.fntdata"/><Relationship Id="rId26" Type="http://schemas.openxmlformats.org/officeDocument/2006/relationships/slide" Target="slides/slide20.xml"/><Relationship Id="rId121" Type="http://schemas.openxmlformats.org/officeDocument/2006/relationships/font" Target="fonts/LoraSemiBold-bold.fntdata"/><Relationship Id="rId25" Type="http://schemas.openxmlformats.org/officeDocument/2006/relationships/slide" Target="slides/slide19.xml"/><Relationship Id="rId120" Type="http://schemas.openxmlformats.org/officeDocument/2006/relationships/font" Target="fonts/LoraSemiBold-regular.fntdata"/><Relationship Id="rId28" Type="http://schemas.openxmlformats.org/officeDocument/2006/relationships/slide" Target="slides/slide22.xml"/><Relationship Id="rId27" Type="http://schemas.openxmlformats.org/officeDocument/2006/relationships/slide" Target="slides/slide21.xml"/><Relationship Id="rId125" Type="http://schemas.openxmlformats.org/officeDocument/2006/relationships/font" Target="fonts/RobotoMono-bold.fntdata"/><Relationship Id="rId29" Type="http://schemas.openxmlformats.org/officeDocument/2006/relationships/slide" Target="slides/slide23.xml"/><Relationship Id="rId124" Type="http://schemas.openxmlformats.org/officeDocument/2006/relationships/font" Target="fonts/RobotoMono-regular.fntdata"/><Relationship Id="rId123" Type="http://schemas.openxmlformats.org/officeDocument/2006/relationships/font" Target="fonts/LoraSemiBold-boldItalic.fntdata"/><Relationship Id="rId122" Type="http://schemas.openxmlformats.org/officeDocument/2006/relationships/font" Target="fonts/LoraSemiBold-italic.fntdata"/><Relationship Id="rId95" Type="http://schemas.openxmlformats.org/officeDocument/2006/relationships/slide" Target="slides/slide89.xml"/><Relationship Id="rId94" Type="http://schemas.openxmlformats.org/officeDocument/2006/relationships/slide" Target="slides/slide88.xml"/><Relationship Id="rId97" Type="http://schemas.openxmlformats.org/officeDocument/2006/relationships/slide" Target="slides/slide91.xml"/><Relationship Id="rId96" Type="http://schemas.openxmlformats.org/officeDocument/2006/relationships/slide" Target="slides/slide90.xml"/><Relationship Id="rId11" Type="http://schemas.openxmlformats.org/officeDocument/2006/relationships/slide" Target="slides/slide5.xml"/><Relationship Id="rId99" Type="http://schemas.openxmlformats.org/officeDocument/2006/relationships/slide" Target="slides/slide93.xml"/><Relationship Id="rId10" Type="http://schemas.openxmlformats.org/officeDocument/2006/relationships/slide" Target="slides/slide4.xml"/><Relationship Id="rId98" Type="http://schemas.openxmlformats.org/officeDocument/2006/relationships/slide" Target="slides/slide92.xml"/><Relationship Id="rId13" Type="http://schemas.openxmlformats.org/officeDocument/2006/relationships/slide" Target="slides/slide7.xml"/><Relationship Id="rId12" Type="http://schemas.openxmlformats.org/officeDocument/2006/relationships/slide" Target="slides/slide6.xml"/><Relationship Id="rId91" Type="http://schemas.openxmlformats.org/officeDocument/2006/relationships/slide" Target="slides/slide85.xml"/><Relationship Id="rId90" Type="http://schemas.openxmlformats.org/officeDocument/2006/relationships/slide" Target="slides/slide84.xml"/><Relationship Id="rId93" Type="http://schemas.openxmlformats.org/officeDocument/2006/relationships/slide" Target="slides/slide87.xml"/><Relationship Id="rId92" Type="http://schemas.openxmlformats.org/officeDocument/2006/relationships/slide" Target="slides/slide86.xml"/><Relationship Id="rId118" Type="http://schemas.openxmlformats.org/officeDocument/2006/relationships/font" Target="fonts/Inter-italic.fntdata"/><Relationship Id="rId117" Type="http://schemas.openxmlformats.org/officeDocument/2006/relationships/font" Target="fonts/Inter-bold.fntdata"/><Relationship Id="rId116" Type="http://schemas.openxmlformats.org/officeDocument/2006/relationships/font" Target="fonts/Inter-regular.fntdata"/><Relationship Id="rId115" Type="http://schemas.openxmlformats.org/officeDocument/2006/relationships/font" Target="fonts/RobotoMonoMedium-boldItalic.fntdata"/><Relationship Id="rId119" Type="http://schemas.openxmlformats.org/officeDocument/2006/relationships/font" Target="fonts/Inter-boldItalic.fntdata"/><Relationship Id="rId15" Type="http://schemas.openxmlformats.org/officeDocument/2006/relationships/slide" Target="slides/slide9.xml"/><Relationship Id="rId110" Type="http://schemas.openxmlformats.org/officeDocument/2006/relationships/slide" Target="slides/slide104.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14" Type="http://schemas.openxmlformats.org/officeDocument/2006/relationships/font" Target="fonts/RobotoMonoMedium-italic.fntdata"/><Relationship Id="rId18" Type="http://schemas.openxmlformats.org/officeDocument/2006/relationships/slide" Target="slides/slide12.xml"/><Relationship Id="rId113" Type="http://schemas.openxmlformats.org/officeDocument/2006/relationships/font" Target="fonts/RobotoMonoMedium-bold.fntdata"/><Relationship Id="rId112" Type="http://schemas.openxmlformats.org/officeDocument/2006/relationships/font" Target="fonts/RobotoMonoMedium-regular.fntdata"/><Relationship Id="rId111" Type="http://schemas.openxmlformats.org/officeDocument/2006/relationships/slide" Target="slides/slide105.xml"/><Relationship Id="rId84" Type="http://schemas.openxmlformats.org/officeDocument/2006/relationships/slide" Target="slides/slide78.xml"/><Relationship Id="rId83" Type="http://schemas.openxmlformats.org/officeDocument/2006/relationships/slide" Target="slides/slide77.xml"/><Relationship Id="rId86" Type="http://schemas.openxmlformats.org/officeDocument/2006/relationships/slide" Target="slides/slide80.xml"/><Relationship Id="rId85" Type="http://schemas.openxmlformats.org/officeDocument/2006/relationships/slide" Target="slides/slide79.xml"/><Relationship Id="rId88" Type="http://schemas.openxmlformats.org/officeDocument/2006/relationships/slide" Target="slides/slide82.xml"/><Relationship Id="rId150" Type="http://schemas.openxmlformats.org/officeDocument/2006/relationships/font" Target="fonts/PoppinsMedium-regular.fntdata"/><Relationship Id="rId87" Type="http://schemas.openxmlformats.org/officeDocument/2006/relationships/slide" Target="slides/slide81.xml"/><Relationship Id="rId89" Type="http://schemas.openxmlformats.org/officeDocument/2006/relationships/slide" Target="slides/slide83.xml"/><Relationship Id="rId80" Type="http://schemas.openxmlformats.org/officeDocument/2006/relationships/slide" Target="slides/slide74.xml"/><Relationship Id="rId82" Type="http://schemas.openxmlformats.org/officeDocument/2006/relationships/slide" Target="slides/slide76.xml"/><Relationship Id="rId81" Type="http://schemas.openxmlformats.org/officeDocument/2006/relationships/slide" Target="slides/slide75.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149" Type="http://schemas.openxmlformats.org/officeDocument/2006/relationships/font" Target="fonts/Lora-boldItalic.fntdata"/><Relationship Id="rId4" Type="http://schemas.openxmlformats.org/officeDocument/2006/relationships/tableStyles" Target="tableStyles.xml"/><Relationship Id="rId148" Type="http://schemas.openxmlformats.org/officeDocument/2006/relationships/font" Target="fonts/Lora-italic.fntdata"/><Relationship Id="rId9" Type="http://schemas.openxmlformats.org/officeDocument/2006/relationships/slide" Target="slides/slide3.xml"/><Relationship Id="rId143" Type="http://schemas.openxmlformats.org/officeDocument/2006/relationships/font" Target="fonts/MontserratMedium-bold.fntdata"/><Relationship Id="rId142" Type="http://schemas.openxmlformats.org/officeDocument/2006/relationships/font" Target="fonts/MontserratMedium-regular.fntdata"/><Relationship Id="rId141" Type="http://schemas.openxmlformats.org/officeDocument/2006/relationships/font" Target="fonts/Poppins-boldItalic.fntdata"/><Relationship Id="rId140" Type="http://schemas.openxmlformats.org/officeDocument/2006/relationships/font" Target="fonts/Poppins-italic.fntdata"/><Relationship Id="rId5" Type="http://schemas.openxmlformats.org/officeDocument/2006/relationships/slideMaster" Target="slideMasters/slideMaster1.xml"/><Relationship Id="rId147" Type="http://schemas.openxmlformats.org/officeDocument/2006/relationships/font" Target="fonts/Lora-bold.fntdata"/><Relationship Id="rId6" Type="http://schemas.openxmlformats.org/officeDocument/2006/relationships/notesMaster" Target="notesMasters/notesMaster1.xml"/><Relationship Id="rId146" Type="http://schemas.openxmlformats.org/officeDocument/2006/relationships/font" Target="fonts/Lora-regular.fntdata"/><Relationship Id="rId7" Type="http://schemas.openxmlformats.org/officeDocument/2006/relationships/slide" Target="slides/slide1.xml"/><Relationship Id="rId145" Type="http://schemas.openxmlformats.org/officeDocument/2006/relationships/font" Target="fonts/MontserratMedium-boldItalic.fntdata"/><Relationship Id="rId8" Type="http://schemas.openxmlformats.org/officeDocument/2006/relationships/slide" Target="slides/slide2.xml"/><Relationship Id="rId144" Type="http://schemas.openxmlformats.org/officeDocument/2006/relationships/font" Target="fonts/MontserratMedium-italic.fntdata"/><Relationship Id="rId73" Type="http://schemas.openxmlformats.org/officeDocument/2006/relationships/slide" Target="slides/slide67.xml"/><Relationship Id="rId72" Type="http://schemas.openxmlformats.org/officeDocument/2006/relationships/slide" Target="slides/slide66.xml"/><Relationship Id="rId75" Type="http://schemas.openxmlformats.org/officeDocument/2006/relationships/slide" Target="slides/slide69.xml"/><Relationship Id="rId74" Type="http://schemas.openxmlformats.org/officeDocument/2006/relationships/slide" Target="slides/slide68.xml"/><Relationship Id="rId77" Type="http://schemas.openxmlformats.org/officeDocument/2006/relationships/slide" Target="slides/slide71.xml"/><Relationship Id="rId76" Type="http://schemas.openxmlformats.org/officeDocument/2006/relationships/slide" Target="slides/slide70.xml"/><Relationship Id="rId79" Type="http://schemas.openxmlformats.org/officeDocument/2006/relationships/slide" Target="slides/slide73.xml"/><Relationship Id="rId78" Type="http://schemas.openxmlformats.org/officeDocument/2006/relationships/slide" Target="slides/slide72.xml"/><Relationship Id="rId71" Type="http://schemas.openxmlformats.org/officeDocument/2006/relationships/slide" Target="slides/slide65.xml"/><Relationship Id="rId70" Type="http://schemas.openxmlformats.org/officeDocument/2006/relationships/slide" Target="slides/slide64.xml"/><Relationship Id="rId139" Type="http://schemas.openxmlformats.org/officeDocument/2006/relationships/font" Target="fonts/Poppins-bold.fntdata"/><Relationship Id="rId138" Type="http://schemas.openxmlformats.org/officeDocument/2006/relationships/font" Target="fonts/Poppins-regular.fntdata"/><Relationship Id="rId137" Type="http://schemas.openxmlformats.org/officeDocument/2006/relationships/font" Target="fonts/Montserrat-boldItalic.fntdata"/><Relationship Id="rId132" Type="http://schemas.openxmlformats.org/officeDocument/2006/relationships/font" Target="fonts/LoraMedium-regular.fntdata"/><Relationship Id="rId131" Type="http://schemas.openxmlformats.org/officeDocument/2006/relationships/font" Target="fonts/IBMPlexMono-boldItalic.fntdata"/><Relationship Id="rId130" Type="http://schemas.openxmlformats.org/officeDocument/2006/relationships/font" Target="fonts/IBMPlexMono-italic.fntdata"/><Relationship Id="rId136" Type="http://schemas.openxmlformats.org/officeDocument/2006/relationships/font" Target="fonts/Montserrat-bold.fntdata"/><Relationship Id="rId135" Type="http://schemas.openxmlformats.org/officeDocument/2006/relationships/font" Target="fonts/LoraMedium-boldItalic.fntdata"/><Relationship Id="rId134" Type="http://schemas.openxmlformats.org/officeDocument/2006/relationships/font" Target="fonts/LoraMedium-italic.fntdata"/><Relationship Id="rId133" Type="http://schemas.openxmlformats.org/officeDocument/2006/relationships/font" Target="fonts/LoraMedium-bold.fntdata"/><Relationship Id="rId62" Type="http://schemas.openxmlformats.org/officeDocument/2006/relationships/slide" Target="slides/slide56.xml"/><Relationship Id="rId61" Type="http://schemas.openxmlformats.org/officeDocument/2006/relationships/slide" Target="slides/slide55.xml"/><Relationship Id="rId64" Type="http://schemas.openxmlformats.org/officeDocument/2006/relationships/slide" Target="slides/slide58.xml"/><Relationship Id="rId63" Type="http://schemas.openxmlformats.org/officeDocument/2006/relationships/slide" Target="slides/slide57.xml"/><Relationship Id="rId66" Type="http://schemas.openxmlformats.org/officeDocument/2006/relationships/slide" Target="slides/slide60.xml"/><Relationship Id="rId65" Type="http://schemas.openxmlformats.org/officeDocument/2006/relationships/slide" Target="slides/slide59.xml"/><Relationship Id="rId68" Type="http://schemas.openxmlformats.org/officeDocument/2006/relationships/slide" Target="slides/slide62.xml"/><Relationship Id="rId67" Type="http://schemas.openxmlformats.org/officeDocument/2006/relationships/slide" Target="slides/slide61.xml"/><Relationship Id="rId60" Type="http://schemas.openxmlformats.org/officeDocument/2006/relationships/slide" Target="slides/slide54.xml"/><Relationship Id="rId69" Type="http://schemas.openxmlformats.org/officeDocument/2006/relationships/slide" Target="slides/slide63.xml"/><Relationship Id="rId51" Type="http://schemas.openxmlformats.org/officeDocument/2006/relationships/slide" Target="slides/slide45.xml"/><Relationship Id="rId50" Type="http://schemas.openxmlformats.org/officeDocument/2006/relationships/slide" Target="slides/slide44.xml"/><Relationship Id="rId53" Type="http://schemas.openxmlformats.org/officeDocument/2006/relationships/slide" Target="slides/slide47.xml"/><Relationship Id="rId52" Type="http://schemas.openxmlformats.org/officeDocument/2006/relationships/slide" Target="slides/slide46.xml"/><Relationship Id="rId55" Type="http://schemas.openxmlformats.org/officeDocument/2006/relationships/slide" Target="slides/slide49.xml"/><Relationship Id="rId54" Type="http://schemas.openxmlformats.org/officeDocument/2006/relationships/slide" Target="slides/slide48.xml"/><Relationship Id="rId57" Type="http://schemas.openxmlformats.org/officeDocument/2006/relationships/slide" Target="slides/slide51.xml"/><Relationship Id="rId56" Type="http://schemas.openxmlformats.org/officeDocument/2006/relationships/slide" Target="slides/slide50.xml"/><Relationship Id="rId59" Type="http://schemas.openxmlformats.org/officeDocument/2006/relationships/slide" Target="slides/slide53.xml"/><Relationship Id="rId154" Type="http://schemas.openxmlformats.org/officeDocument/2006/relationships/font" Target="fonts/PoppinsSemiBold-regular.fntdata"/><Relationship Id="rId58" Type="http://schemas.openxmlformats.org/officeDocument/2006/relationships/slide" Target="slides/slide52.xml"/><Relationship Id="rId153" Type="http://schemas.openxmlformats.org/officeDocument/2006/relationships/font" Target="fonts/PoppinsMedium-boldItalic.fntdata"/><Relationship Id="rId152" Type="http://schemas.openxmlformats.org/officeDocument/2006/relationships/font" Target="fonts/PoppinsMedium-italic.fntdata"/><Relationship Id="rId151" Type="http://schemas.openxmlformats.org/officeDocument/2006/relationships/font" Target="fonts/PoppinsMedium-bold.fntdata"/><Relationship Id="rId157" Type="http://schemas.openxmlformats.org/officeDocument/2006/relationships/font" Target="fonts/PoppinsSemiBold-boldItalic.fntdata"/><Relationship Id="rId156" Type="http://schemas.openxmlformats.org/officeDocument/2006/relationships/font" Target="fonts/PoppinsSemiBold-italic.fntdata"/><Relationship Id="rId155" Type="http://schemas.openxmlformats.org/officeDocument/2006/relationships/font" Target="fonts/PoppinsSemiBold-bold.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9" name="Shape 429"/>
        <p:cNvGrpSpPr/>
        <p:nvPr/>
      </p:nvGrpSpPr>
      <p:grpSpPr>
        <a:xfrm>
          <a:off x="0" y="0"/>
          <a:ext cx="0" cy="0"/>
          <a:chOff x="0" y="0"/>
          <a:chExt cx="0" cy="0"/>
        </a:xfrm>
      </p:grpSpPr>
      <p:sp>
        <p:nvSpPr>
          <p:cNvPr id="430" name="Google Shape;430;g38338fdafb7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1" name="Google Shape;431;g38338fdafb7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7" name="Shape 437"/>
        <p:cNvGrpSpPr/>
        <p:nvPr/>
      </p:nvGrpSpPr>
      <p:grpSpPr>
        <a:xfrm>
          <a:off x="0" y="0"/>
          <a:ext cx="0" cy="0"/>
          <a:chOff x="0" y="0"/>
          <a:chExt cx="0" cy="0"/>
        </a:xfrm>
      </p:grpSpPr>
      <p:sp>
        <p:nvSpPr>
          <p:cNvPr id="438" name="Google Shape;438;g3bba7404f6f_0_0:notes"/>
          <p:cNvSpPr txBox="1"/>
          <p:nvPr>
            <p:ph idx="1" type="body"/>
          </p:nvPr>
        </p:nvSpPr>
        <p:spPr>
          <a:xfrm>
            <a:off x="914400" y="4343400"/>
            <a:ext cx="50292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39" name="Google Shape;439;g3bba7404f6f_0_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4" name="Shape 444"/>
        <p:cNvGrpSpPr/>
        <p:nvPr/>
      </p:nvGrpSpPr>
      <p:grpSpPr>
        <a:xfrm>
          <a:off x="0" y="0"/>
          <a:ext cx="0" cy="0"/>
          <a:chOff x="0" y="0"/>
          <a:chExt cx="0" cy="0"/>
        </a:xfrm>
      </p:grpSpPr>
      <p:sp>
        <p:nvSpPr>
          <p:cNvPr id="445" name="Google Shape;445;g3bba7404f6f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6" name="Google Shape;446;g3bba7404f6f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lang="en">
                <a:solidFill>
                  <a:schemeClr val="dk1"/>
                </a:solidFill>
              </a:rPr>
              <a:t>Claude Code tightly couples our coding agent harness with Claude models</a:t>
            </a:r>
            <a:endParaRPr/>
          </a:p>
          <a:p>
            <a:pPr indent="0" lvl="0" marL="0" rtl="0" algn="l">
              <a:lnSpc>
                <a:spcPct val="115000"/>
              </a:lnSpc>
              <a:spcBef>
                <a:spcPts val="1200"/>
              </a:spcBef>
              <a:spcAft>
                <a:spcPts val="1200"/>
              </a:spcAft>
              <a:buNone/>
            </a:pPr>
            <a:r>
              <a:rPr lang="en"/>
              <a:t>Consider using one of the examples students give as your demonstration, or have students keep those as their own goals for building during this workshop.</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1" name="Shape 451"/>
        <p:cNvGrpSpPr/>
        <p:nvPr/>
      </p:nvGrpSpPr>
      <p:grpSpPr>
        <a:xfrm>
          <a:off x="0" y="0"/>
          <a:ext cx="0" cy="0"/>
          <a:chOff x="0" y="0"/>
          <a:chExt cx="0" cy="0"/>
        </a:xfrm>
      </p:grpSpPr>
      <p:sp>
        <p:nvSpPr>
          <p:cNvPr id="452" name="Google Shape;452;g3bba7404f6f_0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3" name="Google Shape;453;g3bba7404f6f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It’s super easy to set up Claude Code. Simply install it in your terminal with this command and then connect to an Claude API. Pricing is based on token consumption of the underlying models. On average, $5-10/day. Pause for a few minutes and walk around to make sure everyone is set up correctly, ask others to help their peers if they’re all set up</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7" name="Shape 467"/>
        <p:cNvGrpSpPr/>
        <p:nvPr/>
      </p:nvGrpSpPr>
      <p:grpSpPr>
        <a:xfrm>
          <a:off x="0" y="0"/>
          <a:ext cx="0" cy="0"/>
          <a:chOff x="0" y="0"/>
          <a:chExt cx="0" cy="0"/>
        </a:xfrm>
      </p:grpSpPr>
      <p:sp>
        <p:nvSpPr>
          <p:cNvPr id="468" name="Google Shape;468;g373062ce3ed_56_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9" name="Google Shape;469;g373062ce3ed_56_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lang="en">
                <a:solidFill>
                  <a:schemeClr val="dk1"/>
                </a:solidFill>
              </a:rPr>
              <a:t>One of the most compelling aspects of Claude Code is how it supports developers across the entire software development lifecycle. From onboarding to code to building new features, Claude Code can help at pretty much every stage.</a:t>
            </a:r>
            <a:endParaRPr>
              <a:solidFill>
                <a:schemeClr val="dk1"/>
              </a:solidFill>
            </a:endParaRPr>
          </a:p>
          <a:p>
            <a:pPr indent="0" lvl="0" marL="0" rtl="0" algn="l">
              <a:lnSpc>
                <a:spcPct val="115000"/>
              </a:lnSpc>
              <a:spcBef>
                <a:spcPts val="1200"/>
              </a:spcBef>
              <a:spcAft>
                <a:spcPts val="0"/>
              </a:spcAft>
              <a:buNone/>
            </a:pPr>
            <a:r>
              <a:rPr lang="en">
                <a:solidFill>
                  <a:schemeClr val="dk1"/>
                </a:solidFill>
              </a:rPr>
              <a:t>For example:</a:t>
            </a:r>
            <a:endParaRPr>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When exploring an unfamiliar codebase, Claude can explain code architecture and dependencies</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During implementation, it can generate code that follows your team's patterns and standards</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For debugging, it can diagnose issues across multiple files</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During testing, it can write comprehensive test suites</a:t>
            </a:r>
            <a:endParaRPr>
              <a:solidFill>
                <a:schemeClr val="dk1"/>
              </a:solidFill>
            </a:endParaRPr>
          </a:p>
          <a:p>
            <a:pPr indent="0" lvl="0" marL="457200" rtl="0" algn="l">
              <a:lnSpc>
                <a:spcPct val="115000"/>
              </a:lnSpc>
              <a:spcBef>
                <a:spcPts val="1200"/>
              </a:spcBef>
              <a:spcAft>
                <a:spcPts val="0"/>
              </a:spcAft>
              <a:buNone/>
            </a:pPr>
            <a:r>
              <a:t/>
            </a:r>
            <a:endParaRPr>
              <a:solidFill>
                <a:schemeClr val="dk1"/>
              </a:solidFill>
              <a:latin typeface="Inter"/>
              <a:ea typeface="Inter"/>
              <a:cs typeface="Inter"/>
              <a:sym typeface="Inte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7" name="Shape 487"/>
        <p:cNvGrpSpPr/>
        <p:nvPr/>
      </p:nvGrpSpPr>
      <p:grpSpPr>
        <a:xfrm>
          <a:off x="0" y="0"/>
          <a:ext cx="0" cy="0"/>
          <a:chOff x="0" y="0"/>
          <a:chExt cx="0" cy="0"/>
        </a:xfrm>
      </p:grpSpPr>
      <p:sp>
        <p:nvSpPr>
          <p:cNvPr id="488" name="Google Shape;488;g3bba7404f6f_0_694:notes"/>
          <p:cNvSpPr txBox="1"/>
          <p:nvPr>
            <p:ph idx="1" type="body"/>
          </p:nvPr>
        </p:nvSpPr>
        <p:spPr>
          <a:xfrm>
            <a:off x="914400" y="4343400"/>
            <a:ext cx="50292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89" name="Google Shape;489;g3bba7404f6f_0_69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4" name="Shape 494"/>
        <p:cNvGrpSpPr/>
        <p:nvPr/>
      </p:nvGrpSpPr>
      <p:grpSpPr>
        <a:xfrm>
          <a:off x="0" y="0"/>
          <a:ext cx="0" cy="0"/>
          <a:chOff x="0" y="0"/>
          <a:chExt cx="0" cy="0"/>
        </a:xfrm>
      </p:grpSpPr>
      <p:sp>
        <p:nvSpPr>
          <p:cNvPr id="495" name="Google Shape;495;g38338fdafb7_0_1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6" name="Google Shape;496;g38338fdafb7_0_1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5" name="Shape 525"/>
        <p:cNvGrpSpPr/>
        <p:nvPr/>
      </p:nvGrpSpPr>
      <p:grpSpPr>
        <a:xfrm>
          <a:off x="0" y="0"/>
          <a:ext cx="0" cy="0"/>
          <a:chOff x="0" y="0"/>
          <a:chExt cx="0" cy="0"/>
        </a:xfrm>
      </p:grpSpPr>
      <p:sp>
        <p:nvSpPr>
          <p:cNvPr id="526" name="Google Shape;526;g3c2dee7c643_0_17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7" name="Google Shape;527;g3c2dee7c643_0_17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Let’s first do with a</a:t>
            </a:r>
            <a:r>
              <a:rPr b="1" lang="en">
                <a:solidFill>
                  <a:schemeClr val="dk1"/>
                </a:solidFill>
              </a:rPr>
              <a:t> recap</a:t>
            </a:r>
            <a:r>
              <a:rPr lang="en">
                <a:solidFill>
                  <a:schemeClr val="dk1"/>
                </a:solidFill>
              </a:rPr>
              <a:t> </a:t>
            </a:r>
            <a:r>
              <a:rPr b="1" lang="en">
                <a:solidFill>
                  <a:schemeClr val="dk1"/>
                </a:solidFill>
              </a:rPr>
              <a:t>on how we got here</a:t>
            </a:r>
            <a:endParaRPr b="1">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Most of us started by building </a:t>
            </a:r>
            <a:r>
              <a:rPr b="1" lang="en">
                <a:solidFill>
                  <a:schemeClr val="dk1"/>
                </a:solidFill>
              </a:rPr>
              <a:t>simple features</a:t>
            </a:r>
            <a:r>
              <a:rPr lang="en">
                <a:solidFill>
                  <a:schemeClr val="dk1"/>
                </a:solidFill>
              </a:rPr>
              <a:t>, things like summarization, classification, extractions. Simple things that felt like magic 2 years ago and have now become table stakes</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Then, as products</a:t>
            </a:r>
            <a:r>
              <a:rPr b="1" lang="en">
                <a:solidFill>
                  <a:schemeClr val="dk1"/>
                </a:solidFill>
              </a:rPr>
              <a:t> mature</a:t>
            </a:r>
            <a:r>
              <a:rPr lang="en">
                <a:solidFill>
                  <a:schemeClr val="dk1"/>
                </a:solidFill>
              </a:rPr>
              <a:t> and we got more </a:t>
            </a:r>
            <a:r>
              <a:rPr b="1" lang="en">
                <a:solidFill>
                  <a:schemeClr val="dk1"/>
                </a:solidFill>
              </a:rPr>
              <a:t>creative</a:t>
            </a:r>
            <a:r>
              <a:rPr lang="en">
                <a:solidFill>
                  <a:schemeClr val="dk1"/>
                </a:solidFill>
              </a:rPr>
              <a:t> → one model call was no longer enough → so we started </a:t>
            </a:r>
            <a:r>
              <a:rPr b="1" lang="en">
                <a:solidFill>
                  <a:schemeClr val="dk1"/>
                </a:solidFill>
              </a:rPr>
              <a:t>orchestrating</a:t>
            </a:r>
            <a:r>
              <a:rPr lang="en">
                <a:solidFill>
                  <a:schemeClr val="dk1"/>
                </a:solidFill>
              </a:rPr>
              <a:t> </a:t>
            </a:r>
            <a:r>
              <a:rPr b="1" lang="en">
                <a:solidFill>
                  <a:schemeClr val="dk1"/>
                </a:solidFill>
              </a:rPr>
              <a:t>multiple</a:t>
            </a:r>
            <a:r>
              <a:rPr lang="en">
                <a:solidFill>
                  <a:schemeClr val="dk1"/>
                </a:solidFill>
              </a:rPr>
              <a:t> model calls in </a:t>
            </a:r>
            <a:r>
              <a:rPr b="1" lang="en">
                <a:solidFill>
                  <a:schemeClr val="dk1"/>
                </a:solidFill>
              </a:rPr>
              <a:t>predefined \ control flows</a:t>
            </a:r>
            <a:r>
              <a:rPr lang="en">
                <a:solidFill>
                  <a:schemeClr val="dk1"/>
                </a:solidFill>
              </a:rPr>
              <a:t>. → </a:t>
            </a:r>
            <a:r>
              <a:rPr b="1" lang="en">
                <a:solidFill>
                  <a:schemeClr val="dk1"/>
                </a:solidFill>
              </a:rPr>
              <a:t>cost/latency for performance</a:t>
            </a:r>
            <a:r>
              <a:rPr lang="en">
                <a:solidFill>
                  <a:schemeClr val="dk1"/>
                </a:solidFill>
              </a:rPr>
              <a:t>. </a:t>
            </a:r>
            <a:r>
              <a:rPr b="1" lang="en">
                <a:solidFill>
                  <a:schemeClr val="dk1"/>
                </a:solidFill>
              </a:rPr>
              <a:t>WE called these workflows</a:t>
            </a:r>
            <a:r>
              <a:rPr lang="en">
                <a:solidFill>
                  <a:schemeClr val="dk1"/>
                </a:solidFill>
              </a:rPr>
              <a:t> → beginning of </a:t>
            </a:r>
            <a:r>
              <a:rPr b="1" lang="en">
                <a:solidFill>
                  <a:schemeClr val="dk1"/>
                </a:solidFill>
              </a:rPr>
              <a:t>agentic systems</a:t>
            </a:r>
            <a:endParaRPr b="1">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Now, </a:t>
            </a:r>
            <a:r>
              <a:rPr b="1" lang="en">
                <a:solidFill>
                  <a:schemeClr val="dk1"/>
                </a:solidFill>
              </a:rPr>
              <a:t>models are more capable</a:t>
            </a:r>
            <a:r>
              <a:rPr lang="en">
                <a:solidFill>
                  <a:schemeClr val="dk1"/>
                </a:solidFill>
              </a:rPr>
              <a:t>, and we are seeing more and more domain-specific </a:t>
            </a:r>
            <a:r>
              <a:rPr b="1" lang="en">
                <a:solidFill>
                  <a:schemeClr val="dk1"/>
                </a:solidFill>
              </a:rPr>
              <a:t>agents </a:t>
            </a:r>
            <a:r>
              <a:rPr lang="en">
                <a:solidFill>
                  <a:schemeClr val="dk1"/>
                </a:solidFill>
              </a:rPr>
              <a:t>in production. </a:t>
            </a:r>
            <a:r>
              <a:rPr b="1" lang="en">
                <a:solidFill>
                  <a:schemeClr val="dk1"/>
                </a:solidFill>
              </a:rPr>
              <a:t>Unlike workflows,</a:t>
            </a:r>
            <a:r>
              <a:rPr lang="en">
                <a:solidFill>
                  <a:schemeClr val="dk1"/>
                </a:solidFill>
              </a:rPr>
              <a:t> agents decide their own trajectories and operate independently based on environment feedback. </a:t>
            </a:r>
            <a:r>
              <a:rPr b="1" lang="en">
                <a:solidFill>
                  <a:schemeClr val="dk1"/>
                </a:solidFill>
              </a:rPr>
              <a:t>This is our focus today.</a:t>
            </a:r>
            <a:endParaRPr b="1">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It’s too early to name what the next phase of agentic system look like</a:t>
            </a:r>
            <a:r>
              <a:rPr b="1" lang="en">
                <a:solidFill>
                  <a:schemeClr val="dk1"/>
                </a:solidFill>
              </a:rPr>
              <a:t> in production</a:t>
            </a:r>
            <a:r>
              <a:rPr lang="en">
                <a:solidFill>
                  <a:schemeClr val="dk1"/>
                </a:solidFill>
              </a:rPr>
              <a:t>. Single-agent more </a:t>
            </a:r>
            <a:r>
              <a:rPr b="1" lang="en">
                <a:solidFill>
                  <a:schemeClr val="dk1"/>
                </a:solidFill>
              </a:rPr>
              <a:t>general-purpose and capable. collaboration/delegation</a:t>
            </a:r>
            <a:r>
              <a:rPr lang="en">
                <a:solidFill>
                  <a:schemeClr val="dk1"/>
                </a:solidFill>
              </a:rPr>
              <a:t> in</a:t>
            </a:r>
            <a:r>
              <a:rPr b="1" lang="en">
                <a:solidFill>
                  <a:schemeClr val="dk1"/>
                </a:solidFill>
              </a:rPr>
              <a:t> </a:t>
            </a:r>
            <a:r>
              <a:rPr lang="en">
                <a:solidFill>
                  <a:schemeClr val="dk1"/>
                </a:solidFill>
              </a:rPr>
              <a:t>multi-agent</a:t>
            </a:r>
            <a:r>
              <a:rPr b="1" lang="en">
                <a:solidFill>
                  <a:schemeClr val="dk1"/>
                </a:solidFill>
              </a:rPr>
              <a:t> </a:t>
            </a:r>
            <a:r>
              <a:rPr lang="en">
                <a:solidFill>
                  <a:schemeClr val="dk1"/>
                </a:solidFill>
              </a:rPr>
              <a:t>settings</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The </a:t>
            </a:r>
            <a:r>
              <a:rPr b="1" lang="en">
                <a:solidFill>
                  <a:schemeClr val="dk1"/>
                </a:solidFill>
              </a:rPr>
              <a:t>Broader trend</a:t>
            </a:r>
            <a:r>
              <a:rPr lang="en">
                <a:solidFill>
                  <a:schemeClr val="dk1"/>
                </a:solidFill>
              </a:rPr>
              <a:t> is that: </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b="1" lang="en">
                <a:solidFill>
                  <a:schemeClr val="dk1"/>
                </a:solidFill>
              </a:rPr>
              <a:t>Transition: </a:t>
            </a:r>
            <a:r>
              <a:rPr lang="en">
                <a:solidFill>
                  <a:schemeClr val="dk1"/>
                </a:solidFill>
              </a:rPr>
              <a:t>that brings us to the first idea: </a:t>
            </a:r>
            <a:r>
              <a:rPr b="1" lang="en">
                <a:solidFill>
                  <a:schemeClr val="dk1"/>
                </a:solidFill>
              </a:rPr>
              <a:t>click</a:t>
            </a:r>
            <a:endParaRPr b="1">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3" name="Shape 533"/>
        <p:cNvGrpSpPr/>
        <p:nvPr/>
      </p:nvGrpSpPr>
      <p:grpSpPr>
        <a:xfrm>
          <a:off x="0" y="0"/>
          <a:ext cx="0" cy="0"/>
          <a:chOff x="0" y="0"/>
          <a:chExt cx="0" cy="0"/>
        </a:xfrm>
      </p:grpSpPr>
      <p:sp>
        <p:nvSpPr>
          <p:cNvPr id="534" name="Google Shape;534;g3c2dee7c643_0_17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5" name="Google Shape;535;g3c2dee7c643_0_17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Let’s first do with a</a:t>
            </a:r>
            <a:r>
              <a:rPr b="1" lang="en">
                <a:solidFill>
                  <a:schemeClr val="dk1"/>
                </a:solidFill>
              </a:rPr>
              <a:t> recap</a:t>
            </a:r>
            <a:r>
              <a:rPr lang="en">
                <a:solidFill>
                  <a:schemeClr val="dk1"/>
                </a:solidFill>
              </a:rPr>
              <a:t> </a:t>
            </a:r>
            <a:r>
              <a:rPr b="1" lang="en">
                <a:solidFill>
                  <a:schemeClr val="dk1"/>
                </a:solidFill>
              </a:rPr>
              <a:t>on how we got here</a:t>
            </a:r>
            <a:endParaRPr b="1">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
                <a:solidFill>
                  <a:schemeClr val="dk1"/>
                </a:solidFill>
              </a:rPr>
              <a:t>Most of us started by building </a:t>
            </a:r>
            <a:r>
              <a:rPr b="1" lang="en">
                <a:solidFill>
                  <a:schemeClr val="dk1"/>
                </a:solidFill>
              </a:rPr>
              <a:t>simple features</a:t>
            </a:r>
            <a:r>
              <a:rPr lang="en">
                <a:solidFill>
                  <a:schemeClr val="dk1"/>
                </a:solidFill>
              </a:rPr>
              <a:t>, things like summarization, classification, extractions. Simple things that felt like magic 2 years ago and have now become table stakes</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
                <a:solidFill>
                  <a:schemeClr val="dk1"/>
                </a:solidFill>
              </a:rPr>
              <a:t>Then, as products</a:t>
            </a:r>
            <a:r>
              <a:rPr b="1" lang="en">
                <a:solidFill>
                  <a:schemeClr val="dk1"/>
                </a:solidFill>
              </a:rPr>
              <a:t> mature</a:t>
            </a:r>
            <a:r>
              <a:rPr lang="en">
                <a:solidFill>
                  <a:schemeClr val="dk1"/>
                </a:solidFill>
              </a:rPr>
              <a:t> and we got more </a:t>
            </a:r>
            <a:r>
              <a:rPr b="1" lang="en">
                <a:solidFill>
                  <a:schemeClr val="dk1"/>
                </a:solidFill>
              </a:rPr>
              <a:t>creative</a:t>
            </a:r>
            <a:r>
              <a:rPr lang="en">
                <a:solidFill>
                  <a:schemeClr val="dk1"/>
                </a:solidFill>
              </a:rPr>
              <a:t> → one model call was no longer enough → so we started </a:t>
            </a:r>
            <a:r>
              <a:rPr b="1" lang="en">
                <a:solidFill>
                  <a:schemeClr val="dk1"/>
                </a:solidFill>
              </a:rPr>
              <a:t>orchestrating</a:t>
            </a:r>
            <a:r>
              <a:rPr lang="en">
                <a:solidFill>
                  <a:schemeClr val="dk1"/>
                </a:solidFill>
              </a:rPr>
              <a:t> </a:t>
            </a:r>
            <a:r>
              <a:rPr b="1" lang="en">
                <a:solidFill>
                  <a:schemeClr val="dk1"/>
                </a:solidFill>
              </a:rPr>
              <a:t>multiple</a:t>
            </a:r>
            <a:r>
              <a:rPr lang="en">
                <a:solidFill>
                  <a:schemeClr val="dk1"/>
                </a:solidFill>
              </a:rPr>
              <a:t> model calls in </a:t>
            </a:r>
            <a:r>
              <a:rPr b="1" lang="en">
                <a:solidFill>
                  <a:schemeClr val="dk1"/>
                </a:solidFill>
              </a:rPr>
              <a:t>predefined \ control flows</a:t>
            </a:r>
            <a:r>
              <a:rPr lang="en">
                <a:solidFill>
                  <a:schemeClr val="dk1"/>
                </a:solidFill>
              </a:rPr>
              <a:t>. → </a:t>
            </a:r>
            <a:r>
              <a:rPr b="1" lang="en">
                <a:solidFill>
                  <a:schemeClr val="dk1"/>
                </a:solidFill>
              </a:rPr>
              <a:t>cost/latency for performance</a:t>
            </a:r>
            <a:r>
              <a:rPr lang="en">
                <a:solidFill>
                  <a:schemeClr val="dk1"/>
                </a:solidFill>
              </a:rPr>
              <a:t>. </a:t>
            </a:r>
            <a:r>
              <a:rPr b="1" lang="en">
                <a:solidFill>
                  <a:schemeClr val="dk1"/>
                </a:solidFill>
              </a:rPr>
              <a:t>WE called these workflows</a:t>
            </a:r>
            <a:r>
              <a:rPr lang="en">
                <a:solidFill>
                  <a:schemeClr val="dk1"/>
                </a:solidFill>
              </a:rPr>
              <a:t> → beginning of </a:t>
            </a:r>
            <a:r>
              <a:rPr b="1" lang="en">
                <a:solidFill>
                  <a:schemeClr val="dk1"/>
                </a:solidFill>
              </a:rPr>
              <a:t>agentic systems</a:t>
            </a:r>
            <a:endParaRPr b="1">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
                <a:solidFill>
                  <a:schemeClr val="dk1"/>
                </a:solidFill>
              </a:rPr>
              <a:t>Now, </a:t>
            </a:r>
            <a:r>
              <a:rPr b="1" lang="en">
                <a:solidFill>
                  <a:schemeClr val="dk1"/>
                </a:solidFill>
              </a:rPr>
              <a:t>models are more capable</a:t>
            </a:r>
            <a:r>
              <a:rPr lang="en">
                <a:solidFill>
                  <a:schemeClr val="dk1"/>
                </a:solidFill>
              </a:rPr>
              <a:t>, and we are seeing more and more domain-specific </a:t>
            </a:r>
            <a:r>
              <a:rPr b="1" lang="en">
                <a:solidFill>
                  <a:schemeClr val="dk1"/>
                </a:solidFill>
              </a:rPr>
              <a:t>agents </a:t>
            </a:r>
            <a:r>
              <a:rPr lang="en">
                <a:solidFill>
                  <a:schemeClr val="dk1"/>
                </a:solidFill>
              </a:rPr>
              <a:t>in production. </a:t>
            </a:r>
            <a:r>
              <a:rPr b="1" lang="en">
                <a:solidFill>
                  <a:schemeClr val="dk1"/>
                </a:solidFill>
              </a:rPr>
              <a:t>Unlike workflows,</a:t>
            </a:r>
            <a:r>
              <a:rPr lang="en">
                <a:solidFill>
                  <a:schemeClr val="dk1"/>
                </a:solidFill>
              </a:rPr>
              <a:t> agents decide their own trajectories and operate independently based on environment feedback. </a:t>
            </a:r>
            <a:r>
              <a:rPr b="1" lang="en">
                <a:solidFill>
                  <a:schemeClr val="dk1"/>
                </a:solidFill>
              </a:rPr>
              <a:t>This is our focus today.</a:t>
            </a:r>
            <a:endParaRPr b="1">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
                <a:solidFill>
                  <a:schemeClr val="dk1"/>
                </a:solidFill>
              </a:rPr>
              <a:t>It’s too early to name what the next phase of agentic system look like</a:t>
            </a:r>
            <a:r>
              <a:rPr b="1" lang="en">
                <a:solidFill>
                  <a:schemeClr val="dk1"/>
                </a:solidFill>
              </a:rPr>
              <a:t> in production</a:t>
            </a:r>
            <a:r>
              <a:rPr lang="en">
                <a:solidFill>
                  <a:schemeClr val="dk1"/>
                </a:solidFill>
              </a:rPr>
              <a:t>. Single-agent more </a:t>
            </a:r>
            <a:r>
              <a:rPr b="1" lang="en">
                <a:solidFill>
                  <a:schemeClr val="dk1"/>
                </a:solidFill>
              </a:rPr>
              <a:t>general-purpose and capable. collaboration/delegation</a:t>
            </a:r>
            <a:r>
              <a:rPr lang="en">
                <a:solidFill>
                  <a:schemeClr val="dk1"/>
                </a:solidFill>
              </a:rPr>
              <a:t> in</a:t>
            </a:r>
            <a:r>
              <a:rPr b="1" lang="en">
                <a:solidFill>
                  <a:schemeClr val="dk1"/>
                </a:solidFill>
              </a:rPr>
              <a:t> </a:t>
            </a:r>
            <a:r>
              <a:rPr lang="en">
                <a:solidFill>
                  <a:schemeClr val="dk1"/>
                </a:solidFill>
              </a:rPr>
              <a:t>multi-agent</a:t>
            </a:r>
            <a:r>
              <a:rPr b="1" lang="en">
                <a:solidFill>
                  <a:schemeClr val="dk1"/>
                </a:solidFill>
              </a:rPr>
              <a:t> </a:t>
            </a:r>
            <a:r>
              <a:rPr lang="en">
                <a:solidFill>
                  <a:schemeClr val="dk1"/>
                </a:solidFill>
              </a:rPr>
              <a:t>settings</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
                <a:solidFill>
                  <a:schemeClr val="dk1"/>
                </a:solidFill>
              </a:rPr>
              <a:t>The </a:t>
            </a:r>
            <a:r>
              <a:rPr b="1" lang="en">
                <a:solidFill>
                  <a:schemeClr val="dk1"/>
                </a:solidFill>
              </a:rPr>
              <a:t>Broader trend</a:t>
            </a:r>
            <a:r>
              <a:rPr lang="en">
                <a:solidFill>
                  <a:schemeClr val="dk1"/>
                </a:solidFill>
              </a:rPr>
              <a:t> is that: </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b="1" lang="en">
                <a:solidFill>
                  <a:schemeClr val="dk1"/>
                </a:solidFill>
              </a:rPr>
              <a:t>Transition: </a:t>
            </a:r>
            <a:r>
              <a:rPr lang="en">
                <a:solidFill>
                  <a:schemeClr val="dk1"/>
                </a:solidFill>
              </a:rPr>
              <a:t>that brings us to the first idea: </a:t>
            </a:r>
            <a:r>
              <a:rPr b="1" lang="en">
                <a:solidFill>
                  <a:schemeClr val="dk1"/>
                </a:solidFill>
              </a:rPr>
              <a:t>click</a:t>
            </a:r>
            <a:endParaRPr b="1">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1" name="Shape 541"/>
        <p:cNvGrpSpPr/>
        <p:nvPr/>
      </p:nvGrpSpPr>
      <p:grpSpPr>
        <a:xfrm>
          <a:off x="0" y="0"/>
          <a:ext cx="0" cy="0"/>
          <a:chOff x="0" y="0"/>
          <a:chExt cx="0" cy="0"/>
        </a:xfrm>
      </p:grpSpPr>
      <p:sp>
        <p:nvSpPr>
          <p:cNvPr id="542" name="Google Shape;542;g3bcb9876b76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3" name="Google Shape;543;g3bcb9876b76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Let’s first do with a</a:t>
            </a:r>
            <a:r>
              <a:rPr b="1" lang="en">
                <a:solidFill>
                  <a:schemeClr val="dk1"/>
                </a:solidFill>
              </a:rPr>
              <a:t> recap</a:t>
            </a:r>
            <a:r>
              <a:rPr lang="en">
                <a:solidFill>
                  <a:schemeClr val="dk1"/>
                </a:solidFill>
              </a:rPr>
              <a:t> </a:t>
            </a:r>
            <a:r>
              <a:rPr b="1" lang="en">
                <a:solidFill>
                  <a:schemeClr val="dk1"/>
                </a:solidFill>
              </a:rPr>
              <a:t>on how we got here</a:t>
            </a:r>
            <a:endParaRPr b="1">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Most of us started by building </a:t>
            </a:r>
            <a:r>
              <a:rPr b="1" lang="en">
                <a:solidFill>
                  <a:schemeClr val="dk1"/>
                </a:solidFill>
              </a:rPr>
              <a:t>simple features</a:t>
            </a:r>
            <a:r>
              <a:rPr lang="en">
                <a:solidFill>
                  <a:schemeClr val="dk1"/>
                </a:solidFill>
              </a:rPr>
              <a:t>, things like summarization, classification, extractions. Simple things that felt like magic 2 years ago and have now become table stakes</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Then, as products</a:t>
            </a:r>
            <a:r>
              <a:rPr b="1" lang="en">
                <a:solidFill>
                  <a:schemeClr val="dk1"/>
                </a:solidFill>
              </a:rPr>
              <a:t> mature</a:t>
            </a:r>
            <a:r>
              <a:rPr lang="en">
                <a:solidFill>
                  <a:schemeClr val="dk1"/>
                </a:solidFill>
              </a:rPr>
              <a:t> and we got more </a:t>
            </a:r>
            <a:r>
              <a:rPr b="1" lang="en">
                <a:solidFill>
                  <a:schemeClr val="dk1"/>
                </a:solidFill>
              </a:rPr>
              <a:t>creative</a:t>
            </a:r>
            <a:r>
              <a:rPr lang="en">
                <a:solidFill>
                  <a:schemeClr val="dk1"/>
                </a:solidFill>
              </a:rPr>
              <a:t> → one model call was no longer enough → so we started </a:t>
            </a:r>
            <a:r>
              <a:rPr b="1" lang="en">
                <a:solidFill>
                  <a:schemeClr val="dk1"/>
                </a:solidFill>
              </a:rPr>
              <a:t>orchestrating</a:t>
            </a:r>
            <a:r>
              <a:rPr lang="en">
                <a:solidFill>
                  <a:schemeClr val="dk1"/>
                </a:solidFill>
              </a:rPr>
              <a:t> </a:t>
            </a:r>
            <a:r>
              <a:rPr b="1" lang="en">
                <a:solidFill>
                  <a:schemeClr val="dk1"/>
                </a:solidFill>
              </a:rPr>
              <a:t>multiple</a:t>
            </a:r>
            <a:r>
              <a:rPr lang="en">
                <a:solidFill>
                  <a:schemeClr val="dk1"/>
                </a:solidFill>
              </a:rPr>
              <a:t> model calls in </a:t>
            </a:r>
            <a:r>
              <a:rPr b="1" lang="en">
                <a:solidFill>
                  <a:schemeClr val="dk1"/>
                </a:solidFill>
              </a:rPr>
              <a:t>predefined \ control flows</a:t>
            </a:r>
            <a:r>
              <a:rPr lang="en">
                <a:solidFill>
                  <a:schemeClr val="dk1"/>
                </a:solidFill>
              </a:rPr>
              <a:t>. → </a:t>
            </a:r>
            <a:r>
              <a:rPr b="1" lang="en">
                <a:solidFill>
                  <a:schemeClr val="dk1"/>
                </a:solidFill>
              </a:rPr>
              <a:t>cost/latency for performance</a:t>
            </a:r>
            <a:r>
              <a:rPr lang="en">
                <a:solidFill>
                  <a:schemeClr val="dk1"/>
                </a:solidFill>
              </a:rPr>
              <a:t>. </a:t>
            </a:r>
            <a:r>
              <a:rPr b="1" lang="en">
                <a:solidFill>
                  <a:schemeClr val="dk1"/>
                </a:solidFill>
              </a:rPr>
              <a:t>WE called these workflows</a:t>
            </a:r>
            <a:r>
              <a:rPr lang="en">
                <a:solidFill>
                  <a:schemeClr val="dk1"/>
                </a:solidFill>
              </a:rPr>
              <a:t> → beginning of </a:t>
            </a:r>
            <a:r>
              <a:rPr b="1" lang="en">
                <a:solidFill>
                  <a:schemeClr val="dk1"/>
                </a:solidFill>
              </a:rPr>
              <a:t>agentic systems</a:t>
            </a:r>
            <a:endParaRPr b="1">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Now, </a:t>
            </a:r>
            <a:r>
              <a:rPr b="1" lang="en">
                <a:solidFill>
                  <a:schemeClr val="dk1"/>
                </a:solidFill>
              </a:rPr>
              <a:t>models are more capable</a:t>
            </a:r>
            <a:r>
              <a:rPr lang="en">
                <a:solidFill>
                  <a:schemeClr val="dk1"/>
                </a:solidFill>
              </a:rPr>
              <a:t>, and we are seeing more and more domain-specific </a:t>
            </a:r>
            <a:r>
              <a:rPr b="1" lang="en">
                <a:solidFill>
                  <a:schemeClr val="dk1"/>
                </a:solidFill>
              </a:rPr>
              <a:t>agents </a:t>
            </a:r>
            <a:r>
              <a:rPr lang="en">
                <a:solidFill>
                  <a:schemeClr val="dk1"/>
                </a:solidFill>
              </a:rPr>
              <a:t>in production. </a:t>
            </a:r>
            <a:r>
              <a:rPr b="1" lang="en">
                <a:solidFill>
                  <a:schemeClr val="dk1"/>
                </a:solidFill>
              </a:rPr>
              <a:t>Unlike workflows,</a:t>
            </a:r>
            <a:r>
              <a:rPr lang="en">
                <a:solidFill>
                  <a:schemeClr val="dk1"/>
                </a:solidFill>
              </a:rPr>
              <a:t> agents decide their own trajectories and operate independently based on environment feedback. </a:t>
            </a:r>
            <a:r>
              <a:rPr b="1" lang="en">
                <a:solidFill>
                  <a:schemeClr val="dk1"/>
                </a:solidFill>
              </a:rPr>
              <a:t>This is our focus today.</a:t>
            </a:r>
            <a:endParaRPr b="1">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It’s too early to name what the next phase of agentic system look like</a:t>
            </a:r>
            <a:r>
              <a:rPr b="1" lang="en">
                <a:solidFill>
                  <a:schemeClr val="dk1"/>
                </a:solidFill>
              </a:rPr>
              <a:t> in production</a:t>
            </a:r>
            <a:r>
              <a:rPr lang="en">
                <a:solidFill>
                  <a:schemeClr val="dk1"/>
                </a:solidFill>
              </a:rPr>
              <a:t>. Single-agent more </a:t>
            </a:r>
            <a:r>
              <a:rPr b="1" lang="en">
                <a:solidFill>
                  <a:schemeClr val="dk1"/>
                </a:solidFill>
              </a:rPr>
              <a:t>general-purpose and capable. collaboration/delegation</a:t>
            </a:r>
            <a:r>
              <a:rPr lang="en">
                <a:solidFill>
                  <a:schemeClr val="dk1"/>
                </a:solidFill>
              </a:rPr>
              <a:t> in</a:t>
            </a:r>
            <a:r>
              <a:rPr b="1" lang="en">
                <a:solidFill>
                  <a:schemeClr val="dk1"/>
                </a:solidFill>
              </a:rPr>
              <a:t> </a:t>
            </a:r>
            <a:r>
              <a:rPr lang="en">
                <a:solidFill>
                  <a:schemeClr val="dk1"/>
                </a:solidFill>
              </a:rPr>
              <a:t>multi-agent</a:t>
            </a:r>
            <a:r>
              <a:rPr b="1" lang="en">
                <a:solidFill>
                  <a:schemeClr val="dk1"/>
                </a:solidFill>
              </a:rPr>
              <a:t> </a:t>
            </a:r>
            <a:r>
              <a:rPr lang="en">
                <a:solidFill>
                  <a:schemeClr val="dk1"/>
                </a:solidFill>
              </a:rPr>
              <a:t>settings</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The </a:t>
            </a:r>
            <a:r>
              <a:rPr b="1" lang="en">
                <a:solidFill>
                  <a:schemeClr val="dk1"/>
                </a:solidFill>
              </a:rPr>
              <a:t>Broader trend</a:t>
            </a:r>
            <a:r>
              <a:rPr lang="en">
                <a:solidFill>
                  <a:schemeClr val="dk1"/>
                </a:solidFill>
              </a:rPr>
              <a:t> is that: </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b="1" lang="en">
                <a:solidFill>
                  <a:schemeClr val="dk1"/>
                </a:solidFill>
              </a:rPr>
              <a:t>Transition: </a:t>
            </a:r>
            <a:r>
              <a:rPr lang="en">
                <a:solidFill>
                  <a:schemeClr val="dk1"/>
                </a:solidFill>
              </a:rPr>
              <a:t>that brings us to the first idea: </a:t>
            </a:r>
            <a:r>
              <a:rPr b="1" lang="en">
                <a:solidFill>
                  <a:schemeClr val="dk1"/>
                </a:solidFill>
              </a:rPr>
              <a:t>click</a:t>
            </a:r>
            <a:endParaRPr b="1">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5" name="Shape 555"/>
        <p:cNvGrpSpPr/>
        <p:nvPr/>
      </p:nvGrpSpPr>
      <p:grpSpPr>
        <a:xfrm>
          <a:off x="0" y="0"/>
          <a:ext cx="0" cy="0"/>
          <a:chOff x="0" y="0"/>
          <a:chExt cx="0" cy="0"/>
        </a:xfrm>
      </p:grpSpPr>
      <p:sp>
        <p:nvSpPr>
          <p:cNvPr id="556" name="Google Shape;556;g3bcb9876b76_0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57" name="Google Shape;557;g3bcb9876b76_0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1" name="Shape 561"/>
        <p:cNvGrpSpPr/>
        <p:nvPr/>
      </p:nvGrpSpPr>
      <p:grpSpPr>
        <a:xfrm>
          <a:off x="0" y="0"/>
          <a:ext cx="0" cy="0"/>
          <a:chOff x="0" y="0"/>
          <a:chExt cx="0" cy="0"/>
        </a:xfrm>
      </p:grpSpPr>
      <p:sp>
        <p:nvSpPr>
          <p:cNvPr id="562" name="Google Shape;562;g38338fdafb7_0_62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3" name="Google Shape;563;g38338fdafb7_0_62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t/>
            </a:r>
            <a:endParaRPr>
              <a:solidFill>
                <a:schemeClr val="dk1"/>
              </a:solidFill>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0" name="Shape 570"/>
        <p:cNvGrpSpPr/>
        <p:nvPr/>
      </p:nvGrpSpPr>
      <p:grpSpPr>
        <a:xfrm>
          <a:off x="0" y="0"/>
          <a:ext cx="0" cy="0"/>
          <a:chOff x="0" y="0"/>
          <a:chExt cx="0" cy="0"/>
        </a:xfrm>
      </p:grpSpPr>
      <p:sp>
        <p:nvSpPr>
          <p:cNvPr id="571" name="Google Shape;571;g38338fdafb7_0_62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2" name="Google Shape;572;g38338fdafb7_0_62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t/>
            </a:r>
            <a:endParaRPr>
              <a:solidFill>
                <a:schemeClr val="dk1"/>
              </a:solidFill>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7" name="Shape 577"/>
        <p:cNvGrpSpPr/>
        <p:nvPr/>
      </p:nvGrpSpPr>
      <p:grpSpPr>
        <a:xfrm>
          <a:off x="0" y="0"/>
          <a:ext cx="0" cy="0"/>
          <a:chOff x="0" y="0"/>
          <a:chExt cx="0" cy="0"/>
        </a:xfrm>
      </p:grpSpPr>
      <p:sp>
        <p:nvSpPr>
          <p:cNvPr id="578" name="Google Shape;578;g38338fdafb7_0_62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9" name="Google Shape;579;g38338fdafb7_0_62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t/>
            </a:r>
            <a:endParaRPr>
              <a:solidFill>
                <a:schemeClr val="dk1"/>
              </a:solidFill>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4" name="Shape 584"/>
        <p:cNvGrpSpPr/>
        <p:nvPr/>
      </p:nvGrpSpPr>
      <p:grpSpPr>
        <a:xfrm>
          <a:off x="0" y="0"/>
          <a:ext cx="0" cy="0"/>
          <a:chOff x="0" y="0"/>
          <a:chExt cx="0" cy="0"/>
        </a:xfrm>
      </p:grpSpPr>
      <p:sp>
        <p:nvSpPr>
          <p:cNvPr id="585" name="Google Shape;585;g38338fdafb7_0_62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6" name="Google Shape;586;g38338fdafb7_0_62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t/>
            </a:r>
            <a:endParaRPr>
              <a:solidFill>
                <a:schemeClr val="dk1"/>
              </a:solidFill>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1" name="Shape 591"/>
        <p:cNvGrpSpPr/>
        <p:nvPr/>
      </p:nvGrpSpPr>
      <p:grpSpPr>
        <a:xfrm>
          <a:off x="0" y="0"/>
          <a:ext cx="0" cy="0"/>
          <a:chOff x="0" y="0"/>
          <a:chExt cx="0" cy="0"/>
        </a:xfrm>
      </p:grpSpPr>
      <p:sp>
        <p:nvSpPr>
          <p:cNvPr id="592" name="Google Shape;592;g38338fdafb7_0_62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3" name="Google Shape;593;g38338fdafb7_0_62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t/>
            </a:r>
            <a:endParaRPr>
              <a:solidFill>
                <a:schemeClr val="dk1"/>
              </a:solidFill>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8" name="Shape 598"/>
        <p:cNvGrpSpPr/>
        <p:nvPr/>
      </p:nvGrpSpPr>
      <p:grpSpPr>
        <a:xfrm>
          <a:off x="0" y="0"/>
          <a:ext cx="0" cy="0"/>
          <a:chOff x="0" y="0"/>
          <a:chExt cx="0" cy="0"/>
        </a:xfrm>
      </p:grpSpPr>
      <p:sp>
        <p:nvSpPr>
          <p:cNvPr id="599" name="Google Shape;599;g38338fdafb7_0_6306:notes"/>
          <p:cNvSpPr txBox="1"/>
          <p:nvPr>
            <p:ph idx="1" type="body"/>
          </p:nvPr>
        </p:nvSpPr>
        <p:spPr>
          <a:xfrm>
            <a:off x="914400" y="4343400"/>
            <a:ext cx="50292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00" name="Google Shape;600;g38338fdafb7_0_630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5" name="Shape 605"/>
        <p:cNvGrpSpPr/>
        <p:nvPr/>
      </p:nvGrpSpPr>
      <p:grpSpPr>
        <a:xfrm>
          <a:off x="0" y="0"/>
          <a:ext cx="0" cy="0"/>
          <a:chOff x="0" y="0"/>
          <a:chExt cx="0" cy="0"/>
        </a:xfrm>
      </p:grpSpPr>
      <p:sp>
        <p:nvSpPr>
          <p:cNvPr id="606" name="Google Shape;606;g3bcb9876b76_0_9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7" name="Google Shape;607;g3bcb9876b76_0_9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1" name="Shape 611"/>
        <p:cNvGrpSpPr/>
        <p:nvPr/>
      </p:nvGrpSpPr>
      <p:grpSpPr>
        <a:xfrm>
          <a:off x="0" y="0"/>
          <a:ext cx="0" cy="0"/>
          <a:chOff x="0" y="0"/>
          <a:chExt cx="0" cy="0"/>
        </a:xfrm>
      </p:grpSpPr>
      <p:sp>
        <p:nvSpPr>
          <p:cNvPr id="612" name="Google Shape;612;g3bcb9876b76_0_9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13" name="Google Shape;613;g3bcb9876b76_0_9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0" name="Shape 620"/>
        <p:cNvGrpSpPr/>
        <p:nvPr/>
      </p:nvGrpSpPr>
      <p:grpSpPr>
        <a:xfrm>
          <a:off x="0" y="0"/>
          <a:ext cx="0" cy="0"/>
          <a:chOff x="0" y="0"/>
          <a:chExt cx="0" cy="0"/>
        </a:xfrm>
      </p:grpSpPr>
      <p:sp>
        <p:nvSpPr>
          <p:cNvPr id="621" name="Google Shape;621;g3bcb9876b76_0_9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22" name="Google Shape;622;g3bcb9876b76_0_9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9" name="Shape 629"/>
        <p:cNvGrpSpPr/>
        <p:nvPr/>
      </p:nvGrpSpPr>
      <p:grpSpPr>
        <a:xfrm>
          <a:off x="0" y="0"/>
          <a:ext cx="0" cy="0"/>
          <a:chOff x="0" y="0"/>
          <a:chExt cx="0" cy="0"/>
        </a:xfrm>
      </p:grpSpPr>
      <p:sp>
        <p:nvSpPr>
          <p:cNvPr id="630" name="Google Shape;630;g3bcb9876b76_0_9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31" name="Google Shape;631;g3bcb9876b76_0_9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6" name="Shape 636"/>
        <p:cNvGrpSpPr/>
        <p:nvPr/>
      </p:nvGrpSpPr>
      <p:grpSpPr>
        <a:xfrm>
          <a:off x="0" y="0"/>
          <a:ext cx="0" cy="0"/>
          <a:chOff x="0" y="0"/>
          <a:chExt cx="0" cy="0"/>
        </a:xfrm>
      </p:grpSpPr>
      <p:sp>
        <p:nvSpPr>
          <p:cNvPr id="637" name="Google Shape;637;g3be2479b27d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38" name="Google Shape;638;g3be2479b27d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This is your opportunity for the club to build! Feel free to choose one of these to work from or choose your own!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2" name="Shape 642"/>
        <p:cNvGrpSpPr/>
        <p:nvPr/>
      </p:nvGrpSpPr>
      <p:grpSpPr>
        <a:xfrm>
          <a:off x="0" y="0"/>
          <a:ext cx="0" cy="0"/>
          <a:chOff x="0" y="0"/>
          <a:chExt cx="0" cy="0"/>
        </a:xfrm>
      </p:grpSpPr>
      <p:sp>
        <p:nvSpPr>
          <p:cNvPr id="643" name="Google Shape;643;g3bcb9876b76_0_9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4" name="Google Shape;644;g3bcb9876b76_0_9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9" name="Shape 649"/>
        <p:cNvGrpSpPr/>
        <p:nvPr/>
      </p:nvGrpSpPr>
      <p:grpSpPr>
        <a:xfrm>
          <a:off x="0" y="0"/>
          <a:ext cx="0" cy="0"/>
          <a:chOff x="0" y="0"/>
          <a:chExt cx="0" cy="0"/>
        </a:xfrm>
      </p:grpSpPr>
      <p:sp>
        <p:nvSpPr>
          <p:cNvPr id="650" name="Google Shape;650;g3bcb9876b76_0_9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1" name="Google Shape;651;g3bcb9876b76_0_9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6" name="Shape 656"/>
        <p:cNvGrpSpPr/>
        <p:nvPr/>
      </p:nvGrpSpPr>
      <p:grpSpPr>
        <a:xfrm>
          <a:off x="0" y="0"/>
          <a:ext cx="0" cy="0"/>
          <a:chOff x="0" y="0"/>
          <a:chExt cx="0" cy="0"/>
        </a:xfrm>
      </p:grpSpPr>
      <p:sp>
        <p:nvSpPr>
          <p:cNvPr id="657" name="Google Shape;657;g3bcb9876b76_0_9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8" name="Google Shape;658;g3bcb9876b76_0_9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3" name="Shape 663"/>
        <p:cNvGrpSpPr/>
        <p:nvPr/>
      </p:nvGrpSpPr>
      <p:grpSpPr>
        <a:xfrm>
          <a:off x="0" y="0"/>
          <a:ext cx="0" cy="0"/>
          <a:chOff x="0" y="0"/>
          <a:chExt cx="0" cy="0"/>
        </a:xfrm>
      </p:grpSpPr>
      <p:sp>
        <p:nvSpPr>
          <p:cNvPr id="664" name="Google Shape;664;g3bcb9876b76_0_9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65" name="Google Shape;665;g3bcb9876b76_0_9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0" name="Shape 670"/>
        <p:cNvGrpSpPr/>
        <p:nvPr/>
      </p:nvGrpSpPr>
      <p:grpSpPr>
        <a:xfrm>
          <a:off x="0" y="0"/>
          <a:ext cx="0" cy="0"/>
          <a:chOff x="0" y="0"/>
          <a:chExt cx="0" cy="0"/>
        </a:xfrm>
      </p:grpSpPr>
      <p:sp>
        <p:nvSpPr>
          <p:cNvPr id="671" name="Google Shape;671;g3bcb9876b76_0_9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72" name="Google Shape;672;g3bcb9876b76_0_9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7" name="Shape 677"/>
        <p:cNvGrpSpPr/>
        <p:nvPr/>
      </p:nvGrpSpPr>
      <p:grpSpPr>
        <a:xfrm>
          <a:off x="0" y="0"/>
          <a:ext cx="0" cy="0"/>
          <a:chOff x="0" y="0"/>
          <a:chExt cx="0" cy="0"/>
        </a:xfrm>
      </p:grpSpPr>
      <p:sp>
        <p:nvSpPr>
          <p:cNvPr id="678" name="Google Shape;678;g3bcb9876b76_0_9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79" name="Google Shape;679;g3bcb9876b76_0_9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4" name="Shape 684"/>
        <p:cNvGrpSpPr/>
        <p:nvPr/>
      </p:nvGrpSpPr>
      <p:grpSpPr>
        <a:xfrm>
          <a:off x="0" y="0"/>
          <a:ext cx="0" cy="0"/>
          <a:chOff x="0" y="0"/>
          <a:chExt cx="0" cy="0"/>
        </a:xfrm>
      </p:grpSpPr>
      <p:sp>
        <p:nvSpPr>
          <p:cNvPr id="685" name="Google Shape;685;g3be2479b27d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86" name="Google Shape;686;g3be2479b27d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Have students in your club take turns sharing what they created in the last section. </a:t>
            </a:r>
            <a:br>
              <a:rPr lang="en"/>
            </a:br>
            <a:br>
              <a:rPr lang="en"/>
            </a:br>
            <a:r>
              <a:rPr lang="en"/>
              <a:t>Each student should share their screen and take about 60 seconds to demo, followed by 1-2 questions from the audience! Choose how many students should demo based upon the time left in your club. </a:t>
            </a:r>
            <a:br>
              <a:rPr lang="en"/>
            </a:br>
            <a:br>
              <a:rPr lang="en"/>
            </a:br>
            <a:r>
              <a:rPr lang="en"/>
              <a:t>This is a great place to use merch as leverage. Anyone who shares a demo gets Claude merch!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0" name="Shape 690"/>
        <p:cNvGrpSpPr/>
        <p:nvPr/>
      </p:nvGrpSpPr>
      <p:grpSpPr>
        <a:xfrm>
          <a:off x="0" y="0"/>
          <a:ext cx="0" cy="0"/>
          <a:chOff x="0" y="0"/>
          <a:chExt cx="0" cy="0"/>
        </a:xfrm>
      </p:grpSpPr>
      <p:sp>
        <p:nvSpPr>
          <p:cNvPr id="691" name="Google Shape;691;g38338fdafb7_0_63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92" name="Google Shape;692;g38338fdafb7_0_63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6" name="Shape 696"/>
        <p:cNvGrpSpPr/>
        <p:nvPr/>
      </p:nvGrpSpPr>
      <p:grpSpPr>
        <a:xfrm>
          <a:off x="0" y="0"/>
          <a:ext cx="0" cy="0"/>
          <a:chOff x="0" y="0"/>
          <a:chExt cx="0" cy="0"/>
        </a:xfrm>
      </p:grpSpPr>
      <p:sp>
        <p:nvSpPr>
          <p:cNvPr id="697" name="Google Shape;697;g3bcb9876b76_0_9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98" name="Google Shape;698;g3bcb9876b76_0_9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2" name="Shape 702"/>
        <p:cNvGrpSpPr/>
        <p:nvPr/>
      </p:nvGrpSpPr>
      <p:grpSpPr>
        <a:xfrm>
          <a:off x="0" y="0"/>
          <a:ext cx="0" cy="0"/>
          <a:chOff x="0" y="0"/>
          <a:chExt cx="0" cy="0"/>
        </a:xfrm>
      </p:grpSpPr>
      <p:sp>
        <p:nvSpPr>
          <p:cNvPr id="703" name="Google Shape;703;g3bcb9876b76_0_9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4" name="Google Shape;704;g3bcb9876b76_0_9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9" name="Shape 709"/>
        <p:cNvGrpSpPr/>
        <p:nvPr/>
      </p:nvGrpSpPr>
      <p:grpSpPr>
        <a:xfrm>
          <a:off x="0" y="0"/>
          <a:ext cx="0" cy="0"/>
          <a:chOff x="0" y="0"/>
          <a:chExt cx="0" cy="0"/>
        </a:xfrm>
      </p:grpSpPr>
      <p:sp>
        <p:nvSpPr>
          <p:cNvPr id="710" name="Google Shape;710;g3bcb9876b76_0_10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11" name="Google Shape;711;g3bcb9876b76_0_10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6" name="Shape 716"/>
        <p:cNvGrpSpPr/>
        <p:nvPr/>
      </p:nvGrpSpPr>
      <p:grpSpPr>
        <a:xfrm>
          <a:off x="0" y="0"/>
          <a:ext cx="0" cy="0"/>
          <a:chOff x="0" y="0"/>
          <a:chExt cx="0" cy="0"/>
        </a:xfrm>
      </p:grpSpPr>
      <p:sp>
        <p:nvSpPr>
          <p:cNvPr id="717" name="Google Shape;717;g3bcb9876b76_0_9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18" name="Google Shape;718;g3bcb9876b76_0_9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3" name="Shape 723"/>
        <p:cNvGrpSpPr/>
        <p:nvPr/>
      </p:nvGrpSpPr>
      <p:grpSpPr>
        <a:xfrm>
          <a:off x="0" y="0"/>
          <a:ext cx="0" cy="0"/>
          <a:chOff x="0" y="0"/>
          <a:chExt cx="0" cy="0"/>
        </a:xfrm>
      </p:grpSpPr>
      <p:sp>
        <p:nvSpPr>
          <p:cNvPr id="724" name="Google Shape;724;g3bcb9876b76_0_10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5" name="Google Shape;725;g3bcb9876b76_0_10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0" name="Shape 730"/>
        <p:cNvGrpSpPr/>
        <p:nvPr/>
      </p:nvGrpSpPr>
      <p:grpSpPr>
        <a:xfrm>
          <a:off x="0" y="0"/>
          <a:ext cx="0" cy="0"/>
          <a:chOff x="0" y="0"/>
          <a:chExt cx="0" cy="0"/>
        </a:xfrm>
      </p:grpSpPr>
      <p:sp>
        <p:nvSpPr>
          <p:cNvPr id="731" name="Google Shape;731;g3bcb9876b76_0_10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32" name="Google Shape;732;g3bcb9876b76_0_10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7" name="Shape 737"/>
        <p:cNvGrpSpPr/>
        <p:nvPr/>
      </p:nvGrpSpPr>
      <p:grpSpPr>
        <a:xfrm>
          <a:off x="0" y="0"/>
          <a:ext cx="0" cy="0"/>
          <a:chOff x="0" y="0"/>
          <a:chExt cx="0" cy="0"/>
        </a:xfrm>
      </p:grpSpPr>
      <p:sp>
        <p:nvSpPr>
          <p:cNvPr id="738" name="Google Shape;738;g3bcb9876b76_0_10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39" name="Google Shape;739;g3bcb9876b76_0_10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4" name="Shape 744"/>
        <p:cNvGrpSpPr/>
        <p:nvPr/>
      </p:nvGrpSpPr>
      <p:grpSpPr>
        <a:xfrm>
          <a:off x="0" y="0"/>
          <a:ext cx="0" cy="0"/>
          <a:chOff x="0" y="0"/>
          <a:chExt cx="0" cy="0"/>
        </a:xfrm>
      </p:grpSpPr>
      <p:sp>
        <p:nvSpPr>
          <p:cNvPr id="745" name="Google Shape;745;g3bcb9876b76_0_10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46" name="Google Shape;746;g3bcb9876b76_0_10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1" name="Shape 751"/>
        <p:cNvGrpSpPr/>
        <p:nvPr/>
      </p:nvGrpSpPr>
      <p:grpSpPr>
        <a:xfrm>
          <a:off x="0" y="0"/>
          <a:ext cx="0" cy="0"/>
          <a:chOff x="0" y="0"/>
          <a:chExt cx="0" cy="0"/>
        </a:xfrm>
      </p:grpSpPr>
      <p:sp>
        <p:nvSpPr>
          <p:cNvPr id="752" name="Google Shape;752;g3bcb9876b76_0_10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53" name="Google Shape;753;g3bcb9876b76_0_10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8" name="Shape 758"/>
        <p:cNvGrpSpPr/>
        <p:nvPr/>
      </p:nvGrpSpPr>
      <p:grpSpPr>
        <a:xfrm>
          <a:off x="0" y="0"/>
          <a:ext cx="0" cy="0"/>
          <a:chOff x="0" y="0"/>
          <a:chExt cx="0" cy="0"/>
        </a:xfrm>
      </p:grpSpPr>
      <p:sp>
        <p:nvSpPr>
          <p:cNvPr id="759" name="Google Shape;759;g3bcb9876b76_0_10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0" name="Google Shape;760;g3bcb9876b76_0_10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5" name="Shape 765"/>
        <p:cNvGrpSpPr/>
        <p:nvPr/>
      </p:nvGrpSpPr>
      <p:grpSpPr>
        <a:xfrm>
          <a:off x="0" y="0"/>
          <a:ext cx="0" cy="0"/>
          <a:chOff x="0" y="0"/>
          <a:chExt cx="0" cy="0"/>
        </a:xfrm>
      </p:grpSpPr>
      <p:sp>
        <p:nvSpPr>
          <p:cNvPr id="766" name="Google Shape;766;g3bcb9876b76_0_9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7" name="Google Shape;767;g3bcb9876b76_0_9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2" name="Shape 772"/>
        <p:cNvGrpSpPr/>
        <p:nvPr/>
      </p:nvGrpSpPr>
      <p:grpSpPr>
        <a:xfrm>
          <a:off x="0" y="0"/>
          <a:ext cx="0" cy="0"/>
          <a:chOff x="0" y="0"/>
          <a:chExt cx="0" cy="0"/>
        </a:xfrm>
      </p:grpSpPr>
      <p:sp>
        <p:nvSpPr>
          <p:cNvPr id="773" name="Google Shape;773;g3bcb9876b76_0_10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74" name="Google Shape;774;g3bcb9876b76_0_10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9" name="Shape 779"/>
        <p:cNvGrpSpPr/>
        <p:nvPr/>
      </p:nvGrpSpPr>
      <p:grpSpPr>
        <a:xfrm>
          <a:off x="0" y="0"/>
          <a:ext cx="0" cy="0"/>
          <a:chOff x="0" y="0"/>
          <a:chExt cx="0" cy="0"/>
        </a:xfrm>
      </p:grpSpPr>
      <p:sp>
        <p:nvSpPr>
          <p:cNvPr id="780" name="Google Shape;780;g3bcb9876b76_0_108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81" name="Google Shape;781;g3bcb9876b76_0_10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1" name="Shape 791"/>
        <p:cNvGrpSpPr/>
        <p:nvPr/>
      </p:nvGrpSpPr>
      <p:grpSpPr>
        <a:xfrm>
          <a:off x="0" y="0"/>
          <a:ext cx="0" cy="0"/>
          <a:chOff x="0" y="0"/>
          <a:chExt cx="0" cy="0"/>
        </a:xfrm>
      </p:grpSpPr>
      <p:sp>
        <p:nvSpPr>
          <p:cNvPr id="792" name="Google Shape;792;g3bcb9876b76_0_10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93" name="Google Shape;793;g3bcb9876b76_0_10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7" name="Shape 797"/>
        <p:cNvGrpSpPr/>
        <p:nvPr/>
      </p:nvGrpSpPr>
      <p:grpSpPr>
        <a:xfrm>
          <a:off x="0" y="0"/>
          <a:ext cx="0" cy="0"/>
          <a:chOff x="0" y="0"/>
          <a:chExt cx="0" cy="0"/>
        </a:xfrm>
      </p:grpSpPr>
      <p:sp>
        <p:nvSpPr>
          <p:cNvPr id="798" name="Google Shape;798;g3bcb9876b76_0_11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99" name="Google Shape;799;g3bcb9876b76_0_11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Let’s first do with a</a:t>
            </a:r>
            <a:r>
              <a:rPr b="1" lang="en">
                <a:solidFill>
                  <a:schemeClr val="dk1"/>
                </a:solidFill>
              </a:rPr>
              <a:t> recap</a:t>
            </a:r>
            <a:r>
              <a:rPr lang="en">
                <a:solidFill>
                  <a:schemeClr val="dk1"/>
                </a:solidFill>
              </a:rPr>
              <a:t> </a:t>
            </a:r>
            <a:r>
              <a:rPr b="1" lang="en">
                <a:solidFill>
                  <a:schemeClr val="dk1"/>
                </a:solidFill>
              </a:rPr>
              <a:t>on how we got here</a:t>
            </a:r>
            <a:endParaRPr b="1">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Most of us started by building </a:t>
            </a:r>
            <a:r>
              <a:rPr b="1" lang="en">
                <a:solidFill>
                  <a:schemeClr val="dk1"/>
                </a:solidFill>
              </a:rPr>
              <a:t>simple features</a:t>
            </a:r>
            <a:r>
              <a:rPr lang="en">
                <a:solidFill>
                  <a:schemeClr val="dk1"/>
                </a:solidFill>
              </a:rPr>
              <a:t>, things like summarization, classification, extractions. Simple things that felt like magic 2 years ago and have now become table stakes</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Then, as products</a:t>
            </a:r>
            <a:r>
              <a:rPr b="1" lang="en">
                <a:solidFill>
                  <a:schemeClr val="dk1"/>
                </a:solidFill>
              </a:rPr>
              <a:t> mature</a:t>
            </a:r>
            <a:r>
              <a:rPr lang="en">
                <a:solidFill>
                  <a:schemeClr val="dk1"/>
                </a:solidFill>
              </a:rPr>
              <a:t> and we got more </a:t>
            </a:r>
            <a:r>
              <a:rPr b="1" lang="en">
                <a:solidFill>
                  <a:schemeClr val="dk1"/>
                </a:solidFill>
              </a:rPr>
              <a:t>creative</a:t>
            </a:r>
            <a:r>
              <a:rPr lang="en">
                <a:solidFill>
                  <a:schemeClr val="dk1"/>
                </a:solidFill>
              </a:rPr>
              <a:t> → one model call was no longer enough → so we started </a:t>
            </a:r>
            <a:r>
              <a:rPr b="1" lang="en">
                <a:solidFill>
                  <a:schemeClr val="dk1"/>
                </a:solidFill>
              </a:rPr>
              <a:t>orchestrating</a:t>
            </a:r>
            <a:r>
              <a:rPr lang="en">
                <a:solidFill>
                  <a:schemeClr val="dk1"/>
                </a:solidFill>
              </a:rPr>
              <a:t> </a:t>
            </a:r>
            <a:r>
              <a:rPr b="1" lang="en">
                <a:solidFill>
                  <a:schemeClr val="dk1"/>
                </a:solidFill>
              </a:rPr>
              <a:t>multiple</a:t>
            </a:r>
            <a:r>
              <a:rPr lang="en">
                <a:solidFill>
                  <a:schemeClr val="dk1"/>
                </a:solidFill>
              </a:rPr>
              <a:t> model calls in </a:t>
            </a:r>
            <a:r>
              <a:rPr b="1" lang="en">
                <a:solidFill>
                  <a:schemeClr val="dk1"/>
                </a:solidFill>
              </a:rPr>
              <a:t>predefined \ control flows</a:t>
            </a:r>
            <a:r>
              <a:rPr lang="en">
                <a:solidFill>
                  <a:schemeClr val="dk1"/>
                </a:solidFill>
              </a:rPr>
              <a:t>. → </a:t>
            </a:r>
            <a:r>
              <a:rPr b="1" lang="en">
                <a:solidFill>
                  <a:schemeClr val="dk1"/>
                </a:solidFill>
              </a:rPr>
              <a:t>cost/latency for performance</a:t>
            </a:r>
            <a:r>
              <a:rPr lang="en">
                <a:solidFill>
                  <a:schemeClr val="dk1"/>
                </a:solidFill>
              </a:rPr>
              <a:t>. </a:t>
            </a:r>
            <a:r>
              <a:rPr b="1" lang="en">
                <a:solidFill>
                  <a:schemeClr val="dk1"/>
                </a:solidFill>
              </a:rPr>
              <a:t>WE called these workflows</a:t>
            </a:r>
            <a:r>
              <a:rPr lang="en">
                <a:solidFill>
                  <a:schemeClr val="dk1"/>
                </a:solidFill>
              </a:rPr>
              <a:t> → beginning of </a:t>
            </a:r>
            <a:r>
              <a:rPr b="1" lang="en">
                <a:solidFill>
                  <a:schemeClr val="dk1"/>
                </a:solidFill>
              </a:rPr>
              <a:t>agentic systems</a:t>
            </a:r>
            <a:endParaRPr b="1">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Now, </a:t>
            </a:r>
            <a:r>
              <a:rPr b="1" lang="en">
                <a:solidFill>
                  <a:schemeClr val="dk1"/>
                </a:solidFill>
              </a:rPr>
              <a:t>models are more capable</a:t>
            </a:r>
            <a:r>
              <a:rPr lang="en">
                <a:solidFill>
                  <a:schemeClr val="dk1"/>
                </a:solidFill>
              </a:rPr>
              <a:t>, and we are seeing more and more domain-specific </a:t>
            </a:r>
            <a:r>
              <a:rPr b="1" lang="en">
                <a:solidFill>
                  <a:schemeClr val="dk1"/>
                </a:solidFill>
              </a:rPr>
              <a:t>agents </a:t>
            </a:r>
            <a:r>
              <a:rPr lang="en">
                <a:solidFill>
                  <a:schemeClr val="dk1"/>
                </a:solidFill>
              </a:rPr>
              <a:t>in production. </a:t>
            </a:r>
            <a:r>
              <a:rPr b="1" lang="en">
                <a:solidFill>
                  <a:schemeClr val="dk1"/>
                </a:solidFill>
              </a:rPr>
              <a:t>Unlike workflows,</a:t>
            </a:r>
            <a:r>
              <a:rPr lang="en">
                <a:solidFill>
                  <a:schemeClr val="dk1"/>
                </a:solidFill>
              </a:rPr>
              <a:t> agents decide their own trajectories and operate independently based on environment feedback. </a:t>
            </a:r>
            <a:r>
              <a:rPr b="1" lang="en">
                <a:solidFill>
                  <a:schemeClr val="dk1"/>
                </a:solidFill>
              </a:rPr>
              <a:t>This is our focus today.</a:t>
            </a:r>
            <a:endParaRPr b="1">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It’s too early to name what the next phase of agentic system look like</a:t>
            </a:r>
            <a:r>
              <a:rPr b="1" lang="en">
                <a:solidFill>
                  <a:schemeClr val="dk1"/>
                </a:solidFill>
              </a:rPr>
              <a:t> in production</a:t>
            </a:r>
            <a:r>
              <a:rPr lang="en">
                <a:solidFill>
                  <a:schemeClr val="dk1"/>
                </a:solidFill>
              </a:rPr>
              <a:t>. Single-agent more </a:t>
            </a:r>
            <a:r>
              <a:rPr b="1" lang="en">
                <a:solidFill>
                  <a:schemeClr val="dk1"/>
                </a:solidFill>
              </a:rPr>
              <a:t>general-purpose and capable. collaboration/delegation</a:t>
            </a:r>
            <a:r>
              <a:rPr lang="en">
                <a:solidFill>
                  <a:schemeClr val="dk1"/>
                </a:solidFill>
              </a:rPr>
              <a:t> in</a:t>
            </a:r>
            <a:r>
              <a:rPr b="1" lang="en">
                <a:solidFill>
                  <a:schemeClr val="dk1"/>
                </a:solidFill>
              </a:rPr>
              <a:t> </a:t>
            </a:r>
            <a:r>
              <a:rPr lang="en">
                <a:solidFill>
                  <a:schemeClr val="dk1"/>
                </a:solidFill>
              </a:rPr>
              <a:t>multi-agent</a:t>
            </a:r>
            <a:r>
              <a:rPr b="1" lang="en">
                <a:solidFill>
                  <a:schemeClr val="dk1"/>
                </a:solidFill>
              </a:rPr>
              <a:t> </a:t>
            </a:r>
            <a:r>
              <a:rPr lang="en">
                <a:solidFill>
                  <a:schemeClr val="dk1"/>
                </a:solidFill>
              </a:rPr>
              <a:t>settings</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The </a:t>
            </a:r>
            <a:r>
              <a:rPr b="1" lang="en">
                <a:solidFill>
                  <a:schemeClr val="dk1"/>
                </a:solidFill>
              </a:rPr>
              <a:t>Broader trend</a:t>
            </a:r>
            <a:r>
              <a:rPr lang="en">
                <a:solidFill>
                  <a:schemeClr val="dk1"/>
                </a:solidFill>
              </a:rPr>
              <a:t> is that: </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b="1" lang="en">
                <a:solidFill>
                  <a:schemeClr val="dk1"/>
                </a:solidFill>
              </a:rPr>
              <a:t>Transition: </a:t>
            </a:r>
            <a:r>
              <a:rPr lang="en">
                <a:solidFill>
                  <a:schemeClr val="dk1"/>
                </a:solidFill>
              </a:rPr>
              <a:t>that brings us to the first idea: </a:t>
            </a:r>
            <a:r>
              <a:rPr b="1" lang="en">
                <a:solidFill>
                  <a:schemeClr val="dk1"/>
                </a:solidFill>
              </a:rPr>
              <a:t>click</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6" name="Shape 806"/>
        <p:cNvGrpSpPr/>
        <p:nvPr/>
      </p:nvGrpSpPr>
      <p:grpSpPr>
        <a:xfrm>
          <a:off x="0" y="0"/>
          <a:ext cx="0" cy="0"/>
          <a:chOff x="0" y="0"/>
          <a:chExt cx="0" cy="0"/>
        </a:xfrm>
      </p:grpSpPr>
      <p:sp>
        <p:nvSpPr>
          <p:cNvPr id="807" name="Google Shape;807;g3bcb9876b76_0_11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08" name="Google Shape;808;g3bcb9876b76_0_11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0" name="Shape 820"/>
        <p:cNvGrpSpPr/>
        <p:nvPr/>
      </p:nvGrpSpPr>
      <p:grpSpPr>
        <a:xfrm>
          <a:off x="0" y="0"/>
          <a:ext cx="0" cy="0"/>
          <a:chOff x="0" y="0"/>
          <a:chExt cx="0" cy="0"/>
        </a:xfrm>
      </p:grpSpPr>
      <p:sp>
        <p:nvSpPr>
          <p:cNvPr id="821" name="Google Shape;821;g3bcb9876b76_0_88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2" name="Google Shape;822;g3bcb9876b76_0_8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7" name="Shape 827"/>
        <p:cNvGrpSpPr/>
        <p:nvPr/>
      </p:nvGrpSpPr>
      <p:grpSpPr>
        <a:xfrm>
          <a:off x="0" y="0"/>
          <a:ext cx="0" cy="0"/>
          <a:chOff x="0" y="0"/>
          <a:chExt cx="0" cy="0"/>
        </a:xfrm>
      </p:grpSpPr>
      <p:sp>
        <p:nvSpPr>
          <p:cNvPr id="828" name="Google Shape;828;g38338fdafb7_0_45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9" name="Google Shape;829;g38338fdafb7_0_45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4" name="Shape 834"/>
        <p:cNvGrpSpPr/>
        <p:nvPr/>
      </p:nvGrpSpPr>
      <p:grpSpPr>
        <a:xfrm>
          <a:off x="0" y="0"/>
          <a:ext cx="0" cy="0"/>
          <a:chOff x="0" y="0"/>
          <a:chExt cx="0" cy="0"/>
        </a:xfrm>
      </p:grpSpPr>
      <p:sp>
        <p:nvSpPr>
          <p:cNvPr id="835" name="Google Shape;835;g3bcb9876b76_0_11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36" name="Google Shape;836;g3bcb9876b76_0_11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1" name="Shape 841"/>
        <p:cNvGrpSpPr/>
        <p:nvPr/>
      </p:nvGrpSpPr>
      <p:grpSpPr>
        <a:xfrm>
          <a:off x="0" y="0"/>
          <a:ext cx="0" cy="0"/>
          <a:chOff x="0" y="0"/>
          <a:chExt cx="0" cy="0"/>
        </a:xfrm>
      </p:grpSpPr>
      <p:sp>
        <p:nvSpPr>
          <p:cNvPr id="842" name="Google Shape;842;g3bcb9876b76_0_11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43" name="Google Shape;843;g3bcb9876b76_0_11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8" name="Shape 848"/>
        <p:cNvGrpSpPr/>
        <p:nvPr/>
      </p:nvGrpSpPr>
      <p:grpSpPr>
        <a:xfrm>
          <a:off x="0" y="0"/>
          <a:ext cx="0" cy="0"/>
          <a:chOff x="0" y="0"/>
          <a:chExt cx="0" cy="0"/>
        </a:xfrm>
      </p:grpSpPr>
      <p:sp>
        <p:nvSpPr>
          <p:cNvPr id="849" name="Google Shape;849;g3bcb9876b76_0_11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50" name="Google Shape;850;g3bcb9876b76_0_11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5" name="Shape 855"/>
        <p:cNvGrpSpPr/>
        <p:nvPr/>
      </p:nvGrpSpPr>
      <p:grpSpPr>
        <a:xfrm>
          <a:off x="0" y="0"/>
          <a:ext cx="0" cy="0"/>
          <a:chOff x="0" y="0"/>
          <a:chExt cx="0" cy="0"/>
        </a:xfrm>
      </p:grpSpPr>
      <p:sp>
        <p:nvSpPr>
          <p:cNvPr id="856" name="Google Shape;856;g3bcb9876b76_0_11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57" name="Google Shape;857;g3bcb9876b76_0_11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4" name="Shape 864"/>
        <p:cNvGrpSpPr/>
        <p:nvPr/>
      </p:nvGrpSpPr>
      <p:grpSpPr>
        <a:xfrm>
          <a:off x="0" y="0"/>
          <a:ext cx="0" cy="0"/>
          <a:chOff x="0" y="0"/>
          <a:chExt cx="0" cy="0"/>
        </a:xfrm>
      </p:grpSpPr>
      <p:sp>
        <p:nvSpPr>
          <p:cNvPr id="865" name="Google Shape;865;g3bcb9876b76_0_11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66" name="Google Shape;866;g3bcb9876b76_0_11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1" name="Shape 871"/>
        <p:cNvGrpSpPr/>
        <p:nvPr/>
      </p:nvGrpSpPr>
      <p:grpSpPr>
        <a:xfrm>
          <a:off x="0" y="0"/>
          <a:ext cx="0" cy="0"/>
          <a:chOff x="0" y="0"/>
          <a:chExt cx="0" cy="0"/>
        </a:xfrm>
      </p:grpSpPr>
      <p:sp>
        <p:nvSpPr>
          <p:cNvPr id="872" name="Google Shape;872;g3bcb9876b76_0_118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73" name="Google Shape;873;g3bcb9876b76_0_11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8" name="Shape 878"/>
        <p:cNvGrpSpPr/>
        <p:nvPr/>
      </p:nvGrpSpPr>
      <p:grpSpPr>
        <a:xfrm>
          <a:off x="0" y="0"/>
          <a:ext cx="0" cy="0"/>
          <a:chOff x="0" y="0"/>
          <a:chExt cx="0" cy="0"/>
        </a:xfrm>
      </p:grpSpPr>
      <p:sp>
        <p:nvSpPr>
          <p:cNvPr id="879" name="Google Shape;879;g3bcb9876b76_0_11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80" name="Google Shape;880;g3bcb9876b76_0_11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5" name="Shape 885"/>
        <p:cNvGrpSpPr/>
        <p:nvPr/>
      </p:nvGrpSpPr>
      <p:grpSpPr>
        <a:xfrm>
          <a:off x="0" y="0"/>
          <a:ext cx="0" cy="0"/>
          <a:chOff x="0" y="0"/>
          <a:chExt cx="0" cy="0"/>
        </a:xfrm>
      </p:grpSpPr>
      <p:sp>
        <p:nvSpPr>
          <p:cNvPr id="886" name="Google Shape;886;g3bcb9876b76_0_12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87" name="Google Shape;887;g3bcb9876b76_0_12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3" name="Shape 893"/>
        <p:cNvGrpSpPr/>
        <p:nvPr/>
      </p:nvGrpSpPr>
      <p:grpSpPr>
        <a:xfrm>
          <a:off x="0" y="0"/>
          <a:ext cx="0" cy="0"/>
          <a:chOff x="0" y="0"/>
          <a:chExt cx="0" cy="0"/>
        </a:xfrm>
      </p:grpSpPr>
      <p:sp>
        <p:nvSpPr>
          <p:cNvPr id="894" name="Google Shape;894;g3bcb9876b76_0_12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95" name="Google Shape;895;g3bcb9876b76_0_12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9" name="Shape 899"/>
        <p:cNvGrpSpPr/>
        <p:nvPr/>
      </p:nvGrpSpPr>
      <p:grpSpPr>
        <a:xfrm>
          <a:off x="0" y="0"/>
          <a:ext cx="0" cy="0"/>
          <a:chOff x="0" y="0"/>
          <a:chExt cx="0" cy="0"/>
        </a:xfrm>
      </p:grpSpPr>
      <p:sp>
        <p:nvSpPr>
          <p:cNvPr id="900" name="Google Shape;900;g3bcb9876b76_0_12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01" name="Google Shape;901;g3bcb9876b76_0_12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3" name="Shape 903"/>
        <p:cNvGrpSpPr/>
        <p:nvPr/>
      </p:nvGrpSpPr>
      <p:grpSpPr>
        <a:xfrm>
          <a:off x="0" y="0"/>
          <a:ext cx="0" cy="0"/>
          <a:chOff x="0" y="0"/>
          <a:chExt cx="0" cy="0"/>
        </a:xfrm>
      </p:grpSpPr>
      <p:sp>
        <p:nvSpPr>
          <p:cNvPr id="904" name="Google Shape;904;g3c2dee7c643_0_10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05" name="Google Shape;905;g3c2dee7c643_0_10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0" name="Shape 910"/>
        <p:cNvGrpSpPr/>
        <p:nvPr/>
      </p:nvGrpSpPr>
      <p:grpSpPr>
        <a:xfrm>
          <a:off x="0" y="0"/>
          <a:ext cx="0" cy="0"/>
          <a:chOff x="0" y="0"/>
          <a:chExt cx="0" cy="0"/>
        </a:xfrm>
      </p:grpSpPr>
      <p:sp>
        <p:nvSpPr>
          <p:cNvPr id="911" name="Google Shape;911;g3c2dee7c643_0_10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12" name="Google Shape;912;g3c2dee7c643_0_10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7" name="Shape 917"/>
        <p:cNvGrpSpPr/>
        <p:nvPr/>
      </p:nvGrpSpPr>
      <p:grpSpPr>
        <a:xfrm>
          <a:off x="0" y="0"/>
          <a:ext cx="0" cy="0"/>
          <a:chOff x="0" y="0"/>
          <a:chExt cx="0" cy="0"/>
        </a:xfrm>
      </p:grpSpPr>
      <p:sp>
        <p:nvSpPr>
          <p:cNvPr id="918" name="Google Shape;918;g3c2dee7c643_0_10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19" name="Google Shape;919;g3c2dee7c643_0_10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4" name="Shape 924"/>
        <p:cNvGrpSpPr/>
        <p:nvPr/>
      </p:nvGrpSpPr>
      <p:grpSpPr>
        <a:xfrm>
          <a:off x="0" y="0"/>
          <a:ext cx="0" cy="0"/>
          <a:chOff x="0" y="0"/>
          <a:chExt cx="0" cy="0"/>
        </a:xfrm>
      </p:grpSpPr>
      <p:sp>
        <p:nvSpPr>
          <p:cNvPr id="925" name="Google Shape;925;g3c2dee7c643_0_10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26" name="Google Shape;926;g3c2dee7c643_0_10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9" name="Shape 949"/>
        <p:cNvGrpSpPr/>
        <p:nvPr/>
      </p:nvGrpSpPr>
      <p:grpSpPr>
        <a:xfrm>
          <a:off x="0" y="0"/>
          <a:ext cx="0" cy="0"/>
          <a:chOff x="0" y="0"/>
          <a:chExt cx="0" cy="0"/>
        </a:xfrm>
      </p:grpSpPr>
      <p:sp>
        <p:nvSpPr>
          <p:cNvPr id="950" name="Google Shape;950;g3c2dee7c643_0_10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51" name="Google Shape;951;g3c2dee7c643_0_10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6" name="Shape 956"/>
        <p:cNvGrpSpPr/>
        <p:nvPr/>
      </p:nvGrpSpPr>
      <p:grpSpPr>
        <a:xfrm>
          <a:off x="0" y="0"/>
          <a:ext cx="0" cy="0"/>
          <a:chOff x="0" y="0"/>
          <a:chExt cx="0" cy="0"/>
        </a:xfrm>
      </p:grpSpPr>
      <p:sp>
        <p:nvSpPr>
          <p:cNvPr id="957" name="Google Shape;957;g3c2dee7c643_0_10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58" name="Google Shape;958;g3c2dee7c643_0_10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4" name="Shape 964"/>
        <p:cNvGrpSpPr/>
        <p:nvPr/>
      </p:nvGrpSpPr>
      <p:grpSpPr>
        <a:xfrm>
          <a:off x="0" y="0"/>
          <a:ext cx="0" cy="0"/>
          <a:chOff x="0" y="0"/>
          <a:chExt cx="0" cy="0"/>
        </a:xfrm>
      </p:grpSpPr>
      <p:sp>
        <p:nvSpPr>
          <p:cNvPr id="965" name="Google Shape;965;g3c2dee7c643_0_10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66" name="Google Shape;966;g3c2dee7c643_0_10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2" name="Shape 972"/>
        <p:cNvGrpSpPr/>
        <p:nvPr/>
      </p:nvGrpSpPr>
      <p:grpSpPr>
        <a:xfrm>
          <a:off x="0" y="0"/>
          <a:ext cx="0" cy="0"/>
          <a:chOff x="0" y="0"/>
          <a:chExt cx="0" cy="0"/>
        </a:xfrm>
      </p:grpSpPr>
      <p:sp>
        <p:nvSpPr>
          <p:cNvPr id="973" name="Google Shape;973;g3c2dee7c643_0_10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74" name="Google Shape;974;g3c2dee7c643_0_10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0" name="Shape 980"/>
        <p:cNvGrpSpPr/>
        <p:nvPr/>
      </p:nvGrpSpPr>
      <p:grpSpPr>
        <a:xfrm>
          <a:off x="0" y="0"/>
          <a:ext cx="0" cy="0"/>
          <a:chOff x="0" y="0"/>
          <a:chExt cx="0" cy="0"/>
        </a:xfrm>
      </p:grpSpPr>
      <p:sp>
        <p:nvSpPr>
          <p:cNvPr id="981" name="Google Shape;981;g3c2dee7c643_0_10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82" name="Google Shape;982;g3c2dee7c643_0_10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9" name="Shape 989"/>
        <p:cNvGrpSpPr/>
        <p:nvPr/>
      </p:nvGrpSpPr>
      <p:grpSpPr>
        <a:xfrm>
          <a:off x="0" y="0"/>
          <a:ext cx="0" cy="0"/>
          <a:chOff x="0" y="0"/>
          <a:chExt cx="0" cy="0"/>
        </a:xfrm>
      </p:grpSpPr>
      <p:sp>
        <p:nvSpPr>
          <p:cNvPr id="990" name="Google Shape;990;g3c2dee7c643_0_11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91" name="Google Shape;991;g3c2dee7c643_0_11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8" name="Shape 998"/>
        <p:cNvGrpSpPr/>
        <p:nvPr/>
      </p:nvGrpSpPr>
      <p:grpSpPr>
        <a:xfrm>
          <a:off x="0" y="0"/>
          <a:ext cx="0" cy="0"/>
          <a:chOff x="0" y="0"/>
          <a:chExt cx="0" cy="0"/>
        </a:xfrm>
      </p:grpSpPr>
      <p:sp>
        <p:nvSpPr>
          <p:cNvPr id="999" name="Google Shape;999;g3c2dee7c643_0_11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00" name="Google Shape;1000;g3c2dee7c643_0_11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7" name="Shape 1007"/>
        <p:cNvGrpSpPr/>
        <p:nvPr/>
      </p:nvGrpSpPr>
      <p:grpSpPr>
        <a:xfrm>
          <a:off x="0" y="0"/>
          <a:ext cx="0" cy="0"/>
          <a:chOff x="0" y="0"/>
          <a:chExt cx="0" cy="0"/>
        </a:xfrm>
      </p:grpSpPr>
      <p:sp>
        <p:nvSpPr>
          <p:cNvPr id="1008" name="Google Shape;1008;g3c2dee7c643_0_11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09" name="Google Shape;1009;g3c2dee7c643_0_11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4" name="Shape 1014"/>
        <p:cNvGrpSpPr/>
        <p:nvPr/>
      </p:nvGrpSpPr>
      <p:grpSpPr>
        <a:xfrm>
          <a:off x="0" y="0"/>
          <a:ext cx="0" cy="0"/>
          <a:chOff x="0" y="0"/>
          <a:chExt cx="0" cy="0"/>
        </a:xfrm>
      </p:grpSpPr>
      <p:sp>
        <p:nvSpPr>
          <p:cNvPr id="1015" name="Google Shape;1015;g3c2dee7c643_0_11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16" name="Google Shape;1016;g3c2dee7c643_0_11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1" name="Shape 1021"/>
        <p:cNvGrpSpPr/>
        <p:nvPr/>
      </p:nvGrpSpPr>
      <p:grpSpPr>
        <a:xfrm>
          <a:off x="0" y="0"/>
          <a:ext cx="0" cy="0"/>
          <a:chOff x="0" y="0"/>
          <a:chExt cx="0" cy="0"/>
        </a:xfrm>
      </p:grpSpPr>
      <p:sp>
        <p:nvSpPr>
          <p:cNvPr id="1022" name="Google Shape;1022;g3c2dee7c643_0_11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23" name="Google Shape;1023;g3c2dee7c643_0_11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7" name="Shape 1027"/>
        <p:cNvGrpSpPr/>
        <p:nvPr/>
      </p:nvGrpSpPr>
      <p:grpSpPr>
        <a:xfrm>
          <a:off x="0" y="0"/>
          <a:ext cx="0" cy="0"/>
          <a:chOff x="0" y="0"/>
          <a:chExt cx="0" cy="0"/>
        </a:xfrm>
      </p:grpSpPr>
      <p:sp>
        <p:nvSpPr>
          <p:cNvPr id="1028" name="Google Shape;1028;g3c2dee7c643_0_11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29" name="Google Shape;1029;g3c2dee7c643_0_11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6" name="Shape 1036"/>
        <p:cNvGrpSpPr/>
        <p:nvPr/>
      </p:nvGrpSpPr>
      <p:grpSpPr>
        <a:xfrm>
          <a:off x="0" y="0"/>
          <a:ext cx="0" cy="0"/>
          <a:chOff x="0" y="0"/>
          <a:chExt cx="0" cy="0"/>
        </a:xfrm>
      </p:grpSpPr>
      <p:sp>
        <p:nvSpPr>
          <p:cNvPr id="1037" name="Google Shape;1037;g3c2dee7c643_0_11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38" name="Google Shape;1038;g3c2dee7c643_0_11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3" name="Shape 1043"/>
        <p:cNvGrpSpPr/>
        <p:nvPr/>
      </p:nvGrpSpPr>
      <p:grpSpPr>
        <a:xfrm>
          <a:off x="0" y="0"/>
          <a:ext cx="0" cy="0"/>
          <a:chOff x="0" y="0"/>
          <a:chExt cx="0" cy="0"/>
        </a:xfrm>
      </p:grpSpPr>
      <p:sp>
        <p:nvSpPr>
          <p:cNvPr id="1044" name="Google Shape;1044;g3c2dee7c643_0_11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45" name="Google Shape;1045;g3c2dee7c643_0_11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0" name="Shape 1050"/>
        <p:cNvGrpSpPr/>
        <p:nvPr/>
      </p:nvGrpSpPr>
      <p:grpSpPr>
        <a:xfrm>
          <a:off x="0" y="0"/>
          <a:ext cx="0" cy="0"/>
          <a:chOff x="0" y="0"/>
          <a:chExt cx="0" cy="0"/>
        </a:xfrm>
      </p:grpSpPr>
      <p:sp>
        <p:nvSpPr>
          <p:cNvPr id="1051" name="Google Shape;1051;g3c2dee7c643_0_11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52" name="Google Shape;1052;g3c2dee7c643_0_11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7" name="Shape 1057"/>
        <p:cNvGrpSpPr/>
        <p:nvPr/>
      </p:nvGrpSpPr>
      <p:grpSpPr>
        <a:xfrm>
          <a:off x="0" y="0"/>
          <a:ext cx="0" cy="0"/>
          <a:chOff x="0" y="0"/>
          <a:chExt cx="0" cy="0"/>
        </a:xfrm>
      </p:grpSpPr>
      <p:sp>
        <p:nvSpPr>
          <p:cNvPr id="1058" name="Google Shape;1058;g3c2dee7c643_0_11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59" name="Google Shape;1059;g3c2dee7c643_0_11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4" name="Shape 1064"/>
        <p:cNvGrpSpPr/>
        <p:nvPr/>
      </p:nvGrpSpPr>
      <p:grpSpPr>
        <a:xfrm>
          <a:off x="0" y="0"/>
          <a:ext cx="0" cy="0"/>
          <a:chOff x="0" y="0"/>
          <a:chExt cx="0" cy="0"/>
        </a:xfrm>
      </p:grpSpPr>
      <p:sp>
        <p:nvSpPr>
          <p:cNvPr id="1065" name="Google Shape;1065;g3c2dee7c643_0_11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66" name="Google Shape;1066;g3c2dee7c643_0_11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1" name="Shape 1071"/>
        <p:cNvGrpSpPr/>
        <p:nvPr/>
      </p:nvGrpSpPr>
      <p:grpSpPr>
        <a:xfrm>
          <a:off x="0" y="0"/>
          <a:ext cx="0" cy="0"/>
          <a:chOff x="0" y="0"/>
          <a:chExt cx="0" cy="0"/>
        </a:xfrm>
      </p:grpSpPr>
      <p:sp>
        <p:nvSpPr>
          <p:cNvPr id="1072" name="Google Shape;1072;g3c2dee7c643_0_11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73" name="Google Shape;1073;g3c2dee7c643_0_11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0" name="Shape 1080"/>
        <p:cNvGrpSpPr/>
        <p:nvPr/>
      </p:nvGrpSpPr>
      <p:grpSpPr>
        <a:xfrm>
          <a:off x="0" y="0"/>
          <a:ext cx="0" cy="0"/>
          <a:chOff x="0" y="0"/>
          <a:chExt cx="0" cy="0"/>
        </a:xfrm>
      </p:grpSpPr>
      <p:sp>
        <p:nvSpPr>
          <p:cNvPr id="1081" name="Google Shape;1081;g3c2dee7c643_0_11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82" name="Google Shape;1082;g3c2dee7c643_0_11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7" name="Shape 1087"/>
        <p:cNvGrpSpPr/>
        <p:nvPr/>
      </p:nvGrpSpPr>
      <p:grpSpPr>
        <a:xfrm>
          <a:off x="0" y="0"/>
          <a:ext cx="0" cy="0"/>
          <a:chOff x="0" y="0"/>
          <a:chExt cx="0" cy="0"/>
        </a:xfrm>
      </p:grpSpPr>
      <p:sp>
        <p:nvSpPr>
          <p:cNvPr id="1088" name="Google Shape;1088;g3c2dee7c643_0_11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89" name="Google Shape;1089;g3c2dee7c643_0_11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4" name="Shape 1094"/>
        <p:cNvGrpSpPr/>
        <p:nvPr/>
      </p:nvGrpSpPr>
      <p:grpSpPr>
        <a:xfrm>
          <a:off x="0" y="0"/>
          <a:ext cx="0" cy="0"/>
          <a:chOff x="0" y="0"/>
          <a:chExt cx="0" cy="0"/>
        </a:xfrm>
      </p:grpSpPr>
      <p:sp>
        <p:nvSpPr>
          <p:cNvPr id="1095" name="Google Shape;1095;g3c2dee7c643_0_11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96" name="Google Shape;1096;g3c2dee7c643_0_11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1" name="Shape 1101"/>
        <p:cNvGrpSpPr/>
        <p:nvPr/>
      </p:nvGrpSpPr>
      <p:grpSpPr>
        <a:xfrm>
          <a:off x="0" y="0"/>
          <a:ext cx="0" cy="0"/>
          <a:chOff x="0" y="0"/>
          <a:chExt cx="0" cy="0"/>
        </a:xfrm>
      </p:grpSpPr>
      <p:sp>
        <p:nvSpPr>
          <p:cNvPr id="1102" name="Google Shape;1102;g3c2dee7c643_0_11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03" name="Google Shape;1103;g3c2dee7c643_0_11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8" name="Shape 1108"/>
        <p:cNvGrpSpPr/>
        <p:nvPr/>
      </p:nvGrpSpPr>
      <p:grpSpPr>
        <a:xfrm>
          <a:off x="0" y="0"/>
          <a:ext cx="0" cy="0"/>
          <a:chOff x="0" y="0"/>
          <a:chExt cx="0" cy="0"/>
        </a:xfrm>
      </p:grpSpPr>
      <p:sp>
        <p:nvSpPr>
          <p:cNvPr id="1109" name="Google Shape;1109;g3c2dee7c643_0_12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10" name="Google Shape;1110;g3c2dee7c643_0_12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5" name="Shape 1115"/>
        <p:cNvGrpSpPr/>
        <p:nvPr/>
      </p:nvGrpSpPr>
      <p:grpSpPr>
        <a:xfrm>
          <a:off x="0" y="0"/>
          <a:ext cx="0" cy="0"/>
          <a:chOff x="0" y="0"/>
          <a:chExt cx="0" cy="0"/>
        </a:xfrm>
      </p:grpSpPr>
      <p:sp>
        <p:nvSpPr>
          <p:cNvPr id="1116" name="Google Shape;1116;g3c2dee7c643_0_12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17" name="Google Shape;1117;g3c2dee7c643_0_12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3" name="Shape 1123"/>
        <p:cNvGrpSpPr/>
        <p:nvPr/>
      </p:nvGrpSpPr>
      <p:grpSpPr>
        <a:xfrm>
          <a:off x="0" y="0"/>
          <a:ext cx="0" cy="0"/>
          <a:chOff x="0" y="0"/>
          <a:chExt cx="0" cy="0"/>
        </a:xfrm>
      </p:grpSpPr>
      <p:sp>
        <p:nvSpPr>
          <p:cNvPr id="1124" name="Google Shape;1124;g3c2dee7c643_0_12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25" name="Google Shape;1125;g3c2dee7c643_0_12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1" name="Shape 1131"/>
        <p:cNvGrpSpPr/>
        <p:nvPr/>
      </p:nvGrpSpPr>
      <p:grpSpPr>
        <a:xfrm>
          <a:off x="0" y="0"/>
          <a:ext cx="0" cy="0"/>
          <a:chOff x="0" y="0"/>
          <a:chExt cx="0" cy="0"/>
        </a:xfrm>
      </p:grpSpPr>
      <p:sp>
        <p:nvSpPr>
          <p:cNvPr id="1132" name="Google Shape;1132;g3c2dee7c643_0_12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33" name="Google Shape;1133;g3c2dee7c643_0_12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1" name="Shape 1141"/>
        <p:cNvGrpSpPr/>
        <p:nvPr/>
      </p:nvGrpSpPr>
      <p:grpSpPr>
        <a:xfrm>
          <a:off x="0" y="0"/>
          <a:ext cx="0" cy="0"/>
          <a:chOff x="0" y="0"/>
          <a:chExt cx="0" cy="0"/>
        </a:xfrm>
      </p:grpSpPr>
      <p:sp>
        <p:nvSpPr>
          <p:cNvPr id="1142" name="Google Shape;1142;g3c2dee7c643_0_12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43" name="Google Shape;1143;g3c2dee7c643_0_12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0" name="Shape 1150"/>
        <p:cNvGrpSpPr/>
        <p:nvPr/>
      </p:nvGrpSpPr>
      <p:grpSpPr>
        <a:xfrm>
          <a:off x="0" y="0"/>
          <a:ext cx="0" cy="0"/>
          <a:chOff x="0" y="0"/>
          <a:chExt cx="0" cy="0"/>
        </a:xfrm>
      </p:grpSpPr>
      <p:sp>
        <p:nvSpPr>
          <p:cNvPr id="1151" name="Google Shape;1151;g3c2dee7c643_0_12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52" name="Google Shape;1152;g3c2dee7c643_0_12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2" name="Shape 1162"/>
        <p:cNvGrpSpPr/>
        <p:nvPr/>
      </p:nvGrpSpPr>
      <p:grpSpPr>
        <a:xfrm>
          <a:off x="0" y="0"/>
          <a:ext cx="0" cy="0"/>
          <a:chOff x="0" y="0"/>
          <a:chExt cx="0" cy="0"/>
        </a:xfrm>
      </p:grpSpPr>
      <p:sp>
        <p:nvSpPr>
          <p:cNvPr id="1163" name="Google Shape;1163;g3c2dee7c643_0_12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64" name="Google Shape;1164;g3c2dee7c643_0_12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2" name="Shape 1172"/>
        <p:cNvGrpSpPr/>
        <p:nvPr/>
      </p:nvGrpSpPr>
      <p:grpSpPr>
        <a:xfrm>
          <a:off x="0" y="0"/>
          <a:ext cx="0" cy="0"/>
          <a:chOff x="0" y="0"/>
          <a:chExt cx="0" cy="0"/>
        </a:xfrm>
      </p:grpSpPr>
      <p:sp>
        <p:nvSpPr>
          <p:cNvPr id="1173" name="Google Shape;1173;g3c2dee7c643_0_12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74" name="Google Shape;1174;g3c2dee7c643_0_12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2" name="Shape 1182"/>
        <p:cNvGrpSpPr/>
        <p:nvPr/>
      </p:nvGrpSpPr>
      <p:grpSpPr>
        <a:xfrm>
          <a:off x="0" y="0"/>
          <a:ext cx="0" cy="0"/>
          <a:chOff x="0" y="0"/>
          <a:chExt cx="0" cy="0"/>
        </a:xfrm>
      </p:grpSpPr>
      <p:sp>
        <p:nvSpPr>
          <p:cNvPr id="1183" name="Google Shape;1183;g3c2dee7c643_0_12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84" name="Google Shape;1184;g3c2dee7c643_0_12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2" name="Shape 1192"/>
        <p:cNvGrpSpPr/>
        <p:nvPr/>
      </p:nvGrpSpPr>
      <p:grpSpPr>
        <a:xfrm>
          <a:off x="0" y="0"/>
          <a:ext cx="0" cy="0"/>
          <a:chOff x="0" y="0"/>
          <a:chExt cx="0" cy="0"/>
        </a:xfrm>
      </p:grpSpPr>
      <p:sp>
        <p:nvSpPr>
          <p:cNvPr id="1193" name="Google Shape;1193;g3c2dee7c643_0_12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94" name="Google Shape;1194;g3c2dee7c643_0_12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4" name="Shape 1204"/>
        <p:cNvGrpSpPr/>
        <p:nvPr/>
      </p:nvGrpSpPr>
      <p:grpSpPr>
        <a:xfrm>
          <a:off x="0" y="0"/>
          <a:ext cx="0" cy="0"/>
          <a:chOff x="0" y="0"/>
          <a:chExt cx="0" cy="0"/>
        </a:xfrm>
      </p:grpSpPr>
      <p:sp>
        <p:nvSpPr>
          <p:cNvPr id="1205" name="Google Shape;1205;g3c2dee7c643_0_128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06" name="Google Shape;1206;g3c2dee7c643_0_12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6" name="Shape 1216"/>
        <p:cNvGrpSpPr/>
        <p:nvPr/>
      </p:nvGrpSpPr>
      <p:grpSpPr>
        <a:xfrm>
          <a:off x="0" y="0"/>
          <a:ext cx="0" cy="0"/>
          <a:chOff x="0" y="0"/>
          <a:chExt cx="0" cy="0"/>
        </a:xfrm>
      </p:grpSpPr>
      <p:sp>
        <p:nvSpPr>
          <p:cNvPr id="1217" name="Google Shape;1217;g3c2dee7c643_0_13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18" name="Google Shape;1218;g3c2dee7c643_0_13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8" name="Shape 1228"/>
        <p:cNvGrpSpPr/>
        <p:nvPr/>
      </p:nvGrpSpPr>
      <p:grpSpPr>
        <a:xfrm>
          <a:off x="0" y="0"/>
          <a:ext cx="0" cy="0"/>
          <a:chOff x="0" y="0"/>
          <a:chExt cx="0" cy="0"/>
        </a:xfrm>
      </p:grpSpPr>
      <p:sp>
        <p:nvSpPr>
          <p:cNvPr id="1229" name="Google Shape;1229;g3c2dee7c643_0_13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30" name="Google Shape;1230;g3c2dee7c643_0_13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2" name="Shape 1242"/>
        <p:cNvGrpSpPr/>
        <p:nvPr/>
      </p:nvGrpSpPr>
      <p:grpSpPr>
        <a:xfrm>
          <a:off x="0" y="0"/>
          <a:ext cx="0" cy="0"/>
          <a:chOff x="0" y="0"/>
          <a:chExt cx="0" cy="0"/>
        </a:xfrm>
      </p:grpSpPr>
      <p:sp>
        <p:nvSpPr>
          <p:cNvPr id="1243" name="Google Shape;1243;g3c2dee7c643_0_13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44" name="Google Shape;1244;g3c2dee7c643_0_13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6" name="Shape 1256"/>
        <p:cNvGrpSpPr/>
        <p:nvPr/>
      </p:nvGrpSpPr>
      <p:grpSpPr>
        <a:xfrm>
          <a:off x="0" y="0"/>
          <a:ext cx="0" cy="0"/>
          <a:chOff x="0" y="0"/>
          <a:chExt cx="0" cy="0"/>
        </a:xfrm>
      </p:grpSpPr>
      <p:sp>
        <p:nvSpPr>
          <p:cNvPr id="1257" name="Google Shape;1257;g3c2dee7c643_0_13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58" name="Google Shape;1258;g3c2dee7c643_0_13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0" name="Shape 1270"/>
        <p:cNvGrpSpPr/>
        <p:nvPr/>
      </p:nvGrpSpPr>
      <p:grpSpPr>
        <a:xfrm>
          <a:off x="0" y="0"/>
          <a:ext cx="0" cy="0"/>
          <a:chOff x="0" y="0"/>
          <a:chExt cx="0" cy="0"/>
        </a:xfrm>
      </p:grpSpPr>
      <p:sp>
        <p:nvSpPr>
          <p:cNvPr id="1271" name="Google Shape;1271;g3c2dee7c643_0_13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72" name="Google Shape;1272;g3c2dee7c643_0_13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6" name="Shape 1286"/>
        <p:cNvGrpSpPr/>
        <p:nvPr/>
      </p:nvGrpSpPr>
      <p:grpSpPr>
        <a:xfrm>
          <a:off x="0" y="0"/>
          <a:ext cx="0" cy="0"/>
          <a:chOff x="0" y="0"/>
          <a:chExt cx="0" cy="0"/>
        </a:xfrm>
      </p:grpSpPr>
      <p:sp>
        <p:nvSpPr>
          <p:cNvPr id="1287" name="Google Shape;1287;g3c2dee7c643_0_13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88" name="Google Shape;1288;g3c2dee7c643_0_13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2" name="Shape 1302"/>
        <p:cNvGrpSpPr/>
        <p:nvPr/>
      </p:nvGrpSpPr>
      <p:grpSpPr>
        <a:xfrm>
          <a:off x="0" y="0"/>
          <a:ext cx="0" cy="0"/>
          <a:chOff x="0" y="0"/>
          <a:chExt cx="0" cy="0"/>
        </a:xfrm>
      </p:grpSpPr>
      <p:sp>
        <p:nvSpPr>
          <p:cNvPr id="1303" name="Google Shape;1303;g3c2dee7c643_0_13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04" name="Google Shape;1304;g3c2dee7c643_0_13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8" name="Shape 1318"/>
        <p:cNvGrpSpPr/>
        <p:nvPr/>
      </p:nvGrpSpPr>
      <p:grpSpPr>
        <a:xfrm>
          <a:off x="0" y="0"/>
          <a:ext cx="0" cy="0"/>
          <a:chOff x="0" y="0"/>
          <a:chExt cx="0" cy="0"/>
        </a:xfrm>
      </p:grpSpPr>
      <p:sp>
        <p:nvSpPr>
          <p:cNvPr id="1319" name="Google Shape;1319;g3c2dee7c643_0_13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20" name="Google Shape;1320;g3c2dee7c643_0_13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0" name="Shape 1330"/>
        <p:cNvGrpSpPr/>
        <p:nvPr/>
      </p:nvGrpSpPr>
      <p:grpSpPr>
        <a:xfrm>
          <a:off x="0" y="0"/>
          <a:ext cx="0" cy="0"/>
          <a:chOff x="0" y="0"/>
          <a:chExt cx="0" cy="0"/>
        </a:xfrm>
      </p:grpSpPr>
      <p:sp>
        <p:nvSpPr>
          <p:cNvPr id="1331" name="Google Shape;1331;g3c2dee7c643_0_14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32" name="Google Shape;1332;g3c2dee7c643_0_14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6" name="Shape 1336"/>
        <p:cNvGrpSpPr/>
        <p:nvPr/>
      </p:nvGrpSpPr>
      <p:grpSpPr>
        <a:xfrm>
          <a:off x="0" y="0"/>
          <a:ext cx="0" cy="0"/>
          <a:chOff x="0" y="0"/>
          <a:chExt cx="0" cy="0"/>
        </a:xfrm>
      </p:grpSpPr>
      <p:sp>
        <p:nvSpPr>
          <p:cNvPr id="1337" name="Google Shape;1337;g3c2dee7c643_0_14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38" name="Google Shape;1338;g3c2dee7c643_0_14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2" name="Shape 1342"/>
        <p:cNvGrpSpPr/>
        <p:nvPr/>
      </p:nvGrpSpPr>
      <p:grpSpPr>
        <a:xfrm>
          <a:off x="0" y="0"/>
          <a:ext cx="0" cy="0"/>
          <a:chOff x="0" y="0"/>
          <a:chExt cx="0" cy="0"/>
        </a:xfrm>
      </p:grpSpPr>
      <p:sp>
        <p:nvSpPr>
          <p:cNvPr id="1343" name="Google Shape;1343;g3c2dee7c643_0_14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44" name="Google Shape;1344;g3c2dee7c643_0_14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1: Title and body ">
  <p:cSld name="TITLE_AND_BODY_3">
    <p:spTree>
      <p:nvGrpSpPr>
        <p:cNvPr id="20" name="Shape 20"/>
        <p:cNvGrpSpPr/>
        <p:nvPr/>
      </p:nvGrpSpPr>
      <p:grpSpPr>
        <a:xfrm>
          <a:off x="0" y="0"/>
          <a:ext cx="0" cy="0"/>
          <a:chOff x="0" y="0"/>
          <a:chExt cx="0" cy="0"/>
        </a:xfrm>
      </p:grpSpPr>
      <p:sp>
        <p:nvSpPr>
          <p:cNvPr id="21" name="Google Shape;21;p2"/>
          <p:cNvSpPr txBox="1"/>
          <p:nvPr>
            <p:ph type="title"/>
          </p:nvPr>
        </p:nvSpPr>
        <p:spPr>
          <a:xfrm>
            <a:off x="455775" y="457206"/>
            <a:ext cx="6831900" cy="808200"/>
          </a:xfrm>
          <a:prstGeom prst="rect">
            <a:avLst/>
          </a:prstGeom>
        </p:spPr>
        <p:txBody>
          <a:bodyPr anchorCtr="0" anchor="t" bIns="0" lIns="0" spcFirstLastPara="1" rIns="0" wrap="square" tIns="0">
            <a:noAutofit/>
          </a:bodyPr>
          <a:lstStyle>
            <a:lvl1pPr lvl="0">
              <a:spcBef>
                <a:spcPts val="0"/>
              </a:spcBef>
              <a:spcAft>
                <a:spcPts val="0"/>
              </a:spcAft>
              <a:buSzPts val="24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2"/>
          <p:cNvSpPr txBox="1"/>
          <p:nvPr>
            <p:ph idx="1" type="body"/>
          </p:nvPr>
        </p:nvSpPr>
        <p:spPr>
          <a:xfrm>
            <a:off x="455775" y="1371605"/>
            <a:ext cx="6831900" cy="2973000"/>
          </a:xfrm>
          <a:prstGeom prst="rect">
            <a:avLst/>
          </a:prstGeom>
        </p:spPr>
        <p:txBody>
          <a:bodyPr anchorCtr="0" anchor="t" bIns="0" lIns="0" spcFirstLastPara="1" rIns="0" wrap="square" tIns="0">
            <a:noAutofit/>
          </a:bodyPr>
          <a:lstStyle>
            <a:lvl1pPr indent="-317500" lvl="0" marL="457200">
              <a:lnSpc>
                <a:spcPct val="115000"/>
              </a:lnSpc>
              <a:spcBef>
                <a:spcPts val="0"/>
              </a:spcBef>
              <a:spcAft>
                <a:spcPts val="0"/>
              </a:spcAft>
              <a:buSzPts val="1400"/>
              <a:buFont typeface="Lora"/>
              <a:buChar char="●"/>
              <a:defRPr>
                <a:solidFill>
                  <a:schemeClr val="dk1"/>
                </a:solidFill>
                <a:latin typeface="Lora"/>
                <a:ea typeface="Lora"/>
                <a:cs typeface="Lora"/>
                <a:sym typeface="Lora"/>
              </a:defRPr>
            </a:lvl1pPr>
            <a:lvl2pPr indent="-304800" lvl="1" marL="914400">
              <a:lnSpc>
                <a:spcPct val="115000"/>
              </a:lnSpc>
              <a:spcBef>
                <a:spcPts val="1000"/>
              </a:spcBef>
              <a:spcAft>
                <a:spcPts val="0"/>
              </a:spcAft>
              <a:buSzPts val="1200"/>
              <a:buFont typeface="Lora"/>
              <a:buChar char="○"/>
              <a:defRPr>
                <a:solidFill>
                  <a:schemeClr val="dk1"/>
                </a:solidFill>
                <a:latin typeface="Lora"/>
                <a:ea typeface="Lora"/>
                <a:cs typeface="Lora"/>
                <a:sym typeface="Lora"/>
              </a:defRPr>
            </a:lvl2pPr>
            <a:lvl3pPr indent="-292100" lvl="2" marL="1371600">
              <a:lnSpc>
                <a:spcPct val="115000"/>
              </a:lnSpc>
              <a:spcBef>
                <a:spcPts val="1000"/>
              </a:spcBef>
              <a:spcAft>
                <a:spcPts val="0"/>
              </a:spcAft>
              <a:buSzPts val="1000"/>
              <a:buFont typeface="Lora"/>
              <a:buChar char="■"/>
              <a:defRPr sz="1000">
                <a:solidFill>
                  <a:schemeClr val="dk1"/>
                </a:solidFill>
                <a:latin typeface="Lora"/>
                <a:ea typeface="Lora"/>
                <a:cs typeface="Lora"/>
                <a:sym typeface="Lora"/>
              </a:defRPr>
            </a:lvl3pPr>
            <a:lvl4pPr indent="-292100" lvl="3" marL="1828800">
              <a:lnSpc>
                <a:spcPct val="115000"/>
              </a:lnSpc>
              <a:spcBef>
                <a:spcPts val="1000"/>
              </a:spcBef>
              <a:spcAft>
                <a:spcPts val="0"/>
              </a:spcAft>
              <a:buSzPts val="1000"/>
              <a:buFont typeface="Lora"/>
              <a:buChar char="●"/>
              <a:defRPr sz="1000">
                <a:solidFill>
                  <a:schemeClr val="dk1"/>
                </a:solidFill>
                <a:latin typeface="Lora"/>
                <a:ea typeface="Lora"/>
                <a:cs typeface="Lora"/>
                <a:sym typeface="Lora"/>
              </a:defRPr>
            </a:lvl4pPr>
            <a:lvl5pPr indent="-292100" lvl="4" marL="2286000">
              <a:lnSpc>
                <a:spcPct val="115000"/>
              </a:lnSpc>
              <a:spcBef>
                <a:spcPts val="1000"/>
              </a:spcBef>
              <a:spcAft>
                <a:spcPts val="0"/>
              </a:spcAft>
              <a:buSzPts val="1000"/>
              <a:buFont typeface="Lora"/>
              <a:buChar char="○"/>
              <a:defRPr sz="1000">
                <a:solidFill>
                  <a:schemeClr val="dk1"/>
                </a:solidFill>
                <a:latin typeface="Lora"/>
                <a:ea typeface="Lora"/>
                <a:cs typeface="Lora"/>
                <a:sym typeface="Lora"/>
              </a:defRPr>
            </a:lvl5pPr>
            <a:lvl6pPr indent="-292100" lvl="5" marL="2743200">
              <a:lnSpc>
                <a:spcPct val="115000"/>
              </a:lnSpc>
              <a:spcBef>
                <a:spcPts val="1000"/>
              </a:spcBef>
              <a:spcAft>
                <a:spcPts val="0"/>
              </a:spcAft>
              <a:buSzPts val="1000"/>
              <a:buFont typeface="Lora"/>
              <a:buChar char="■"/>
              <a:defRPr sz="1000">
                <a:solidFill>
                  <a:schemeClr val="dk1"/>
                </a:solidFill>
                <a:latin typeface="Lora"/>
                <a:ea typeface="Lora"/>
                <a:cs typeface="Lora"/>
                <a:sym typeface="Lora"/>
              </a:defRPr>
            </a:lvl6pPr>
            <a:lvl7pPr indent="-292100" lvl="6" marL="3200400">
              <a:lnSpc>
                <a:spcPct val="115000"/>
              </a:lnSpc>
              <a:spcBef>
                <a:spcPts val="1000"/>
              </a:spcBef>
              <a:spcAft>
                <a:spcPts val="0"/>
              </a:spcAft>
              <a:buSzPts val="1000"/>
              <a:buFont typeface="Lora"/>
              <a:buChar char="●"/>
              <a:defRPr sz="1000">
                <a:solidFill>
                  <a:schemeClr val="dk1"/>
                </a:solidFill>
                <a:latin typeface="Lora"/>
                <a:ea typeface="Lora"/>
                <a:cs typeface="Lora"/>
                <a:sym typeface="Lora"/>
              </a:defRPr>
            </a:lvl7pPr>
            <a:lvl8pPr indent="-292100" lvl="7" marL="3657600">
              <a:lnSpc>
                <a:spcPct val="115000"/>
              </a:lnSpc>
              <a:spcBef>
                <a:spcPts val="1000"/>
              </a:spcBef>
              <a:spcAft>
                <a:spcPts val="0"/>
              </a:spcAft>
              <a:buSzPts val="1000"/>
              <a:buFont typeface="Lora"/>
              <a:buChar char="○"/>
              <a:defRPr sz="1000">
                <a:solidFill>
                  <a:schemeClr val="dk1"/>
                </a:solidFill>
                <a:latin typeface="Lora"/>
                <a:ea typeface="Lora"/>
                <a:cs typeface="Lora"/>
                <a:sym typeface="Lora"/>
              </a:defRPr>
            </a:lvl8pPr>
            <a:lvl9pPr indent="-292100" lvl="8" marL="4114800">
              <a:lnSpc>
                <a:spcPct val="115000"/>
              </a:lnSpc>
              <a:spcBef>
                <a:spcPts val="1000"/>
              </a:spcBef>
              <a:spcAft>
                <a:spcPts val="1000"/>
              </a:spcAft>
              <a:buSzPts val="1000"/>
              <a:buFont typeface="Lora"/>
              <a:buChar char="■"/>
              <a:defRPr sz="1000">
                <a:solidFill>
                  <a:schemeClr val="dk1"/>
                </a:solidFill>
                <a:latin typeface="Lora"/>
                <a:ea typeface="Lora"/>
                <a:cs typeface="Lora"/>
                <a:sym typeface="Lora"/>
              </a:defRPr>
            </a:lvl9pPr>
          </a:lstStyle>
          <a:p/>
        </p:txBody>
      </p:sp>
      <p:sp>
        <p:nvSpPr>
          <p:cNvPr id="23" name="Google Shape;23;p2"/>
          <p:cNvSpPr txBox="1"/>
          <p:nvPr>
            <p:ph idx="12" type="sldNum"/>
          </p:nvPr>
        </p:nvSpPr>
        <p:spPr>
          <a:xfrm>
            <a:off x="8256725" y="4708927"/>
            <a:ext cx="437100" cy="107400"/>
          </a:xfrm>
          <a:prstGeom prst="rect">
            <a:avLst/>
          </a:prstGeom>
        </p:spPr>
        <p:txBody>
          <a:bodyPr anchorCtr="0" anchor="t" bIns="0" lIns="0" spcFirstLastPara="1" rIns="0" wrap="square" tIns="0">
            <a:noAutofit/>
          </a:bodyPr>
          <a:lstStyle>
            <a:lvl1pPr lvl="0" algn="r">
              <a:lnSpc>
                <a:spcPct val="80000"/>
              </a:lnSpc>
              <a:buSzPts val="1000"/>
              <a:buNone/>
              <a:defRPr>
                <a:latin typeface="Poppins"/>
                <a:ea typeface="Poppins"/>
                <a:cs typeface="Poppins"/>
                <a:sym typeface="Poppins"/>
              </a:defRPr>
            </a:lvl1pPr>
            <a:lvl2pPr lvl="1" algn="r">
              <a:lnSpc>
                <a:spcPct val="80000"/>
              </a:lnSpc>
              <a:buSzPts val="1000"/>
              <a:buNone/>
              <a:defRPr>
                <a:latin typeface="Poppins"/>
                <a:ea typeface="Poppins"/>
                <a:cs typeface="Poppins"/>
                <a:sym typeface="Poppins"/>
              </a:defRPr>
            </a:lvl2pPr>
            <a:lvl3pPr lvl="2" algn="r">
              <a:lnSpc>
                <a:spcPct val="80000"/>
              </a:lnSpc>
              <a:buSzPts val="1000"/>
              <a:buNone/>
              <a:defRPr>
                <a:latin typeface="Poppins"/>
                <a:ea typeface="Poppins"/>
                <a:cs typeface="Poppins"/>
                <a:sym typeface="Poppins"/>
              </a:defRPr>
            </a:lvl3pPr>
            <a:lvl4pPr lvl="3" algn="r">
              <a:lnSpc>
                <a:spcPct val="80000"/>
              </a:lnSpc>
              <a:buSzPts val="1000"/>
              <a:buNone/>
              <a:defRPr>
                <a:latin typeface="Poppins"/>
                <a:ea typeface="Poppins"/>
                <a:cs typeface="Poppins"/>
                <a:sym typeface="Poppins"/>
              </a:defRPr>
            </a:lvl4pPr>
            <a:lvl5pPr lvl="4" algn="r">
              <a:lnSpc>
                <a:spcPct val="80000"/>
              </a:lnSpc>
              <a:buSzPts val="1000"/>
              <a:buNone/>
              <a:defRPr>
                <a:latin typeface="Poppins"/>
                <a:ea typeface="Poppins"/>
                <a:cs typeface="Poppins"/>
                <a:sym typeface="Poppins"/>
              </a:defRPr>
            </a:lvl5pPr>
            <a:lvl6pPr lvl="5" algn="r">
              <a:lnSpc>
                <a:spcPct val="80000"/>
              </a:lnSpc>
              <a:buSzPts val="1000"/>
              <a:buNone/>
              <a:defRPr>
                <a:latin typeface="Poppins"/>
                <a:ea typeface="Poppins"/>
                <a:cs typeface="Poppins"/>
                <a:sym typeface="Poppins"/>
              </a:defRPr>
            </a:lvl6pPr>
            <a:lvl7pPr lvl="6" algn="r">
              <a:lnSpc>
                <a:spcPct val="80000"/>
              </a:lnSpc>
              <a:buSzPts val="1000"/>
              <a:buNone/>
              <a:defRPr>
                <a:latin typeface="Poppins"/>
                <a:ea typeface="Poppins"/>
                <a:cs typeface="Poppins"/>
                <a:sym typeface="Poppins"/>
              </a:defRPr>
            </a:lvl7pPr>
            <a:lvl8pPr lvl="7" algn="r">
              <a:lnSpc>
                <a:spcPct val="80000"/>
              </a:lnSpc>
              <a:buSzPts val="1000"/>
              <a:buNone/>
              <a:defRPr>
                <a:latin typeface="Poppins"/>
                <a:ea typeface="Poppins"/>
                <a:cs typeface="Poppins"/>
                <a:sym typeface="Poppins"/>
              </a:defRPr>
            </a:lvl8pPr>
            <a:lvl9pPr lvl="8" algn="r">
              <a:lnSpc>
                <a:spcPct val="80000"/>
              </a:lnSpc>
              <a:buSzPts val="1000"/>
              <a:buNone/>
              <a:defRPr>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3: Internal instruction">
  <p:cSld name="TITLE_AND_BODY_2">
    <p:bg>
      <p:bgPr>
        <a:solidFill>
          <a:schemeClr val="lt1"/>
        </a:solidFill>
      </p:bgPr>
    </p:bg>
    <p:spTree>
      <p:nvGrpSpPr>
        <p:cNvPr id="24" name="Shape 24"/>
        <p:cNvGrpSpPr/>
        <p:nvPr/>
      </p:nvGrpSpPr>
      <p:grpSpPr>
        <a:xfrm>
          <a:off x="0" y="0"/>
          <a:ext cx="0" cy="0"/>
          <a:chOff x="0" y="0"/>
          <a:chExt cx="0" cy="0"/>
        </a:xfrm>
      </p:grpSpPr>
      <p:sp>
        <p:nvSpPr>
          <p:cNvPr id="25" name="Google Shape;25;p3"/>
          <p:cNvSpPr txBox="1"/>
          <p:nvPr>
            <p:ph type="title"/>
          </p:nvPr>
        </p:nvSpPr>
        <p:spPr>
          <a:xfrm>
            <a:off x="455775" y="686800"/>
            <a:ext cx="8238000" cy="544200"/>
          </a:xfrm>
          <a:prstGeom prst="rect">
            <a:avLst/>
          </a:prstGeom>
        </p:spPr>
        <p:txBody>
          <a:bodyPr anchorCtr="0" anchor="t" bIns="0" lIns="0" spcFirstLastPara="1" rIns="0" wrap="square" tIns="0">
            <a:noAutofit/>
          </a:bodyPr>
          <a:lstStyle>
            <a:lvl1pPr lvl="0">
              <a:spcBef>
                <a:spcPts val="0"/>
              </a:spcBef>
              <a:spcAft>
                <a:spcPts val="0"/>
              </a:spcAft>
              <a:buSzPts val="24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6" name="Google Shape;26;p3"/>
          <p:cNvSpPr txBox="1"/>
          <p:nvPr>
            <p:ph idx="12" type="sldNum"/>
          </p:nvPr>
        </p:nvSpPr>
        <p:spPr>
          <a:xfrm>
            <a:off x="8256725" y="4708927"/>
            <a:ext cx="437100" cy="107400"/>
          </a:xfrm>
          <a:prstGeom prst="rect">
            <a:avLst/>
          </a:prstGeom>
        </p:spPr>
        <p:txBody>
          <a:bodyPr anchorCtr="0" anchor="t" bIns="0" lIns="0" spcFirstLastPara="1" rIns="0" wrap="square" tIns="0">
            <a:noAutofit/>
          </a:bodyPr>
          <a:lstStyle>
            <a:lvl1pPr lvl="0" algn="r">
              <a:lnSpc>
                <a:spcPct val="80000"/>
              </a:lnSpc>
              <a:buSzPts val="1000"/>
              <a:buNone/>
              <a:defRPr>
                <a:latin typeface="Poppins"/>
                <a:ea typeface="Poppins"/>
                <a:cs typeface="Poppins"/>
                <a:sym typeface="Poppins"/>
              </a:defRPr>
            </a:lvl1pPr>
            <a:lvl2pPr lvl="1" algn="r">
              <a:lnSpc>
                <a:spcPct val="80000"/>
              </a:lnSpc>
              <a:buSzPts val="1000"/>
              <a:buNone/>
              <a:defRPr>
                <a:latin typeface="Poppins"/>
                <a:ea typeface="Poppins"/>
                <a:cs typeface="Poppins"/>
                <a:sym typeface="Poppins"/>
              </a:defRPr>
            </a:lvl2pPr>
            <a:lvl3pPr lvl="2" algn="r">
              <a:lnSpc>
                <a:spcPct val="80000"/>
              </a:lnSpc>
              <a:buSzPts val="1000"/>
              <a:buNone/>
              <a:defRPr>
                <a:latin typeface="Poppins"/>
                <a:ea typeface="Poppins"/>
                <a:cs typeface="Poppins"/>
                <a:sym typeface="Poppins"/>
              </a:defRPr>
            </a:lvl3pPr>
            <a:lvl4pPr lvl="3" algn="r">
              <a:lnSpc>
                <a:spcPct val="80000"/>
              </a:lnSpc>
              <a:buSzPts val="1000"/>
              <a:buNone/>
              <a:defRPr>
                <a:latin typeface="Poppins"/>
                <a:ea typeface="Poppins"/>
                <a:cs typeface="Poppins"/>
                <a:sym typeface="Poppins"/>
              </a:defRPr>
            </a:lvl4pPr>
            <a:lvl5pPr lvl="4" algn="r">
              <a:lnSpc>
                <a:spcPct val="80000"/>
              </a:lnSpc>
              <a:buSzPts val="1000"/>
              <a:buNone/>
              <a:defRPr>
                <a:latin typeface="Poppins"/>
                <a:ea typeface="Poppins"/>
                <a:cs typeface="Poppins"/>
                <a:sym typeface="Poppins"/>
              </a:defRPr>
            </a:lvl5pPr>
            <a:lvl6pPr lvl="5" algn="r">
              <a:lnSpc>
                <a:spcPct val="80000"/>
              </a:lnSpc>
              <a:buSzPts val="1000"/>
              <a:buNone/>
              <a:defRPr>
                <a:latin typeface="Poppins"/>
                <a:ea typeface="Poppins"/>
                <a:cs typeface="Poppins"/>
                <a:sym typeface="Poppins"/>
              </a:defRPr>
            </a:lvl6pPr>
            <a:lvl7pPr lvl="6" algn="r">
              <a:lnSpc>
                <a:spcPct val="80000"/>
              </a:lnSpc>
              <a:buSzPts val="1000"/>
              <a:buNone/>
              <a:defRPr>
                <a:latin typeface="Poppins"/>
                <a:ea typeface="Poppins"/>
                <a:cs typeface="Poppins"/>
                <a:sym typeface="Poppins"/>
              </a:defRPr>
            </a:lvl7pPr>
            <a:lvl8pPr lvl="7" algn="r">
              <a:lnSpc>
                <a:spcPct val="80000"/>
              </a:lnSpc>
              <a:buSzPts val="1000"/>
              <a:buNone/>
              <a:defRPr>
                <a:latin typeface="Poppins"/>
                <a:ea typeface="Poppins"/>
                <a:cs typeface="Poppins"/>
                <a:sym typeface="Poppins"/>
              </a:defRPr>
            </a:lvl8pPr>
            <a:lvl9pPr lvl="8" algn="r">
              <a:lnSpc>
                <a:spcPct val="80000"/>
              </a:lnSpc>
              <a:buSzPts val="1000"/>
              <a:buNone/>
              <a:defRPr>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27" name="Google Shape;27;p3"/>
          <p:cNvSpPr/>
          <p:nvPr/>
        </p:nvSpPr>
        <p:spPr>
          <a:xfrm>
            <a:off x="2775" y="0"/>
            <a:ext cx="4576500" cy="457200"/>
          </a:xfrm>
          <a:prstGeom prst="rect">
            <a:avLst/>
          </a:prstGeom>
          <a:solidFill>
            <a:srgbClr val="FFFF00"/>
          </a:solidFill>
          <a:ln>
            <a:noFill/>
          </a:ln>
        </p:spPr>
        <p:txBody>
          <a:bodyPr anchorCtr="0" anchor="ctr" bIns="91450" lIns="457350" spcFirstLastPara="1" rIns="91450" wrap="square" tIns="91450">
            <a:noAutofit/>
          </a:bodyPr>
          <a:lstStyle/>
          <a:p>
            <a:pPr indent="0" lvl="0" marL="0" rtl="0" algn="l">
              <a:spcBef>
                <a:spcPts val="0"/>
              </a:spcBef>
              <a:spcAft>
                <a:spcPts val="0"/>
              </a:spcAft>
              <a:buNone/>
            </a:pPr>
            <a:r>
              <a:rPr lang="en" sz="1200">
                <a:solidFill>
                  <a:schemeClr val="dk1"/>
                </a:solidFill>
                <a:latin typeface="Poppins Medium"/>
                <a:ea typeface="Poppins Medium"/>
                <a:cs typeface="Poppins Medium"/>
                <a:sym typeface="Poppins Medium"/>
              </a:rPr>
              <a:t>INSTRUCTIONAL SLIDE</a:t>
            </a:r>
            <a:endParaRPr sz="1200">
              <a:solidFill>
                <a:schemeClr val="dk1"/>
              </a:solidFill>
              <a:latin typeface="Poppins Medium"/>
              <a:ea typeface="Poppins Medium"/>
              <a:cs typeface="Poppins Medium"/>
              <a:sym typeface="Poppins Medium"/>
            </a:endParaRPr>
          </a:p>
        </p:txBody>
      </p:sp>
      <p:sp>
        <p:nvSpPr>
          <p:cNvPr id="28" name="Google Shape;28;p3"/>
          <p:cNvSpPr txBox="1"/>
          <p:nvPr>
            <p:ph idx="1" type="body"/>
          </p:nvPr>
        </p:nvSpPr>
        <p:spPr>
          <a:xfrm>
            <a:off x="455775" y="1371600"/>
            <a:ext cx="8229600" cy="2973300"/>
          </a:xfrm>
          <a:prstGeom prst="rect">
            <a:avLst/>
          </a:prstGeom>
        </p:spPr>
        <p:txBody>
          <a:bodyPr anchorCtr="0" anchor="t" bIns="0" lIns="0" spcFirstLastPara="1" rIns="0" wrap="square" tIns="0">
            <a:noAutofit/>
          </a:bodyPr>
          <a:lstStyle>
            <a:lvl1pPr indent="-317500" lvl="0" marL="457200">
              <a:spcBef>
                <a:spcPts val="0"/>
              </a:spcBef>
              <a:spcAft>
                <a:spcPts val="0"/>
              </a:spcAft>
              <a:buSzPts val="1400"/>
              <a:buChar char="●"/>
              <a:defRPr sz="1400">
                <a:solidFill>
                  <a:schemeClr val="dk1"/>
                </a:solidFill>
              </a:defRPr>
            </a:lvl1pPr>
            <a:lvl2pPr indent="-304800" lvl="1" marL="914400">
              <a:spcBef>
                <a:spcPts val="1000"/>
              </a:spcBef>
              <a:spcAft>
                <a:spcPts val="0"/>
              </a:spcAft>
              <a:buSzPts val="1200"/>
              <a:buChar char="○"/>
              <a:defRPr sz="1200">
                <a:solidFill>
                  <a:schemeClr val="dk1"/>
                </a:solidFill>
              </a:defRPr>
            </a:lvl2pPr>
            <a:lvl3pPr indent="-304800" lvl="2" marL="1371600">
              <a:spcBef>
                <a:spcPts val="1000"/>
              </a:spcBef>
              <a:spcAft>
                <a:spcPts val="0"/>
              </a:spcAft>
              <a:buSzPts val="1200"/>
              <a:buChar char="■"/>
              <a:defRPr sz="1200">
                <a:solidFill>
                  <a:schemeClr val="dk1"/>
                </a:solidFill>
              </a:defRPr>
            </a:lvl3pPr>
            <a:lvl4pPr indent="-304800" lvl="3" marL="1828800">
              <a:spcBef>
                <a:spcPts val="1000"/>
              </a:spcBef>
              <a:spcAft>
                <a:spcPts val="0"/>
              </a:spcAft>
              <a:buSzPts val="1200"/>
              <a:buChar char="●"/>
              <a:defRPr sz="1200">
                <a:solidFill>
                  <a:schemeClr val="dk1"/>
                </a:solidFill>
              </a:defRPr>
            </a:lvl4pPr>
            <a:lvl5pPr indent="-304800" lvl="4" marL="2286000">
              <a:spcBef>
                <a:spcPts val="1000"/>
              </a:spcBef>
              <a:spcAft>
                <a:spcPts val="0"/>
              </a:spcAft>
              <a:buSzPts val="1200"/>
              <a:buChar char="○"/>
              <a:defRPr sz="1200">
                <a:solidFill>
                  <a:schemeClr val="dk1"/>
                </a:solidFill>
              </a:defRPr>
            </a:lvl5pPr>
            <a:lvl6pPr indent="-304800" lvl="5" marL="2743200">
              <a:spcBef>
                <a:spcPts val="1000"/>
              </a:spcBef>
              <a:spcAft>
                <a:spcPts val="0"/>
              </a:spcAft>
              <a:buSzPts val="1200"/>
              <a:buChar char="■"/>
              <a:defRPr sz="1200">
                <a:solidFill>
                  <a:schemeClr val="dk1"/>
                </a:solidFill>
              </a:defRPr>
            </a:lvl6pPr>
            <a:lvl7pPr indent="-304800" lvl="6" marL="3200400">
              <a:spcBef>
                <a:spcPts val="1000"/>
              </a:spcBef>
              <a:spcAft>
                <a:spcPts val="0"/>
              </a:spcAft>
              <a:buSzPts val="1200"/>
              <a:buChar char="●"/>
              <a:defRPr sz="1200">
                <a:solidFill>
                  <a:schemeClr val="dk1"/>
                </a:solidFill>
              </a:defRPr>
            </a:lvl7pPr>
            <a:lvl8pPr indent="-304800" lvl="7" marL="3657600">
              <a:spcBef>
                <a:spcPts val="1000"/>
              </a:spcBef>
              <a:spcAft>
                <a:spcPts val="0"/>
              </a:spcAft>
              <a:buSzPts val="1200"/>
              <a:buChar char="○"/>
              <a:defRPr sz="1200">
                <a:solidFill>
                  <a:schemeClr val="dk1"/>
                </a:solidFill>
              </a:defRPr>
            </a:lvl8pPr>
            <a:lvl9pPr indent="-304800" lvl="8" marL="4114800">
              <a:spcBef>
                <a:spcPts val="1000"/>
              </a:spcBef>
              <a:spcAft>
                <a:spcPts val="1000"/>
              </a:spcAft>
              <a:buSzPts val="1200"/>
              <a:buChar char="■"/>
              <a:defRPr sz="1200">
                <a:solidFill>
                  <a:schemeClr val="dk1"/>
                </a:solidFill>
              </a:defRPr>
            </a:lvl9pPr>
          </a:lstStyle>
          <a:p/>
        </p:txBody>
      </p:sp>
      <p:sp>
        <p:nvSpPr>
          <p:cNvPr id="29" name="Google Shape;29;p3"/>
          <p:cNvSpPr/>
          <p:nvPr/>
        </p:nvSpPr>
        <p:spPr>
          <a:xfrm>
            <a:off x="4579275" y="0"/>
            <a:ext cx="4576500" cy="457200"/>
          </a:xfrm>
          <a:prstGeom prst="rect">
            <a:avLst/>
          </a:prstGeom>
          <a:solidFill>
            <a:srgbClr val="FFFF00"/>
          </a:solidFill>
          <a:ln>
            <a:noFill/>
          </a:ln>
        </p:spPr>
        <p:txBody>
          <a:bodyPr anchorCtr="0" anchor="ctr" bIns="91450" lIns="91450" spcFirstLastPara="1" rIns="457350" wrap="square" tIns="91450">
            <a:noAutofit/>
          </a:bodyPr>
          <a:lstStyle/>
          <a:p>
            <a:pPr indent="0" lvl="0" marL="457200" rtl="0" algn="r">
              <a:spcBef>
                <a:spcPts val="0"/>
              </a:spcBef>
              <a:spcAft>
                <a:spcPts val="0"/>
              </a:spcAft>
              <a:buNone/>
            </a:pPr>
            <a:r>
              <a:t/>
            </a:r>
            <a:endParaRPr sz="1200">
              <a:solidFill>
                <a:schemeClr val="dk1"/>
              </a:solidFill>
              <a:latin typeface="Poppins Medium"/>
              <a:ea typeface="Poppins Medium"/>
              <a:cs typeface="Poppins Medium"/>
              <a:sym typeface="Poppins Medium"/>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2: Agenda">
  <p:cSld name="TITLE_AND_BODY_1_1">
    <p:bg>
      <p:bgPr>
        <a:solidFill>
          <a:schemeClr val="lt2"/>
        </a:solidFill>
      </p:bgPr>
    </p:bg>
    <p:spTree>
      <p:nvGrpSpPr>
        <p:cNvPr id="30" name="Shape 30"/>
        <p:cNvGrpSpPr/>
        <p:nvPr/>
      </p:nvGrpSpPr>
      <p:grpSpPr>
        <a:xfrm>
          <a:off x="0" y="0"/>
          <a:ext cx="0" cy="0"/>
          <a:chOff x="0" y="0"/>
          <a:chExt cx="0" cy="0"/>
        </a:xfrm>
      </p:grpSpPr>
      <p:sp>
        <p:nvSpPr>
          <p:cNvPr id="31" name="Google Shape;31;p4"/>
          <p:cNvSpPr txBox="1"/>
          <p:nvPr>
            <p:ph idx="1" type="body"/>
          </p:nvPr>
        </p:nvSpPr>
        <p:spPr>
          <a:xfrm>
            <a:off x="3254975" y="457206"/>
            <a:ext cx="5431800" cy="3887700"/>
          </a:xfrm>
          <a:prstGeom prst="rect">
            <a:avLst/>
          </a:prstGeom>
        </p:spPr>
        <p:txBody>
          <a:bodyPr anchorCtr="0" anchor="t" bIns="0" lIns="0" spcFirstLastPara="1" rIns="0" wrap="square" tIns="0">
            <a:noAutofit/>
          </a:bodyPr>
          <a:lstStyle>
            <a:lvl1pPr indent="-355600" lvl="0" marL="457200">
              <a:lnSpc>
                <a:spcPct val="100000"/>
              </a:lnSpc>
              <a:spcBef>
                <a:spcPts val="0"/>
              </a:spcBef>
              <a:spcAft>
                <a:spcPts val="0"/>
              </a:spcAft>
              <a:buSzPts val="2000"/>
              <a:buChar char="●"/>
              <a:defRPr sz="2200">
                <a:solidFill>
                  <a:schemeClr val="dk1"/>
                </a:solidFill>
              </a:defRPr>
            </a:lvl1pPr>
            <a:lvl2pPr indent="-342900" lvl="1" marL="914400">
              <a:lnSpc>
                <a:spcPct val="100000"/>
              </a:lnSpc>
              <a:spcBef>
                <a:spcPts val="1200"/>
              </a:spcBef>
              <a:spcAft>
                <a:spcPts val="0"/>
              </a:spcAft>
              <a:buSzPts val="1800"/>
              <a:buChar char="○"/>
              <a:defRPr sz="1800">
                <a:solidFill>
                  <a:schemeClr val="dk1"/>
                </a:solidFill>
              </a:defRPr>
            </a:lvl2pPr>
            <a:lvl3pPr indent="-342900" lvl="2" marL="1371600">
              <a:lnSpc>
                <a:spcPct val="100000"/>
              </a:lnSpc>
              <a:spcBef>
                <a:spcPts val="1200"/>
              </a:spcBef>
              <a:spcAft>
                <a:spcPts val="0"/>
              </a:spcAft>
              <a:buSzPts val="1800"/>
              <a:buChar char="■"/>
              <a:defRPr sz="1800">
                <a:solidFill>
                  <a:schemeClr val="dk1"/>
                </a:solidFill>
              </a:defRPr>
            </a:lvl3pPr>
            <a:lvl4pPr indent="-342900" lvl="3" marL="1828800">
              <a:lnSpc>
                <a:spcPct val="100000"/>
              </a:lnSpc>
              <a:spcBef>
                <a:spcPts val="1200"/>
              </a:spcBef>
              <a:spcAft>
                <a:spcPts val="0"/>
              </a:spcAft>
              <a:buSzPts val="1800"/>
              <a:buChar char="●"/>
              <a:defRPr sz="1800">
                <a:solidFill>
                  <a:schemeClr val="dk1"/>
                </a:solidFill>
              </a:defRPr>
            </a:lvl4pPr>
            <a:lvl5pPr indent="-342900" lvl="4" marL="2286000">
              <a:lnSpc>
                <a:spcPct val="100000"/>
              </a:lnSpc>
              <a:spcBef>
                <a:spcPts val="1200"/>
              </a:spcBef>
              <a:spcAft>
                <a:spcPts val="0"/>
              </a:spcAft>
              <a:buSzPts val="1800"/>
              <a:buChar char="○"/>
              <a:defRPr sz="1800">
                <a:solidFill>
                  <a:schemeClr val="dk1"/>
                </a:solidFill>
              </a:defRPr>
            </a:lvl5pPr>
            <a:lvl6pPr indent="-342900" lvl="5" marL="2743200">
              <a:lnSpc>
                <a:spcPct val="100000"/>
              </a:lnSpc>
              <a:spcBef>
                <a:spcPts val="1200"/>
              </a:spcBef>
              <a:spcAft>
                <a:spcPts val="0"/>
              </a:spcAft>
              <a:buSzPts val="1800"/>
              <a:buChar char="■"/>
              <a:defRPr sz="1800">
                <a:solidFill>
                  <a:schemeClr val="dk1"/>
                </a:solidFill>
              </a:defRPr>
            </a:lvl6pPr>
            <a:lvl7pPr indent="-342900" lvl="6" marL="3200400">
              <a:lnSpc>
                <a:spcPct val="100000"/>
              </a:lnSpc>
              <a:spcBef>
                <a:spcPts val="1200"/>
              </a:spcBef>
              <a:spcAft>
                <a:spcPts val="0"/>
              </a:spcAft>
              <a:buSzPts val="1800"/>
              <a:buChar char="●"/>
              <a:defRPr sz="1800">
                <a:solidFill>
                  <a:schemeClr val="dk1"/>
                </a:solidFill>
              </a:defRPr>
            </a:lvl7pPr>
            <a:lvl8pPr indent="-342900" lvl="7" marL="3657600">
              <a:lnSpc>
                <a:spcPct val="100000"/>
              </a:lnSpc>
              <a:spcBef>
                <a:spcPts val="1200"/>
              </a:spcBef>
              <a:spcAft>
                <a:spcPts val="0"/>
              </a:spcAft>
              <a:buSzPts val="1800"/>
              <a:buChar char="○"/>
              <a:defRPr sz="1800">
                <a:solidFill>
                  <a:schemeClr val="dk1"/>
                </a:solidFill>
              </a:defRPr>
            </a:lvl8pPr>
            <a:lvl9pPr indent="-342900" lvl="8" marL="4114800">
              <a:lnSpc>
                <a:spcPct val="100000"/>
              </a:lnSpc>
              <a:spcBef>
                <a:spcPts val="1200"/>
              </a:spcBef>
              <a:spcAft>
                <a:spcPts val="1200"/>
              </a:spcAft>
              <a:buSzPts val="1800"/>
              <a:buChar char="■"/>
              <a:defRPr sz="1800">
                <a:solidFill>
                  <a:schemeClr val="dk1"/>
                </a:solidFill>
              </a:defRPr>
            </a:lvl9pPr>
          </a:lstStyle>
          <a:p/>
        </p:txBody>
      </p:sp>
      <p:sp>
        <p:nvSpPr>
          <p:cNvPr id="32" name="Google Shape;32;p4"/>
          <p:cNvSpPr txBox="1"/>
          <p:nvPr>
            <p:ph idx="12" type="sldNum"/>
          </p:nvPr>
        </p:nvSpPr>
        <p:spPr>
          <a:xfrm>
            <a:off x="8256725" y="4708927"/>
            <a:ext cx="437100" cy="107400"/>
          </a:xfrm>
          <a:prstGeom prst="rect">
            <a:avLst/>
          </a:prstGeom>
        </p:spPr>
        <p:txBody>
          <a:bodyPr anchorCtr="0" anchor="t" bIns="0" lIns="0" spcFirstLastPara="1" rIns="0" wrap="square" tIns="0">
            <a:noAutofit/>
          </a:bodyPr>
          <a:lstStyle>
            <a:lvl1pPr lvl="0" algn="r">
              <a:lnSpc>
                <a:spcPct val="80000"/>
              </a:lnSpc>
              <a:buSzPts val="1000"/>
              <a:buNone/>
              <a:defRPr>
                <a:latin typeface="Poppins"/>
                <a:ea typeface="Poppins"/>
                <a:cs typeface="Poppins"/>
                <a:sym typeface="Poppins"/>
              </a:defRPr>
            </a:lvl1pPr>
            <a:lvl2pPr lvl="1" algn="r">
              <a:lnSpc>
                <a:spcPct val="80000"/>
              </a:lnSpc>
              <a:buSzPts val="1000"/>
              <a:buNone/>
              <a:defRPr>
                <a:latin typeface="Poppins"/>
                <a:ea typeface="Poppins"/>
                <a:cs typeface="Poppins"/>
                <a:sym typeface="Poppins"/>
              </a:defRPr>
            </a:lvl2pPr>
            <a:lvl3pPr lvl="2" algn="r">
              <a:lnSpc>
                <a:spcPct val="80000"/>
              </a:lnSpc>
              <a:buSzPts val="1000"/>
              <a:buNone/>
              <a:defRPr>
                <a:latin typeface="Poppins"/>
                <a:ea typeface="Poppins"/>
                <a:cs typeface="Poppins"/>
                <a:sym typeface="Poppins"/>
              </a:defRPr>
            </a:lvl3pPr>
            <a:lvl4pPr lvl="3" algn="r">
              <a:lnSpc>
                <a:spcPct val="80000"/>
              </a:lnSpc>
              <a:buSzPts val="1000"/>
              <a:buNone/>
              <a:defRPr>
                <a:latin typeface="Poppins"/>
                <a:ea typeface="Poppins"/>
                <a:cs typeface="Poppins"/>
                <a:sym typeface="Poppins"/>
              </a:defRPr>
            </a:lvl4pPr>
            <a:lvl5pPr lvl="4" algn="r">
              <a:lnSpc>
                <a:spcPct val="80000"/>
              </a:lnSpc>
              <a:buSzPts val="1000"/>
              <a:buNone/>
              <a:defRPr>
                <a:latin typeface="Poppins"/>
                <a:ea typeface="Poppins"/>
                <a:cs typeface="Poppins"/>
                <a:sym typeface="Poppins"/>
              </a:defRPr>
            </a:lvl5pPr>
            <a:lvl6pPr lvl="5" algn="r">
              <a:lnSpc>
                <a:spcPct val="80000"/>
              </a:lnSpc>
              <a:buSzPts val="1000"/>
              <a:buNone/>
              <a:defRPr>
                <a:latin typeface="Poppins"/>
                <a:ea typeface="Poppins"/>
                <a:cs typeface="Poppins"/>
                <a:sym typeface="Poppins"/>
              </a:defRPr>
            </a:lvl6pPr>
            <a:lvl7pPr lvl="6" algn="r">
              <a:lnSpc>
                <a:spcPct val="80000"/>
              </a:lnSpc>
              <a:buSzPts val="1000"/>
              <a:buNone/>
              <a:defRPr>
                <a:latin typeface="Poppins"/>
                <a:ea typeface="Poppins"/>
                <a:cs typeface="Poppins"/>
                <a:sym typeface="Poppins"/>
              </a:defRPr>
            </a:lvl7pPr>
            <a:lvl8pPr lvl="7" algn="r">
              <a:lnSpc>
                <a:spcPct val="80000"/>
              </a:lnSpc>
              <a:buSzPts val="1000"/>
              <a:buNone/>
              <a:defRPr>
                <a:latin typeface="Poppins"/>
                <a:ea typeface="Poppins"/>
                <a:cs typeface="Poppins"/>
                <a:sym typeface="Poppins"/>
              </a:defRPr>
            </a:lvl8pPr>
            <a:lvl9pPr lvl="8" algn="r">
              <a:lnSpc>
                <a:spcPct val="80000"/>
              </a:lnSpc>
              <a:buSzPts val="1000"/>
              <a:buNone/>
              <a:defRPr>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33" name="Google Shape;33;p4"/>
          <p:cNvSpPr txBox="1"/>
          <p:nvPr>
            <p:ph type="title"/>
          </p:nvPr>
        </p:nvSpPr>
        <p:spPr>
          <a:xfrm>
            <a:off x="455775" y="457206"/>
            <a:ext cx="2634300" cy="38877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3200"/>
              <a:buNone/>
              <a:defRPr sz="3200"/>
            </a:lvl1pPr>
            <a:lvl2pPr lvl="1">
              <a:lnSpc>
                <a:spcPct val="90000"/>
              </a:lnSpc>
              <a:spcBef>
                <a:spcPts val="0"/>
              </a:spcBef>
              <a:spcAft>
                <a:spcPts val="0"/>
              </a:spcAft>
              <a:buSzPts val="2800"/>
              <a:buNone/>
              <a:defRPr/>
            </a:lvl2pPr>
            <a:lvl3pPr lvl="2">
              <a:lnSpc>
                <a:spcPct val="90000"/>
              </a:lnSpc>
              <a:spcBef>
                <a:spcPts val="0"/>
              </a:spcBef>
              <a:spcAft>
                <a:spcPts val="0"/>
              </a:spcAft>
              <a:buSzPts val="2800"/>
              <a:buNone/>
              <a:defRPr/>
            </a:lvl3pPr>
            <a:lvl4pPr lvl="3">
              <a:lnSpc>
                <a:spcPct val="90000"/>
              </a:lnSpc>
              <a:spcBef>
                <a:spcPts val="0"/>
              </a:spcBef>
              <a:spcAft>
                <a:spcPts val="0"/>
              </a:spcAft>
              <a:buSzPts val="2800"/>
              <a:buNone/>
              <a:defRPr/>
            </a:lvl4pPr>
            <a:lvl5pPr lvl="4">
              <a:lnSpc>
                <a:spcPct val="90000"/>
              </a:lnSpc>
              <a:spcBef>
                <a:spcPts val="0"/>
              </a:spcBef>
              <a:spcAft>
                <a:spcPts val="0"/>
              </a:spcAft>
              <a:buSzPts val="2800"/>
              <a:buNone/>
              <a:defRPr/>
            </a:lvl5pPr>
            <a:lvl6pPr lvl="5">
              <a:lnSpc>
                <a:spcPct val="90000"/>
              </a:lnSpc>
              <a:spcBef>
                <a:spcPts val="0"/>
              </a:spcBef>
              <a:spcAft>
                <a:spcPts val="0"/>
              </a:spcAft>
              <a:buSzPts val="2800"/>
              <a:buNone/>
              <a:defRPr/>
            </a:lvl6pPr>
            <a:lvl7pPr lvl="6">
              <a:lnSpc>
                <a:spcPct val="90000"/>
              </a:lnSpc>
              <a:spcBef>
                <a:spcPts val="0"/>
              </a:spcBef>
              <a:spcAft>
                <a:spcPts val="0"/>
              </a:spcAft>
              <a:buSzPts val="2800"/>
              <a:buNone/>
              <a:defRPr/>
            </a:lvl7pPr>
            <a:lvl8pPr lvl="7">
              <a:lnSpc>
                <a:spcPct val="90000"/>
              </a:lnSpc>
              <a:spcBef>
                <a:spcPts val="0"/>
              </a:spcBef>
              <a:spcAft>
                <a:spcPts val="0"/>
              </a:spcAft>
              <a:buSzPts val="2800"/>
              <a:buNone/>
              <a:defRPr/>
            </a:lvl8pPr>
            <a:lvl9pPr lvl="8">
              <a:lnSpc>
                <a:spcPct val="90000"/>
              </a:lnSpc>
              <a:spcBef>
                <a:spcPts val="0"/>
              </a:spcBef>
              <a:spcAft>
                <a:spcPts val="0"/>
              </a:spcAft>
              <a:buSzPts val="2800"/>
              <a:buNone/>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2: Title and 2 column body">
  <p:cSld name="TITLE_AND_TWO_COLUMNS_2">
    <p:spTree>
      <p:nvGrpSpPr>
        <p:cNvPr id="34" name="Shape 34"/>
        <p:cNvGrpSpPr/>
        <p:nvPr/>
      </p:nvGrpSpPr>
      <p:grpSpPr>
        <a:xfrm>
          <a:off x="0" y="0"/>
          <a:ext cx="0" cy="0"/>
          <a:chOff x="0" y="0"/>
          <a:chExt cx="0" cy="0"/>
        </a:xfrm>
      </p:grpSpPr>
      <p:sp>
        <p:nvSpPr>
          <p:cNvPr id="35" name="Google Shape;35;p5"/>
          <p:cNvSpPr txBox="1"/>
          <p:nvPr>
            <p:ph type="title"/>
          </p:nvPr>
        </p:nvSpPr>
        <p:spPr>
          <a:xfrm>
            <a:off x="456825" y="457206"/>
            <a:ext cx="8230200" cy="815400"/>
          </a:xfrm>
          <a:prstGeom prst="rect">
            <a:avLst/>
          </a:prstGeom>
        </p:spPr>
        <p:txBody>
          <a:bodyPr anchorCtr="0" anchor="t" bIns="0" lIns="0" spcFirstLastPara="1" rIns="0" wrap="square" tIns="0">
            <a:noAutofit/>
          </a:bodyPr>
          <a:lstStyle>
            <a:lvl1pPr lvl="0">
              <a:spcBef>
                <a:spcPts val="0"/>
              </a:spcBef>
              <a:spcAft>
                <a:spcPts val="0"/>
              </a:spcAft>
              <a:buSzPts val="24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36" name="Google Shape;36;p5"/>
          <p:cNvSpPr txBox="1"/>
          <p:nvPr>
            <p:ph idx="1" type="body"/>
          </p:nvPr>
        </p:nvSpPr>
        <p:spPr>
          <a:xfrm>
            <a:off x="455775" y="1371605"/>
            <a:ext cx="4033500" cy="2973300"/>
          </a:xfrm>
          <a:prstGeom prst="rect">
            <a:avLst/>
          </a:prstGeom>
        </p:spPr>
        <p:txBody>
          <a:bodyPr anchorCtr="0" anchor="t" bIns="0" lIns="0" spcFirstLastPara="1" rIns="0" wrap="square" tIns="0">
            <a:noAutofit/>
          </a:bodyPr>
          <a:lstStyle>
            <a:lvl1pPr indent="-317500" lvl="0" marL="457200">
              <a:spcBef>
                <a:spcPts val="0"/>
              </a:spcBef>
              <a:spcAft>
                <a:spcPts val="0"/>
              </a:spcAft>
              <a:buSzPts val="1400"/>
              <a:buChar char="●"/>
              <a:defRPr sz="1400">
                <a:solidFill>
                  <a:schemeClr val="dk1"/>
                </a:solidFill>
              </a:defRPr>
            </a:lvl1pPr>
            <a:lvl2pPr indent="-304800" lvl="1" marL="914400">
              <a:spcBef>
                <a:spcPts val="1000"/>
              </a:spcBef>
              <a:spcAft>
                <a:spcPts val="0"/>
              </a:spcAft>
              <a:buSzPts val="1200"/>
              <a:buChar char="○"/>
              <a:defRPr sz="1200">
                <a:solidFill>
                  <a:schemeClr val="dk1"/>
                </a:solidFill>
              </a:defRPr>
            </a:lvl2pPr>
            <a:lvl3pPr indent="-304800" lvl="2" marL="1371600">
              <a:spcBef>
                <a:spcPts val="1000"/>
              </a:spcBef>
              <a:spcAft>
                <a:spcPts val="0"/>
              </a:spcAft>
              <a:buSzPts val="1200"/>
              <a:buChar char="■"/>
              <a:defRPr sz="1200">
                <a:solidFill>
                  <a:schemeClr val="dk1"/>
                </a:solidFill>
              </a:defRPr>
            </a:lvl3pPr>
            <a:lvl4pPr indent="-304800" lvl="3" marL="1828800">
              <a:spcBef>
                <a:spcPts val="1000"/>
              </a:spcBef>
              <a:spcAft>
                <a:spcPts val="0"/>
              </a:spcAft>
              <a:buSzPts val="1200"/>
              <a:buChar char="●"/>
              <a:defRPr sz="1200">
                <a:solidFill>
                  <a:schemeClr val="dk1"/>
                </a:solidFill>
              </a:defRPr>
            </a:lvl4pPr>
            <a:lvl5pPr indent="-304800" lvl="4" marL="2286000">
              <a:spcBef>
                <a:spcPts val="1000"/>
              </a:spcBef>
              <a:spcAft>
                <a:spcPts val="0"/>
              </a:spcAft>
              <a:buSzPts val="1200"/>
              <a:buChar char="○"/>
              <a:defRPr sz="1200">
                <a:solidFill>
                  <a:schemeClr val="dk1"/>
                </a:solidFill>
              </a:defRPr>
            </a:lvl5pPr>
            <a:lvl6pPr indent="-304800" lvl="5" marL="2743200">
              <a:spcBef>
                <a:spcPts val="1000"/>
              </a:spcBef>
              <a:spcAft>
                <a:spcPts val="0"/>
              </a:spcAft>
              <a:buSzPts val="1200"/>
              <a:buChar char="■"/>
              <a:defRPr sz="1200">
                <a:solidFill>
                  <a:schemeClr val="dk1"/>
                </a:solidFill>
              </a:defRPr>
            </a:lvl6pPr>
            <a:lvl7pPr indent="-304800" lvl="6" marL="3200400">
              <a:spcBef>
                <a:spcPts val="1000"/>
              </a:spcBef>
              <a:spcAft>
                <a:spcPts val="0"/>
              </a:spcAft>
              <a:buSzPts val="1200"/>
              <a:buChar char="●"/>
              <a:defRPr sz="1200">
                <a:solidFill>
                  <a:schemeClr val="dk1"/>
                </a:solidFill>
              </a:defRPr>
            </a:lvl7pPr>
            <a:lvl8pPr indent="-304800" lvl="7" marL="3657600">
              <a:spcBef>
                <a:spcPts val="1000"/>
              </a:spcBef>
              <a:spcAft>
                <a:spcPts val="0"/>
              </a:spcAft>
              <a:buSzPts val="1200"/>
              <a:buChar char="○"/>
              <a:defRPr sz="1200">
                <a:solidFill>
                  <a:schemeClr val="dk1"/>
                </a:solidFill>
              </a:defRPr>
            </a:lvl8pPr>
            <a:lvl9pPr indent="-304800" lvl="8" marL="4114800">
              <a:spcBef>
                <a:spcPts val="1000"/>
              </a:spcBef>
              <a:spcAft>
                <a:spcPts val="1000"/>
              </a:spcAft>
              <a:buSzPts val="1200"/>
              <a:buChar char="■"/>
              <a:defRPr sz="1200">
                <a:solidFill>
                  <a:schemeClr val="dk1"/>
                </a:solidFill>
              </a:defRPr>
            </a:lvl9pPr>
          </a:lstStyle>
          <a:p/>
        </p:txBody>
      </p:sp>
      <p:sp>
        <p:nvSpPr>
          <p:cNvPr id="37" name="Google Shape;37;p5"/>
          <p:cNvSpPr txBox="1"/>
          <p:nvPr>
            <p:ph idx="2" type="body"/>
          </p:nvPr>
        </p:nvSpPr>
        <p:spPr>
          <a:xfrm>
            <a:off x="4654713" y="1371605"/>
            <a:ext cx="4033500" cy="2973300"/>
          </a:xfrm>
          <a:prstGeom prst="rect">
            <a:avLst/>
          </a:prstGeom>
        </p:spPr>
        <p:txBody>
          <a:bodyPr anchorCtr="0" anchor="t" bIns="0" lIns="0" spcFirstLastPara="1" rIns="0" wrap="square" tIns="0">
            <a:noAutofit/>
          </a:bodyPr>
          <a:lstStyle>
            <a:lvl1pPr indent="-317500" lvl="0" marL="457200">
              <a:spcBef>
                <a:spcPts val="0"/>
              </a:spcBef>
              <a:spcAft>
                <a:spcPts val="0"/>
              </a:spcAft>
              <a:buSzPts val="1400"/>
              <a:buChar char="●"/>
              <a:defRPr sz="1400">
                <a:solidFill>
                  <a:schemeClr val="dk1"/>
                </a:solidFill>
              </a:defRPr>
            </a:lvl1pPr>
            <a:lvl2pPr indent="-304800" lvl="1" marL="914400">
              <a:spcBef>
                <a:spcPts val="1000"/>
              </a:spcBef>
              <a:spcAft>
                <a:spcPts val="0"/>
              </a:spcAft>
              <a:buSzPts val="1200"/>
              <a:buChar char="○"/>
              <a:defRPr sz="1200">
                <a:solidFill>
                  <a:schemeClr val="dk1"/>
                </a:solidFill>
              </a:defRPr>
            </a:lvl2pPr>
            <a:lvl3pPr indent="-304800" lvl="2" marL="1371600">
              <a:spcBef>
                <a:spcPts val="1000"/>
              </a:spcBef>
              <a:spcAft>
                <a:spcPts val="0"/>
              </a:spcAft>
              <a:buSzPts val="1200"/>
              <a:buChar char="■"/>
              <a:defRPr sz="1200">
                <a:solidFill>
                  <a:schemeClr val="dk1"/>
                </a:solidFill>
              </a:defRPr>
            </a:lvl3pPr>
            <a:lvl4pPr indent="-304800" lvl="3" marL="1828800">
              <a:spcBef>
                <a:spcPts val="1000"/>
              </a:spcBef>
              <a:spcAft>
                <a:spcPts val="0"/>
              </a:spcAft>
              <a:buSzPts val="1200"/>
              <a:buChar char="●"/>
              <a:defRPr sz="1200">
                <a:solidFill>
                  <a:schemeClr val="dk1"/>
                </a:solidFill>
              </a:defRPr>
            </a:lvl4pPr>
            <a:lvl5pPr indent="-304800" lvl="4" marL="2286000">
              <a:spcBef>
                <a:spcPts val="1000"/>
              </a:spcBef>
              <a:spcAft>
                <a:spcPts val="0"/>
              </a:spcAft>
              <a:buSzPts val="1200"/>
              <a:buChar char="○"/>
              <a:defRPr sz="1200">
                <a:solidFill>
                  <a:schemeClr val="dk1"/>
                </a:solidFill>
              </a:defRPr>
            </a:lvl5pPr>
            <a:lvl6pPr indent="-304800" lvl="5" marL="2743200">
              <a:spcBef>
                <a:spcPts val="1000"/>
              </a:spcBef>
              <a:spcAft>
                <a:spcPts val="0"/>
              </a:spcAft>
              <a:buSzPts val="1200"/>
              <a:buChar char="■"/>
              <a:defRPr sz="1200">
                <a:solidFill>
                  <a:schemeClr val="dk1"/>
                </a:solidFill>
              </a:defRPr>
            </a:lvl6pPr>
            <a:lvl7pPr indent="-304800" lvl="6" marL="3200400">
              <a:spcBef>
                <a:spcPts val="1000"/>
              </a:spcBef>
              <a:spcAft>
                <a:spcPts val="0"/>
              </a:spcAft>
              <a:buSzPts val="1200"/>
              <a:buChar char="●"/>
              <a:defRPr sz="1200">
                <a:solidFill>
                  <a:schemeClr val="dk1"/>
                </a:solidFill>
              </a:defRPr>
            </a:lvl7pPr>
            <a:lvl8pPr indent="-304800" lvl="7" marL="3657600">
              <a:spcBef>
                <a:spcPts val="1000"/>
              </a:spcBef>
              <a:spcAft>
                <a:spcPts val="0"/>
              </a:spcAft>
              <a:buSzPts val="1200"/>
              <a:buChar char="○"/>
              <a:defRPr sz="1200">
                <a:solidFill>
                  <a:schemeClr val="dk1"/>
                </a:solidFill>
              </a:defRPr>
            </a:lvl8pPr>
            <a:lvl9pPr indent="-304800" lvl="8" marL="4114800">
              <a:spcBef>
                <a:spcPts val="1000"/>
              </a:spcBef>
              <a:spcAft>
                <a:spcPts val="1000"/>
              </a:spcAft>
              <a:buSzPts val="1200"/>
              <a:buChar char="■"/>
              <a:defRPr sz="1200">
                <a:solidFill>
                  <a:schemeClr val="dk1"/>
                </a:solidFill>
              </a:defRPr>
            </a:lvl9pPr>
          </a:lstStyle>
          <a:p/>
        </p:txBody>
      </p:sp>
      <p:sp>
        <p:nvSpPr>
          <p:cNvPr id="38" name="Google Shape;38;p5"/>
          <p:cNvSpPr txBox="1"/>
          <p:nvPr>
            <p:ph idx="12" type="sldNum"/>
          </p:nvPr>
        </p:nvSpPr>
        <p:spPr>
          <a:xfrm>
            <a:off x="8256725" y="4708927"/>
            <a:ext cx="437100" cy="107400"/>
          </a:xfrm>
          <a:prstGeom prst="rect">
            <a:avLst/>
          </a:prstGeom>
        </p:spPr>
        <p:txBody>
          <a:bodyPr anchorCtr="0" anchor="t" bIns="0" lIns="0" spcFirstLastPara="1" rIns="0" wrap="square" tIns="0">
            <a:noAutofit/>
          </a:bodyPr>
          <a:lstStyle>
            <a:lvl1pPr lvl="0" algn="r">
              <a:lnSpc>
                <a:spcPct val="80000"/>
              </a:lnSpc>
              <a:buSzPts val="1000"/>
              <a:buNone/>
              <a:defRPr>
                <a:latin typeface="Poppins"/>
                <a:ea typeface="Poppins"/>
                <a:cs typeface="Poppins"/>
                <a:sym typeface="Poppins"/>
              </a:defRPr>
            </a:lvl1pPr>
            <a:lvl2pPr lvl="1" algn="r">
              <a:lnSpc>
                <a:spcPct val="80000"/>
              </a:lnSpc>
              <a:buSzPts val="1000"/>
              <a:buNone/>
              <a:defRPr>
                <a:latin typeface="Poppins"/>
                <a:ea typeface="Poppins"/>
                <a:cs typeface="Poppins"/>
                <a:sym typeface="Poppins"/>
              </a:defRPr>
            </a:lvl2pPr>
            <a:lvl3pPr lvl="2" algn="r">
              <a:lnSpc>
                <a:spcPct val="80000"/>
              </a:lnSpc>
              <a:buSzPts val="1000"/>
              <a:buNone/>
              <a:defRPr>
                <a:latin typeface="Poppins"/>
                <a:ea typeface="Poppins"/>
                <a:cs typeface="Poppins"/>
                <a:sym typeface="Poppins"/>
              </a:defRPr>
            </a:lvl3pPr>
            <a:lvl4pPr lvl="3" algn="r">
              <a:lnSpc>
                <a:spcPct val="80000"/>
              </a:lnSpc>
              <a:buSzPts val="1000"/>
              <a:buNone/>
              <a:defRPr>
                <a:latin typeface="Poppins"/>
                <a:ea typeface="Poppins"/>
                <a:cs typeface="Poppins"/>
                <a:sym typeface="Poppins"/>
              </a:defRPr>
            </a:lvl4pPr>
            <a:lvl5pPr lvl="4" algn="r">
              <a:lnSpc>
                <a:spcPct val="80000"/>
              </a:lnSpc>
              <a:buSzPts val="1000"/>
              <a:buNone/>
              <a:defRPr>
                <a:latin typeface="Poppins"/>
                <a:ea typeface="Poppins"/>
                <a:cs typeface="Poppins"/>
                <a:sym typeface="Poppins"/>
              </a:defRPr>
            </a:lvl5pPr>
            <a:lvl6pPr lvl="5" algn="r">
              <a:lnSpc>
                <a:spcPct val="80000"/>
              </a:lnSpc>
              <a:buSzPts val="1000"/>
              <a:buNone/>
              <a:defRPr>
                <a:latin typeface="Poppins"/>
                <a:ea typeface="Poppins"/>
                <a:cs typeface="Poppins"/>
                <a:sym typeface="Poppins"/>
              </a:defRPr>
            </a:lvl6pPr>
            <a:lvl7pPr lvl="6" algn="r">
              <a:lnSpc>
                <a:spcPct val="80000"/>
              </a:lnSpc>
              <a:buSzPts val="1000"/>
              <a:buNone/>
              <a:defRPr>
                <a:latin typeface="Poppins"/>
                <a:ea typeface="Poppins"/>
                <a:cs typeface="Poppins"/>
                <a:sym typeface="Poppins"/>
              </a:defRPr>
            </a:lvl7pPr>
            <a:lvl8pPr lvl="7" algn="r">
              <a:lnSpc>
                <a:spcPct val="80000"/>
              </a:lnSpc>
              <a:buSzPts val="1000"/>
              <a:buNone/>
              <a:defRPr>
                <a:latin typeface="Poppins"/>
                <a:ea typeface="Poppins"/>
                <a:cs typeface="Poppins"/>
                <a:sym typeface="Poppins"/>
              </a:defRPr>
            </a:lvl8pPr>
            <a:lvl9pPr lvl="8" algn="r">
              <a:lnSpc>
                <a:spcPct val="80000"/>
              </a:lnSpc>
              <a:buSzPts val="1000"/>
              <a:buNone/>
              <a:defRPr>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3: Title and 3 column body">
  <p:cSld name="TITLE_AND_TWO_COLUMNS_1">
    <p:spTree>
      <p:nvGrpSpPr>
        <p:cNvPr id="39" name="Shape 39"/>
        <p:cNvGrpSpPr/>
        <p:nvPr/>
      </p:nvGrpSpPr>
      <p:grpSpPr>
        <a:xfrm>
          <a:off x="0" y="0"/>
          <a:ext cx="0" cy="0"/>
          <a:chOff x="0" y="0"/>
          <a:chExt cx="0" cy="0"/>
        </a:xfrm>
      </p:grpSpPr>
      <p:sp>
        <p:nvSpPr>
          <p:cNvPr id="40" name="Google Shape;40;p6"/>
          <p:cNvSpPr txBox="1"/>
          <p:nvPr>
            <p:ph type="title"/>
          </p:nvPr>
        </p:nvSpPr>
        <p:spPr>
          <a:xfrm>
            <a:off x="456825" y="457206"/>
            <a:ext cx="8230200" cy="815400"/>
          </a:xfrm>
          <a:prstGeom prst="rect">
            <a:avLst/>
          </a:prstGeom>
        </p:spPr>
        <p:txBody>
          <a:bodyPr anchorCtr="0" anchor="t" bIns="0" lIns="0" spcFirstLastPara="1" rIns="0" wrap="square" tIns="0">
            <a:noAutofit/>
          </a:bodyPr>
          <a:lstStyle>
            <a:lvl1pPr lvl="0">
              <a:spcBef>
                <a:spcPts val="0"/>
              </a:spcBef>
              <a:spcAft>
                <a:spcPts val="0"/>
              </a:spcAft>
              <a:buSzPts val="24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41" name="Google Shape;41;p6"/>
          <p:cNvSpPr txBox="1"/>
          <p:nvPr>
            <p:ph idx="1" type="body"/>
          </p:nvPr>
        </p:nvSpPr>
        <p:spPr>
          <a:xfrm>
            <a:off x="455775" y="1371605"/>
            <a:ext cx="2634300" cy="2973300"/>
          </a:xfrm>
          <a:prstGeom prst="rect">
            <a:avLst/>
          </a:prstGeom>
        </p:spPr>
        <p:txBody>
          <a:bodyPr anchorCtr="0" anchor="t" bIns="0" lIns="0" spcFirstLastPara="1" rIns="0" wrap="square" tIns="0">
            <a:noAutofit/>
          </a:bodyPr>
          <a:lstStyle>
            <a:lvl1pPr indent="-317500" lvl="0" marL="457200">
              <a:spcBef>
                <a:spcPts val="0"/>
              </a:spcBef>
              <a:spcAft>
                <a:spcPts val="0"/>
              </a:spcAft>
              <a:buSzPts val="1400"/>
              <a:buChar char="●"/>
              <a:defRPr sz="1400">
                <a:solidFill>
                  <a:schemeClr val="dk1"/>
                </a:solidFill>
              </a:defRPr>
            </a:lvl1pPr>
            <a:lvl2pPr indent="-304800" lvl="1" marL="914400">
              <a:spcBef>
                <a:spcPts val="1000"/>
              </a:spcBef>
              <a:spcAft>
                <a:spcPts val="0"/>
              </a:spcAft>
              <a:buSzPts val="1200"/>
              <a:buChar char="○"/>
              <a:defRPr sz="1200">
                <a:solidFill>
                  <a:schemeClr val="dk1"/>
                </a:solidFill>
              </a:defRPr>
            </a:lvl2pPr>
            <a:lvl3pPr indent="-304800" lvl="2" marL="1371600">
              <a:spcBef>
                <a:spcPts val="1000"/>
              </a:spcBef>
              <a:spcAft>
                <a:spcPts val="0"/>
              </a:spcAft>
              <a:buSzPts val="1200"/>
              <a:buChar char="■"/>
              <a:defRPr sz="1200">
                <a:solidFill>
                  <a:schemeClr val="dk1"/>
                </a:solidFill>
              </a:defRPr>
            </a:lvl3pPr>
            <a:lvl4pPr indent="-304800" lvl="3" marL="1828800">
              <a:spcBef>
                <a:spcPts val="1000"/>
              </a:spcBef>
              <a:spcAft>
                <a:spcPts val="0"/>
              </a:spcAft>
              <a:buSzPts val="1200"/>
              <a:buChar char="●"/>
              <a:defRPr sz="1200">
                <a:solidFill>
                  <a:schemeClr val="dk1"/>
                </a:solidFill>
              </a:defRPr>
            </a:lvl4pPr>
            <a:lvl5pPr indent="-304800" lvl="4" marL="2286000">
              <a:spcBef>
                <a:spcPts val="1000"/>
              </a:spcBef>
              <a:spcAft>
                <a:spcPts val="0"/>
              </a:spcAft>
              <a:buSzPts val="1200"/>
              <a:buChar char="○"/>
              <a:defRPr sz="1200">
                <a:solidFill>
                  <a:schemeClr val="dk1"/>
                </a:solidFill>
              </a:defRPr>
            </a:lvl5pPr>
            <a:lvl6pPr indent="-304800" lvl="5" marL="2743200">
              <a:spcBef>
                <a:spcPts val="1000"/>
              </a:spcBef>
              <a:spcAft>
                <a:spcPts val="0"/>
              </a:spcAft>
              <a:buSzPts val="1200"/>
              <a:buChar char="■"/>
              <a:defRPr sz="1200">
                <a:solidFill>
                  <a:schemeClr val="dk1"/>
                </a:solidFill>
              </a:defRPr>
            </a:lvl6pPr>
            <a:lvl7pPr indent="-304800" lvl="6" marL="3200400">
              <a:spcBef>
                <a:spcPts val="1000"/>
              </a:spcBef>
              <a:spcAft>
                <a:spcPts val="0"/>
              </a:spcAft>
              <a:buSzPts val="1200"/>
              <a:buChar char="●"/>
              <a:defRPr sz="1200">
                <a:solidFill>
                  <a:schemeClr val="dk1"/>
                </a:solidFill>
              </a:defRPr>
            </a:lvl7pPr>
            <a:lvl8pPr indent="-304800" lvl="7" marL="3657600">
              <a:spcBef>
                <a:spcPts val="1000"/>
              </a:spcBef>
              <a:spcAft>
                <a:spcPts val="0"/>
              </a:spcAft>
              <a:buSzPts val="1200"/>
              <a:buChar char="○"/>
              <a:defRPr sz="1200">
                <a:solidFill>
                  <a:schemeClr val="dk1"/>
                </a:solidFill>
              </a:defRPr>
            </a:lvl8pPr>
            <a:lvl9pPr indent="-304800" lvl="8" marL="4114800">
              <a:spcBef>
                <a:spcPts val="1000"/>
              </a:spcBef>
              <a:spcAft>
                <a:spcPts val="1000"/>
              </a:spcAft>
              <a:buSzPts val="1200"/>
              <a:buChar char="■"/>
              <a:defRPr sz="1200">
                <a:solidFill>
                  <a:schemeClr val="dk1"/>
                </a:solidFill>
              </a:defRPr>
            </a:lvl9pPr>
          </a:lstStyle>
          <a:p/>
        </p:txBody>
      </p:sp>
      <p:sp>
        <p:nvSpPr>
          <p:cNvPr id="42" name="Google Shape;42;p6"/>
          <p:cNvSpPr txBox="1"/>
          <p:nvPr>
            <p:ph idx="12" type="sldNum"/>
          </p:nvPr>
        </p:nvSpPr>
        <p:spPr>
          <a:xfrm>
            <a:off x="8256725" y="4708927"/>
            <a:ext cx="437100" cy="107400"/>
          </a:xfrm>
          <a:prstGeom prst="rect">
            <a:avLst/>
          </a:prstGeom>
        </p:spPr>
        <p:txBody>
          <a:bodyPr anchorCtr="0" anchor="t" bIns="0" lIns="0" spcFirstLastPara="1" rIns="0" wrap="square" tIns="0">
            <a:noAutofit/>
          </a:bodyPr>
          <a:lstStyle>
            <a:lvl1pPr lvl="0" algn="r">
              <a:lnSpc>
                <a:spcPct val="80000"/>
              </a:lnSpc>
              <a:buSzPts val="1000"/>
              <a:buNone/>
              <a:defRPr>
                <a:latin typeface="Poppins"/>
                <a:ea typeface="Poppins"/>
                <a:cs typeface="Poppins"/>
                <a:sym typeface="Poppins"/>
              </a:defRPr>
            </a:lvl1pPr>
            <a:lvl2pPr lvl="1" algn="r">
              <a:lnSpc>
                <a:spcPct val="80000"/>
              </a:lnSpc>
              <a:buSzPts val="1000"/>
              <a:buNone/>
              <a:defRPr>
                <a:latin typeface="Poppins"/>
                <a:ea typeface="Poppins"/>
                <a:cs typeface="Poppins"/>
                <a:sym typeface="Poppins"/>
              </a:defRPr>
            </a:lvl2pPr>
            <a:lvl3pPr lvl="2" algn="r">
              <a:lnSpc>
                <a:spcPct val="80000"/>
              </a:lnSpc>
              <a:buSzPts val="1000"/>
              <a:buNone/>
              <a:defRPr>
                <a:latin typeface="Poppins"/>
                <a:ea typeface="Poppins"/>
                <a:cs typeface="Poppins"/>
                <a:sym typeface="Poppins"/>
              </a:defRPr>
            </a:lvl3pPr>
            <a:lvl4pPr lvl="3" algn="r">
              <a:lnSpc>
                <a:spcPct val="80000"/>
              </a:lnSpc>
              <a:buSzPts val="1000"/>
              <a:buNone/>
              <a:defRPr>
                <a:latin typeface="Poppins"/>
                <a:ea typeface="Poppins"/>
                <a:cs typeface="Poppins"/>
                <a:sym typeface="Poppins"/>
              </a:defRPr>
            </a:lvl4pPr>
            <a:lvl5pPr lvl="4" algn="r">
              <a:lnSpc>
                <a:spcPct val="80000"/>
              </a:lnSpc>
              <a:buSzPts val="1000"/>
              <a:buNone/>
              <a:defRPr>
                <a:latin typeface="Poppins"/>
                <a:ea typeface="Poppins"/>
                <a:cs typeface="Poppins"/>
                <a:sym typeface="Poppins"/>
              </a:defRPr>
            </a:lvl5pPr>
            <a:lvl6pPr lvl="5" algn="r">
              <a:lnSpc>
                <a:spcPct val="80000"/>
              </a:lnSpc>
              <a:buSzPts val="1000"/>
              <a:buNone/>
              <a:defRPr>
                <a:latin typeface="Poppins"/>
                <a:ea typeface="Poppins"/>
                <a:cs typeface="Poppins"/>
                <a:sym typeface="Poppins"/>
              </a:defRPr>
            </a:lvl6pPr>
            <a:lvl7pPr lvl="6" algn="r">
              <a:lnSpc>
                <a:spcPct val="80000"/>
              </a:lnSpc>
              <a:buSzPts val="1000"/>
              <a:buNone/>
              <a:defRPr>
                <a:latin typeface="Poppins"/>
                <a:ea typeface="Poppins"/>
                <a:cs typeface="Poppins"/>
                <a:sym typeface="Poppins"/>
              </a:defRPr>
            </a:lvl7pPr>
            <a:lvl8pPr lvl="7" algn="r">
              <a:lnSpc>
                <a:spcPct val="80000"/>
              </a:lnSpc>
              <a:buSzPts val="1000"/>
              <a:buNone/>
              <a:defRPr>
                <a:latin typeface="Poppins"/>
                <a:ea typeface="Poppins"/>
                <a:cs typeface="Poppins"/>
                <a:sym typeface="Poppins"/>
              </a:defRPr>
            </a:lvl8pPr>
            <a:lvl9pPr lvl="8" algn="r">
              <a:lnSpc>
                <a:spcPct val="80000"/>
              </a:lnSpc>
              <a:buSzPts val="1000"/>
              <a:buNone/>
              <a:defRPr>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43" name="Google Shape;43;p6"/>
          <p:cNvSpPr txBox="1"/>
          <p:nvPr>
            <p:ph idx="2" type="body"/>
          </p:nvPr>
        </p:nvSpPr>
        <p:spPr>
          <a:xfrm>
            <a:off x="3255013" y="1371605"/>
            <a:ext cx="2634300" cy="2973300"/>
          </a:xfrm>
          <a:prstGeom prst="rect">
            <a:avLst/>
          </a:prstGeom>
        </p:spPr>
        <p:txBody>
          <a:bodyPr anchorCtr="0" anchor="t" bIns="0" lIns="0" spcFirstLastPara="1" rIns="0" wrap="square" tIns="0">
            <a:noAutofit/>
          </a:bodyPr>
          <a:lstStyle>
            <a:lvl1pPr indent="-317500" lvl="0" marL="457200">
              <a:spcBef>
                <a:spcPts val="0"/>
              </a:spcBef>
              <a:spcAft>
                <a:spcPts val="0"/>
              </a:spcAft>
              <a:buSzPts val="1400"/>
              <a:buChar char="●"/>
              <a:defRPr sz="1400">
                <a:solidFill>
                  <a:schemeClr val="dk1"/>
                </a:solidFill>
              </a:defRPr>
            </a:lvl1pPr>
            <a:lvl2pPr indent="-304800" lvl="1" marL="914400">
              <a:spcBef>
                <a:spcPts val="1000"/>
              </a:spcBef>
              <a:spcAft>
                <a:spcPts val="0"/>
              </a:spcAft>
              <a:buSzPts val="1200"/>
              <a:buChar char="○"/>
              <a:defRPr sz="1200">
                <a:solidFill>
                  <a:schemeClr val="dk1"/>
                </a:solidFill>
              </a:defRPr>
            </a:lvl2pPr>
            <a:lvl3pPr indent="-304800" lvl="2" marL="1371600">
              <a:spcBef>
                <a:spcPts val="1000"/>
              </a:spcBef>
              <a:spcAft>
                <a:spcPts val="0"/>
              </a:spcAft>
              <a:buSzPts val="1200"/>
              <a:buChar char="■"/>
              <a:defRPr sz="1200">
                <a:solidFill>
                  <a:schemeClr val="dk1"/>
                </a:solidFill>
              </a:defRPr>
            </a:lvl3pPr>
            <a:lvl4pPr indent="-304800" lvl="3" marL="1828800">
              <a:spcBef>
                <a:spcPts val="1000"/>
              </a:spcBef>
              <a:spcAft>
                <a:spcPts val="0"/>
              </a:spcAft>
              <a:buSzPts val="1200"/>
              <a:buChar char="●"/>
              <a:defRPr sz="1200">
                <a:solidFill>
                  <a:schemeClr val="dk1"/>
                </a:solidFill>
              </a:defRPr>
            </a:lvl4pPr>
            <a:lvl5pPr indent="-304800" lvl="4" marL="2286000">
              <a:spcBef>
                <a:spcPts val="1000"/>
              </a:spcBef>
              <a:spcAft>
                <a:spcPts val="0"/>
              </a:spcAft>
              <a:buSzPts val="1200"/>
              <a:buChar char="○"/>
              <a:defRPr sz="1200">
                <a:solidFill>
                  <a:schemeClr val="dk1"/>
                </a:solidFill>
              </a:defRPr>
            </a:lvl5pPr>
            <a:lvl6pPr indent="-304800" lvl="5" marL="2743200">
              <a:spcBef>
                <a:spcPts val="1000"/>
              </a:spcBef>
              <a:spcAft>
                <a:spcPts val="0"/>
              </a:spcAft>
              <a:buSzPts val="1200"/>
              <a:buChar char="■"/>
              <a:defRPr sz="1200">
                <a:solidFill>
                  <a:schemeClr val="dk1"/>
                </a:solidFill>
              </a:defRPr>
            </a:lvl6pPr>
            <a:lvl7pPr indent="-304800" lvl="6" marL="3200400">
              <a:spcBef>
                <a:spcPts val="1000"/>
              </a:spcBef>
              <a:spcAft>
                <a:spcPts val="0"/>
              </a:spcAft>
              <a:buSzPts val="1200"/>
              <a:buChar char="●"/>
              <a:defRPr sz="1200">
                <a:solidFill>
                  <a:schemeClr val="dk1"/>
                </a:solidFill>
              </a:defRPr>
            </a:lvl7pPr>
            <a:lvl8pPr indent="-304800" lvl="7" marL="3657600">
              <a:spcBef>
                <a:spcPts val="1000"/>
              </a:spcBef>
              <a:spcAft>
                <a:spcPts val="0"/>
              </a:spcAft>
              <a:buSzPts val="1200"/>
              <a:buChar char="○"/>
              <a:defRPr sz="1200">
                <a:solidFill>
                  <a:schemeClr val="dk1"/>
                </a:solidFill>
              </a:defRPr>
            </a:lvl8pPr>
            <a:lvl9pPr indent="-304800" lvl="8" marL="4114800">
              <a:spcBef>
                <a:spcPts val="1000"/>
              </a:spcBef>
              <a:spcAft>
                <a:spcPts val="1000"/>
              </a:spcAft>
              <a:buSzPts val="1200"/>
              <a:buChar char="■"/>
              <a:defRPr sz="1200">
                <a:solidFill>
                  <a:schemeClr val="dk1"/>
                </a:solidFill>
              </a:defRPr>
            </a:lvl9pPr>
          </a:lstStyle>
          <a:p/>
        </p:txBody>
      </p:sp>
      <p:sp>
        <p:nvSpPr>
          <p:cNvPr id="44" name="Google Shape;44;p6"/>
          <p:cNvSpPr txBox="1"/>
          <p:nvPr>
            <p:ph idx="3" type="body"/>
          </p:nvPr>
        </p:nvSpPr>
        <p:spPr>
          <a:xfrm>
            <a:off x="6053325" y="1371605"/>
            <a:ext cx="2634900" cy="2973300"/>
          </a:xfrm>
          <a:prstGeom prst="rect">
            <a:avLst/>
          </a:prstGeom>
        </p:spPr>
        <p:txBody>
          <a:bodyPr anchorCtr="0" anchor="t" bIns="0" lIns="0" spcFirstLastPara="1" rIns="0" wrap="square" tIns="0">
            <a:noAutofit/>
          </a:bodyPr>
          <a:lstStyle>
            <a:lvl1pPr indent="-317500" lvl="0" marL="457200">
              <a:spcBef>
                <a:spcPts val="0"/>
              </a:spcBef>
              <a:spcAft>
                <a:spcPts val="0"/>
              </a:spcAft>
              <a:buSzPts val="1400"/>
              <a:buChar char="●"/>
              <a:defRPr sz="1400">
                <a:solidFill>
                  <a:schemeClr val="dk1"/>
                </a:solidFill>
              </a:defRPr>
            </a:lvl1pPr>
            <a:lvl2pPr indent="-304800" lvl="1" marL="914400">
              <a:spcBef>
                <a:spcPts val="1000"/>
              </a:spcBef>
              <a:spcAft>
                <a:spcPts val="0"/>
              </a:spcAft>
              <a:buSzPts val="1200"/>
              <a:buChar char="○"/>
              <a:defRPr sz="1200">
                <a:solidFill>
                  <a:schemeClr val="dk1"/>
                </a:solidFill>
              </a:defRPr>
            </a:lvl2pPr>
            <a:lvl3pPr indent="-304800" lvl="2" marL="1371600">
              <a:spcBef>
                <a:spcPts val="1000"/>
              </a:spcBef>
              <a:spcAft>
                <a:spcPts val="0"/>
              </a:spcAft>
              <a:buSzPts val="1200"/>
              <a:buChar char="■"/>
              <a:defRPr sz="1200">
                <a:solidFill>
                  <a:schemeClr val="dk1"/>
                </a:solidFill>
              </a:defRPr>
            </a:lvl3pPr>
            <a:lvl4pPr indent="-304800" lvl="3" marL="1828800">
              <a:spcBef>
                <a:spcPts val="1000"/>
              </a:spcBef>
              <a:spcAft>
                <a:spcPts val="0"/>
              </a:spcAft>
              <a:buSzPts val="1200"/>
              <a:buChar char="●"/>
              <a:defRPr sz="1200">
                <a:solidFill>
                  <a:schemeClr val="dk1"/>
                </a:solidFill>
              </a:defRPr>
            </a:lvl4pPr>
            <a:lvl5pPr indent="-304800" lvl="4" marL="2286000">
              <a:spcBef>
                <a:spcPts val="1000"/>
              </a:spcBef>
              <a:spcAft>
                <a:spcPts val="0"/>
              </a:spcAft>
              <a:buSzPts val="1200"/>
              <a:buChar char="○"/>
              <a:defRPr sz="1200">
                <a:solidFill>
                  <a:schemeClr val="dk1"/>
                </a:solidFill>
              </a:defRPr>
            </a:lvl5pPr>
            <a:lvl6pPr indent="-304800" lvl="5" marL="2743200">
              <a:spcBef>
                <a:spcPts val="1000"/>
              </a:spcBef>
              <a:spcAft>
                <a:spcPts val="0"/>
              </a:spcAft>
              <a:buSzPts val="1200"/>
              <a:buChar char="■"/>
              <a:defRPr sz="1200">
                <a:solidFill>
                  <a:schemeClr val="dk1"/>
                </a:solidFill>
              </a:defRPr>
            </a:lvl6pPr>
            <a:lvl7pPr indent="-304800" lvl="6" marL="3200400">
              <a:spcBef>
                <a:spcPts val="1000"/>
              </a:spcBef>
              <a:spcAft>
                <a:spcPts val="0"/>
              </a:spcAft>
              <a:buSzPts val="1200"/>
              <a:buChar char="●"/>
              <a:defRPr sz="1200">
                <a:solidFill>
                  <a:schemeClr val="dk1"/>
                </a:solidFill>
              </a:defRPr>
            </a:lvl7pPr>
            <a:lvl8pPr indent="-304800" lvl="7" marL="3657600">
              <a:spcBef>
                <a:spcPts val="1000"/>
              </a:spcBef>
              <a:spcAft>
                <a:spcPts val="0"/>
              </a:spcAft>
              <a:buSzPts val="1200"/>
              <a:buChar char="○"/>
              <a:defRPr sz="1200">
                <a:solidFill>
                  <a:schemeClr val="dk1"/>
                </a:solidFill>
              </a:defRPr>
            </a:lvl8pPr>
            <a:lvl9pPr indent="-304800" lvl="8" marL="4114800">
              <a:spcBef>
                <a:spcPts val="1000"/>
              </a:spcBef>
              <a:spcAft>
                <a:spcPts val="1000"/>
              </a:spcAft>
              <a:buSzPts val="1200"/>
              <a:buChar char="■"/>
              <a:defRPr sz="1200">
                <a:solidFill>
                  <a:schemeClr val="dk1"/>
                </a:solidFill>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6: Title only">
  <p:cSld name="TITLE_ONLY_1">
    <p:spTree>
      <p:nvGrpSpPr>
        <p:cNvPr id="45" name="Shape 45"/>
        <p:cNvGrpSpPr/>
        <p:nvPr/>
      </p:nvGrpSpPr>
      <p:grpSpPr>
        <a:xfrm>
          <a:off x="0" y="0"/>
          <a:ext cx="0" cy="0"/>
          <a:chOff x="0" y="0"/>
          <a:chExt cx="0" cy="0"/>
        </a:xfrm>
      </p:grpSpPr>
      <p:sp>
        <p:nvSpPr>
          <p:cNvPr id="46" name="Google Shape;46;p7"/>
          <p:cNvSpPr txBox="1"/>
          <p:nvPr>
            <p:ph type="title"/>
          </p:nvPr>
        </p:nvSpPr>
        <p:spPr>
          <a:xfrm>
            <a:off x="456825" y="457206"/>
            <a:ext cx="8230200" cy="815400"/>
          </a:xfrm>
          <a:prstGeom prst="rect">
            <a:avLst/>
          </a:prstGeom>
        </p:spPr>
        <p:txBody>
          <a:bodyPr anchorCtr="0" anchor="t" bIns="0" lIns="0" spcFirstLastPara="1" rIns="0" wrap="square" tIns="0">
            <a:noAutofit/>
          </a:bodyPr>
          <a:lstStyle>
            <a:lvl1pPr lvl="0">
              <a:spcBef>
                <a:spcPts val="0"/>
              </a:spcBef>
              <a:spcAft>
                <a:spcPts val="0"/>
              </a:spcAft>
              <a:buSzPts val="24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47" name="Google Shape;47;p7"/>
          <p:cNvSpPr txBox="1"/>
          <p:nvPr>
            <p:ph idx="12" type="sldNum"/>
          </p:nvPr>
        </p:nvSpPr>
        <p:spPr>
          <a:xfrm>
            <a:off x="8256725" y="4708927"/>
            <a:ext cx="437100" cy="107400"/>
          </a:xfrm>
          <a:prstGeom prst="rect">
            <a:avLst/>
          </a:prstGeom>
        </p:spPr>
        <p:txBody>
          <a:bodyPr anchorCtr="0" anchor="t" bIns="0" lIns="0" spcFirstLastPara="1" rIns="0" wrap="square" tIns="0">
            <a:noAutofit/>
          </a:bodyPr>
          <a:lstStyle>
            <a:lvl1pPr lvl="0" algn="r">
              <a:lnSpc>
                <a:spcPct val="80000"/>
              </a:lnSpc>
              <a:buSzPts val="1000"/>
              <a:buNone/>
              <a:defRPr>
                <a:latin typeface="Poppins"/>
                <a:ea typeface="Poppins"/>
                <a:cs typeface="Poppins"/>
                <a:sym typeface="Poppins"/>
              </a:defRPr>
            </a:lvl1pPr>
            <a:lvl2pPr lvl="1" algn="r">
              <a:lnSpc>
                <a:spcPct val="80000"/>
              </a:lnSpc>
              <a:buSzPts val="1000"/>
              <a:buNone/>
              <a:defRPr>
                <a:latin typeface="Poppins"/>
                <a:ea typeface="Poppins"/>
                <a:cs typeface="Poppins"/>
                <a:sym typeface="Poppins"/>
              </a:defRPr>
            </a:lvl2pPr>
            <a:lvl3pPr lvl="2" algn="r">
              <a:lnSpc>
                <a:spcPct val="80000"/>
              </a:lnSpc>
              <a:buSzPts val="1000"/>
              <a:buNone/>
              <a:defRPr>
                <a:latin typeface="Poppins"/>
                <a:ea typeface="Poppins"/>
                <a:cs typeface="Poppins"/>
                <a:sym typeface="Poppins"/>
              </a:defRPr>
            </a:lvl3pPr>
            <a:lvl4pPr lvl="3" algn="r">
              <a:lnSpc>
                <a:spcPct val="80000"/>
              </a:lnSpc>
              <a:buSzPts val="1000"/>
              <a:buNone/>
              <a:defRPr>
                <a:latin typeface="Poppins"/>
                <a:ea typeface="Poppins"/>
                <a:cs typeface="Poppins"/>
                <a:sym typeface="Poppins"/>
              </a:defRPr>
            </a:lvl4pPr>
            <a:lvl5pPr lvl="4" algn="r">
              <a:lnSpc>
                <a:spcPct val="80000"/>
              </a:lnSpc>
              <a:buSzPts val="1000"/>
              <a:buNone/>
              <a:defRPr>
                <a:latin typeface="Poppins"/>
                <a:ea typeface="Poppins"/>
                <a:cs typeface="Poppins"/>
                <a:sym typeface="Poppins"/>
              </a:defRPr>
            </a:lvl5pPr>
            <a:lvl6pPr lvl="5" algn="r">
              <a:lnSpc>
                <a:spcPct val="80000"/>
              </a:lnSpc>
              <a:buSzPts val="1000"/>
              <a:buNone/>
              <a:defRPr>
                <a:latin typeface="Poppins"/>
                <a:ea typeface="Poppins"/>
                <a:cs typeface="Poppins"/>
                <a:sym typeface="Poppins"/>
              </a:defRPr>
            </a:lvl6pPr>
            <a:lvl7pPr lvl="6" algn="r">
              <a:lnSpc>
                <a:spcPct val="80000"/>
              </a:lnSpc>
              <a:buSzPts val="1000"/>
              <a:buNone/>
              <a:defRPr>
                <a:latin typeface="Poppins"/>
                <a:ea typeface="Poppins"/>
                <a:cs typeface="Poppins"/>
                <a:sym typeface="Poppins"/>
              </a:defRPr>
            </a:lvl7pPr>
            <a:lvl8pPr lvl="7" algn="r">
              <a:lnSpc>
                <a:spcPct val="80000"/>
              </a:lnSpc>
              <a:buSzPts val="1000"/>
              <a:buNone/>
              <a:defRPr>
                <a:latin typeface="Poppins"/>
                <a:ea typeface="Poppins"/>
                <a:cs typeface="Poppins"/>
                <a:sym typeface="Poppins"/>
              </a:defRPr>
            </a:lvl8pPr>
            <a:lvl9pPr lvl="8" algn="r">
              <a:lnSpc>
                <a:spcPct val="80000"/>
              </a:lnSpc>
              <a:buSzPts val="1000"/>
              <a:buNone/>
              <a:defRPr>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4: Title and body side by side">
  <p:cSld name="ONE_COLUMN_TEXT_3">
    <p:spTree>
      <p:nvGrpSpPr>
        <p:cNvPr id="48" name="Shape 48"/>
        <p:cNvGrpSpPr/>
        <p:nvPr/>
      </p:nvGrpSpPr>
      <p:grpSpPr>
        <a:xfrm>
          <a:off x="0" y="0"/>
          <a:ext cx="0" cy="0"/>
          <a:chOff x="0" y="0"/>
          <a:chExt cx="0" cy="0"/>
        </a:xfrm>
      </p:grpSpPr>
      <p:sp>
        <p:nvSpPr>
          <p:cNvPr id="49" name="Google Shape;49;p8"/>
          <p:cNvSpPr txBox="1"/>
          <p:nvPr>
            <p:ph idx="1" type="body"/>
          </p:nvPr>
        </p:nvSpPr>
        <p:spPr>
          <a:xfrm>
            <a:off x="3254975" y="457206"/>
            <a:ext cx="5439000" cy="3887700"/>
          </a:xfrm>
          <a:prstGeom prst="rect">
            <a:avLst/>
          </a:prstGeom>
        </p:spPr>
        <p:txBody>
          <a:bodyPr anchorCtr="0" anchor="t" bIns="0" lIns="0" spcFirstLastPara="1" rIns="0" wrap="square" tIns="0">
            <a:noAutofit/>
          </a:bodyPr>
          <a:lstStyle>
            <a:lvl1pPr indent="-317500" lvl="0" marL="457200">
              <a:spcBef>
                <a:spcPts val="0"/>
              </a:spcBef>
              <a:spcAft>
                <a:spcPts val="0"/>
              </a:spcAft>
              <a:buSzPts val="1400"/>
              <a:buChar char="●"/>
              <a:defRPr>
                <a:solidFill>
                  <a:schemeClr val="dk1"/>
                </a:solidFill>
              </a:defRPr>
            </a:lvl1pPr>
            <a:lvl2pPr indent="-304800" lvl="1" marL="914400">
              <a:spcBef>
                <a:spcPts val="1000"/>
              </a:spcBef>
              <a:spcAft>
                <a:spcPts val="0"/>
              </a:spcAft>
              <a:buSzPts val="1200"/>
              <a:buChar char="○"/>
              <a:defRPr sz="1200">
                <a:solidFill>
                  <a:schemeClr val="dk1"/>
                </a:solidFill>
              </a:defRPr>
            </a:lvl2pPr>
            <a:lvl3pPr indent="-304800" lvl="2" marL="1371600">
              <a:spcBef>
                <a:spcPts val="1000"/>
              </a:spcBef>
              <a:spcAft>
                <a:spcPts val="0"/>
              </a:spcAft>
              <a:buSzPts val="1200"/>
              <a:buChar char="■"/>
              <a:defRPr sz="1200">
                <a:solidFill>
                  <a:schemeClr val="dk1"/>
                </a:solidFill>
              </a:defRPr>
            </a:lvl3pPr>
            <a:lvl4pPr indent="-304800" lvl="3" marL="1828800">
              <a:spcBef>
                <a:spcPts val="1000"/>
              </a:spcBef>
              <a:spcAft>
                <a:spcPts val="0"/>
              </a:spcAft>
              <a:buSzPts val="1200"/>
              <a:buChar char="●"/>
              <a:defRPr sz="1200">
                <a:solidFill>
                  <a:schemeClr val="dk1"/>
                </a:solidFill>
              </a:defRPr>
            </a:lvl4pPr>
            <a:lvl5pPr indent="-304800" lvl="4" marL="2286000">
              <a:spcBef>
                <a:spcPts val="1000"/>
              </a:spcBef>
              <a:spcAft>
                <a:spcPts val="0"/>
              </a:spcAft>
              <a:buSzPts val="1200"/>
              <a:buChar char="○"/>
              <a:defRPr sz="1200">
                <a:solidFill>
                  <a:schemeClr val="dk1"/>
                </a:solidFill>
              </a:defRPr>
            </a:lvl5pPr>
            <a:lvl6pPr indent="-304800" lvl="5" marL="2743200">
              <a:spcBef>
                <a:spcPts val="1000"/>
              </a:spcBef>
              <a:spcAft>
                <a:spcPts val="0"/>
              </a:spcAft>
              <a:buSzPts val="1200"/>
              <a:buChar char="■"/>
              <a:defRPr sz="1200">
                <a:solidFill>
                  <a:schemeClr val="dk1"/>
                </a:solidFill>
              </a:defRPr>
            </a:lvl6pPr>
            <a:lvl7pPr indent="-304800" lvl="6" marL="3200400">
              <a:spcBef>
                <a:spcPts val="1000"/>
              </a:spcBef>
              <a:spcAft>
                <a:spcPts val="0"/>
              </a:spcAft>
              <a:buSzPts val="1200"/>
              <a:buChar char="●"/>
              <a:defRPr sz="1200">
                <a:solidFill>
                  <a:schemeClr val="dk1"/>
                </a:solidFill>
              </a:defRPr>
            </a:lvl7pPr>
            <a:lvl8pPr indent="-304800" lvl="7" marL="3657600">
              <a:spcBef>
                <a:spcPts val="1000"/>
              </a:spcBef>
              <a:spcAft>
                <a:spcPts val="0"/>
              </a:spcAft>
              <a:buSzPts val="1200"/>
              <a:buChar char="○"/>
              <a:defRPr sz="1200">
                <a:solidFill>
                  <a:schemeClr val="dk1"/>
                </a:solidFill>
              </a:defRPr>
            </a:lvl8pPr>
            <a:lvl9pPr indent="-304800" lvl="8" marL="4114800">
              <a:spcBef>
                <a:spcPts val="1000"/>
              </a:spcBef>
              <a:spcAft>
                <a:spcPts val="1000"/>
              </a:spcAft>
              <a:buSzPts val="1200"/>
              <a:buChar char="■"/>
              <a:defRPr sz="1200">
                <a:solidFill>
                  <a:schemeClr val="dk1"/>
                </a:solidFill>
              </a:defRPr>
            </a:lvl9pPr>
          </a:lstStyle>
          <a:p/>
        </p:txBody>
      </p:sp>
      <p:sp>
        <p:nvSpPr>
          <p:cNvPr id="50" name="Google Shape;50;p8"/>
          <p:cNvSpPr txBox="1"/>
          <p:nvPr>
            <p:ph type="title"/>
          </p:nvPr>
        </p:nvSpPr>
        <p:spPr>
          <a:xfrm>
            <a:off x="455775" y="457206"/>
            <a:ext cx="2634300" cy="3887700"/>
          </a:xfrm>
          <a:prstGeom prst="rect">
            <a:avLst/>
          </a:prstGeom>
        </p:spPr>
        <p:txBody>
          <a:bodyPr anchorCtr="0" anchor="t" bIns="0" lIns="0" spcFirstLastPara="1" rIns="0" wrap="square" tIns="0">
            <a:noAutofit/>
          </a:bodyPr>
          <a:lstStyle>
            <a:lvl1pPr lvl="0">
              <a:spcBef>
                <a:spcPts val="0"/>
              </a:spcBef>
              <a:spcAft>
                <a:spcPts val="0"/>
              </a:spcAft>
              <a:buSzPts val="24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51" name="Google Shape;51;p8"/>
          <p:cNvSpPr txBox="1"/>
          <p:nvPr>
            <p:ph idx="12" type="sldNum"/>
          </p:nvPr>
        </p:nvSpPr>
        <p:spPr>
          <a:xfrm>
            <a:off x="8256725" y="4708927"/>
            <a:ext cx="437100" cy="107400"/>
          </a:xfrm>
          <a:prstGeom prst="rect">
            <a:avLst/>
          </a:prstGeom>
          <a:noFill/>
          <a:ln>
            <a:noFill/>
          </a:ln>
        </p:spPr>
        <p:txBody>
          <a:bodyPr anchorCtr="0" anchor="t" bIns="0" lIns="0" spcFirstLastPara="1" rIns="0" wrap="square" tIns="0">
            <a:noAutofit/>
          </a:bodyPr>
          <a:lstStyle>
            <a:lvl1pPr lvl="0" algn="r">
              <a:lnSpc>
                <a:spcPct val="80000"/>
              </a:lnSpc>
              <a:buSzPts val="1000"/>
              <a:buNone/>
              <a:defRPr sz="800">
                <a:solidFill>
                  <a:srgbClr val="B0AEA5"/>
                </a:solidFill>
                <a:latin typeface="Poppins"/>
                <a:ea typeface="Poppins"/>
                <a:cs typeface="Poppins"/>
                <a:sym typeface="Poppins"/>
              </a:defRPr>
            </a:lvl1pPr>
            <a:lvl2pPr lvl="1" algn="r">
              <a:lnSpc>
                <a:spcPct val="80000"/>
              </a:lnSpc>
              <a:buSzPts val="1000"/>
              <a:buNone/>
              <a:defRPr sz="800">
                <a:solidFill>
                  <a:srgbClr val="B0AEA5"/>
                </a:solidFill>
                <a:latin typeface="Poppins"/>
                <a:ea typeface="Poppins"/>
                <a:cs typeface="Poppins"/>
                <a:sym typeface="Poppins"/>
              </a:defRPr>
            </a:lvl2pPr>
            <a:lvl3pPr lvl="2" algn="r">
              <a:lnSpc>
                <a:spcPct val="80000"/>
              </a:lnSpc>
              <a:buSzPts val="1000"/>
              <a:buNone/>
              <a:defRPr sz="800">
                <a:solidFill>
                  <a:srgbClr val="B0AEA5"/>
                </a:solidFill>
                <a:latin typeface="Poppins"/>
                <a:ea typeface="Poppins"/>
                <a:cs typeface="Poppins"/>
                <a:sym typeface="Poppins"/>
              </a:defRPr>
            </a:lvl3pPr>
            <a:lvl4pPr lvl="3" algn="r">
              <a:lnSpc>
                <a:spcPct val="80000"/>
              </a:lnSpc>
              <a:buSzPts val="1000"/>
              <a:buNone/>
              <a:defRPr sz="800">
                <a:solidFill>
                  <a:srgbClr val="B0AEA5"/>
                </a:solidFill>
                <a:latin typeface="Poppins"/>
                <a:ea typeface="Poppins"/>
                <a:cs typeface="Poppins"/>
                <a:sym typeface="Poppins"/>
              </a:defRPr>
            </a:lvl4pPr>
            <a:lvl5pPr lvl="4" algn="r">
              <a:lnSpc>
                <a:spcPct val="80000"/>
              </a:lnSpc>
              <a:buSzPts val="1000"/>
              <a:buNone/>
              <a:defRPr sz="800">
                <a:solidFill>
                  <a:srgbClr val="B0AEA5"/>
                </a:solidFill>
                <a:latin typeface="Poppins"/>
                <a:ea typeface="Poppins"/>
                <a:cs typeface="Poppins"/>
                <a:sym typeface="Poppins"/>
              </a:defRPr>
            </a:lvl5pPr>
            <a:lvl6pPr lvl="5" algn="r">
              <a:lnSpc>
                <a:spcPct val="80000"/>
              </a:lnSpc>
              <a:buSzPts val="1000"/>
              <a:buNone/>
              <a:defRPr sz="800">
                <a:solidFill>
                  <a:srgbClr val="B0AEA5"/>
                </a:solidFill>
                <a:latin typeface="Poppins"/>
                <a:ea typeface="Poppins"/>
                <a:cs typeface="Poppins"/>
                <a:sym typeface="Poppins"/>
              </a:defRPr>
            </a:lvl6pPr>
            <a:lvl7pPr lvl="6" algn="r">
              <a:lnSpc>
                <a:spcPct val="80000"/>
              </a:lnSpc>
              <a:buSzPts val="1000"/>
              <a:buNone/>
              <a:defRPr sz="800">
                <a:solidFill>
                  <a:srgbClr val="B0AEA5"/>
                </a:solidFill>
                <a:latin typeface="Poppins"/>
                <a:ea typeface="Poppins"/>
                <a:cs typeface="Poppins"/>
                <a:sym typeface="Poppins"/>
              </a:defRPr>
            </a:lvl7pPr>
            <a:lvl8pPr lvl="7" algn="r">
              <a:lnSpc>
                <a:spcPct val="80000"/>
              </a:lnSpc>
              <a:buSzPts val="1000"/>
              <a:buNone/>
              <a:defRPr sz="800">
                <a:solidFill>
                  <a:srgbClr val="B0AEA5"/>
                </a:solidFill>
                <a:latin typeface="Poppins"/>
                <a:ea typeface="Poppins"/>
                <a:cs typeface="Poppins"/>
                <a:sym typeface="Poppins"/>
              </a:defRPr>
            </a:lvl8pPr>
            <a:lvl9pPr lvl="8" algn="r">
              <a:lnSpc>
                <a:spcPct val="80000"/>
              </a:lnSpc>
              <a:buSzPts val="1000"/>
              <a:buNone/>
              <a:defRPr sz="800">
                <a:solidFill>
                  <a:srgbClr val="B0AEA5"/>
                </a:solidFill>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5: Title and body side by side">
  <p:cSld name="ONE_COLUMN_TEXT_3_1">
    <p:spTree>
      <p:nvGrpSpPr>
        <p:cNvPr id="52" name="Shape 52"/>
        <p:cNvGrpSpPr/>
        <p:nvPr/>
      </p:nvGrpSpPr>
      <p:grpSpPr>
        <a:xfrm>
          <a:off x="0" y="0"/>
          <a:ext cx="0" cy="0"/>
          <a:chOff x="0" y="0"/>
          <a:chExt cx="0" cy="0"/>
        </a:xfrm>
      </p:grpSpPr>
      <p:sp>
        <p:nvSpPr>
          <p:cNvPr id="53" name="Google Shape;53;p9"/>
          <p:cNvSpPr txBox="1"/>
          <p:nvPr>
            <p:ph idx="1" type="body"/>
          </p:nvPr>
        </p:nvSpPr>
        <p:spPr>
          <a:xfrm>
            <a:off x="3545838" y="457200"/>
            <a:ext cx="5148000" cy="3887700"/>
          </a:xfrm>
          <a:prstGeom prst="rect">
            <a:avLst/>
          </a:prstGeom>
        </p:spPr>
        <p:txBody>
          <a:bodyPr anchorCtr="0" anchor="t" bIns="0" lIns="0" spcFirstLastPara="1" rIns="0" wrap="square" tIns="0">
            <a:noAutofit/>
          </a:bodyPr>
          <a:lstStyle>
            <a:lvl1pPr indent="-317500" lvl="0" marL="457200">
              <a:spcBef>
                <a:spcPts val="0"/>
              </a:spcBef>
              <a:spcAft>
                <a:spcPts val="0"/>
              </a:spcAft>
              <a:buSzPts val="1400"/>
              <a:buChar char="●"/>
              <a:defRPr>
                <a:solidFill>
                  <a:schemeClr val="dk1"/>
                </a:solidFill>
              </a:defRPr>
            </a:lvl1pPr>
            <a:lvl2pPr indent="-304800" lvl="1" marL="914400">
              <a:spcBef>
                <a:spcPts val="1000"/>
              </a:spcBef>
              <a:spcAft>
                <a:spcPts val="0"/>
              </a:spcAft>
              <a:buSzPts val="1200"/>
              <a:buChar char="○"/>
              <a:defRPr sz="1200">
                <a:solidFill>
                  <a:schemeClr val="dk1"/>
                </a:solidFill>
              </a:defRPr>
            </a:lvl2pPr>
            <a:lvl3pPr indent="-304800" lvl="2" marL="1371600">
              <a:spcBef>
                <a:spcPts val="1000"/>
              </a:spcBef>
              <a:spcAft>
                <a:spcPts val="0"/>
              </a:spcAft>
              <a:buSzPts val="1200"/>
              <a:buChar char="■"/>
              <a:defRPr sz="1200">
                <a:solidFill>
                  <a:schemeClr val="dk1"/>
                </a:solidFill>
              </a:defRPr>
            </a:lvl3pPr>
            <a:lvl4pPr indent="-304800" lvl="3" marL="1828800">
              <a:spcBef>
                <a:spcPts val="1000"/>
              </a:spcBef>
              <a:spcAft>
                <a:spcPts val="0"/>
              </a:spcAft>
              <a:buSzPts val="1200"/>
              <a:buChar char="●"/>
              <a:defRPr sz="1200">
                <a:solidFill>
                  <a:schemeClr val="dk1"/>
                </a:solidFill>
              </a:defRPr>
            </a:lvl4pPr>
            <a:lvl5pPr indent="-304800" lvl="4" marL="2286000">
              <a:spcBef>
                <a:spcPts val="1000"/>
              </a:spcBef>
              <a:spcAft>
                <a:spcPts val="0"/>
              </a:spcAft>
              <a:buSzPts val="1200"/>
              <a:buChar char="○"/>
              <a:defRPr sz="1200">
                <a:solidFill>
                  <a:schemeClr val="dk1"/>
                </a:solidFill>
              </a:defRPr>
            </a:lvl5pPr>
            <a:lvl6pPr indent="-304800" lvl="5" marL="2743200">
              <a:spcBef>
                <a:spcPts val="1000"/>
              </a:spcBef>
              <a:spcAft>
                <a:spcPts val="0"/>
              </a:spcAft>
              <a:buSzPts val="1200"/>
              <a:buChar char="■"/>
              <a:defRPr sz="1200">
                <a:solidFill>
                  <a:schemeClr val="dk1"/>
                </a:solidFill>
              </a:defRPr>
            </a:lvl6pPr>
            <a:lvl7pPr indent="-304800" lvl="6" marL="3200400">
              <a:spcBef>
                <a:spcPts val="1000"/>
              </a:spcBef>
              <a:spcAft>
                <a:spcPts val="0"/>
              </a:spcAft>
              <a:buSzPts val="1200"/>
              <a:buChar char="●"/>
              <a:defRPr sz="1200">
                <a:solidFill>
                  <a:schemeClr val="dk1"/>
                </a:solidFill>
              </a:defRPr>
            </a:lvl7pPr>
            <a:lvl8pPr indent="-304800" lvl="7" marL="3657600">
              <a:spcBef>
                <a:spcPts val="1000"/>
              </a:spcBef>
              <a:spcAft>
                <a:spcPts val="0"/>
              </a:spcAft>
              <a:buSzPts val="1200"/>
              <a:buChar char="○"/>
              <a:defRPr sz="1200">
                <a:solidFill>
                  <a:schemeClr val="dk1"/>
                </a:solidFill>
              </a:defRPr>
            </a:lvl8pPr>
            <a:lvl9pPr indent="-304800" lvl="8" marL="4114800">
              <a:spcBef>
                <a:spcPts val="1000"/>
              </a:spcBef>
              <a:spcAft>
                <a:spcPts val="1000"/>
              </a:spcAft>
              <a:buSzPts val="1200"/>
              <a:buChar char="■"/>
              <a:defRPr sz="1200">
                <a:solidFill>
                  <a:schemeClr val="dk1"/>
                </a:solidFill>
              </a:defRPr>
            </a:lvl9pPr>
          </a:lstStyle>
          <a:p/>
        </p:txBody>
      </p:sp>
      <p:sp>
        <p:nvSpPr>
          <p:cNvPr id="54" name="Google Shape;54;p9"/>
          <p:cNvSpPr txBox="1"/>
          <p:nvPr>
            <p:ph idx="12" type="sldNum"/>
          </p:nvPr>
        </p:nvSpPr>
        <p:spPr>
          <a:xfrm>
            <a:off x="8256725" y="4708927"/>
            <a:ext cx="437100" cy="107400"/>
          </a:xfrm>
          <a:prstGeom prst="rect">
            <a:avLst/>
          </a:prstGeom>
          <a:noFill/>
          <a:ln>
            <a:noFill/>
          </a:ln>
        </p:spPr>
        <p:txBody>
          <a:bodyPr anchorCtr="0" anchor="t" bIns="0" lIns="0" spcFirstLastPara="1" rIns="0" wrap="square" tIns="0">
            <a:noAutofit/>
          </a:bodyPr>
          <a:lstStyle>
            <a:lvl1pPr lvl="0" algn="r">
              <a:lnSpc>
                <a:spcPct val="80000"/>
              </a:lnSpc>
              <a:buSzPts val="1000"/>
              <a:buNone/>
              <a:defRPr sz="800">
                <a:solidFill>
                  <a:srgbClr val="B0AEA5"/>
                </a:solidFill>
                <a:latin typeface="Poppins"/>
                <a:ea typeface="Poppins"/>
                <a:cs typeface="Poppins"/>
                <a:sym typeface="Poppins"/>
              </a:defRPr>
            </a:lvl1pPr>
            <a:lvl2pPr lvl="1" algn="r">
              <a:lnSpc>
                <a:spcPct val="80000"/>
              </a:lnSpc>
              <a:buSzPts val="1000"/>
              <a:buNone/>
              <a:defRPr sz="800">
                <a:solidFill>
                  <a:srgbClr val="B0AEA5"/>
                </a:solidFill>
                <a:latin typeface="Poppins"/>
                <a:ea typeface="Poppins"/>
                <a:cs typeface="Poppins"/>
                <a:sym typeface="Poppins"/>
              </a:defRPr>
            </a:lvl2pPr>
            <a:lvl3pPr lvl="2" algn="r">
              <a:lnSpc>
                <a:spcPct val="80000"/>
              </a:lnSpc>
              <a:buSzPts val="1000"/>
              <a:buNone/>
              <a:defRPr sz="800">
                <a:solidFill>
                  <a:srgbClr val="B0AEA5"/>
                </a:solidFill>
                <a:latin typeface="Poppins"/>
                <a:ea typeface="Poppins"/>
                <a:cs typeface="Poppins"/>
                <a:sym typeface="Poppins"/>
              </a:defRPr>
            </a:lvl3pPr>
            <a:lvl4pPr lvl="3" algn="r">
              <a:lnSpc>
                <a:spcPct val="80000"/>
              </a:lnSpc>
              <a:buSzPts val="1000"/>
              <a:buNone/>
              <a:defRPr sz="800">
                <a:solidFill>
                  <a:srgbClr val="B0AEA5"/>
                </a:solidFill>
                <a:latin typeface="Poppins"/>
                <a:ea typeface="Poppins"/>
                <a:cs typeface="Poppins"/>
                <a:sym typeface="Poppins"/>
              </a:defRPr>
            </a:lvl4pPr>
            <a:lvl5pPr lvl="4" algn="r">
              <a:lnSpc>
                <a:spcPct val="80000"/>
              </a:lnSpc>
              <a:buSzPts val="1000"/>
              <a:buNone/>
              <a:defRPr sz="800">
                <a:solidFill>
                  <a:srgbClr val="B0AEA5"/>
                </a:solidFill>
                <a:latin typeface="Poppins"/>
                <a:ea typeface="Poppins"/>
                <a:cs typeface="Poppins"/>
                <a:sym typeface="Poppins"/>
              </a:defRPr>
            </a:lvl5pPr>
            <a:lvl6pPr lvl="5" algn="r">
              <a:lnSpc>
                <a:spcPct val="80000"/>
              </a:lnSpc>
              <a:buSzPts val="1000"/>
              <a:buNone/>
              <a:defRPr sz="800">
                <a:solidFill>
                  <a:srgbClr val="B0AEA5"/>
                </a:solidFill>
                <a:latin typeface="Poppins"/>
                <a:ea typeface="Poppins"/>
                <a:cs typeface="Poppins"/>
                <a:sym typeface="Poppins"/>
              </a:defRPr>
            </a:lvl6pPr>
            <a:lvl7pPr lvl="6" algn="r">
              <a:lnSpc>
                <a:spcPct val="80000"/>
              </a:lnSpc>
              <a:buSzPts val="1000"/>
              <a:buNone/>
              <a:defRPr sz="800">
                <a:solidFill>
                  <a:srgbClr val="B0AEA5"/>
                </a:solidFill>
                <a:latin typeface="Poppins"/>
                <a:ea typeface="Poppins"/>
                <a:cs typeface="Poppins"/>
                <a:sym typeface="Poppins"/>
              </a:defRPr>
            </a:lvl7pPr>
            <a:lvl8pPr lvl="7" algn="r">
              <a:lnSpc>
                <a:spcPct val="80000"/>
              </a:lnSpc>
              <a:buSzPts val="1000"/>
              <a:buNone/>
              <a:defRPr sz="800">
                <a:solidFill>
                  <a:srgbClr val="B0AEA5"/>
                </a:solidFill>
                <a:latin typeface="Poppins"/>
                <a:ea typeface="Poppins"/>
                <a:cs typeface="Poppins"/>
                <a:sym typeface="Poppins"/>
              </a:defRPr>
            </a:lvl8pPr>
            <a:lvl9pPr lvl="8" algn="r">
              <a:lnSpc>
                <a:spcPct val="80000"/>
              </a:lnSpc>
              <a:buSzPts val="1000"/>
              <a:buNone/>
              <a:defRPr sz="800">
                <a:solidFill>
                  <a:srgbClr val="B0AEA5"/>
                </a:solidFill>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55" name="Google Shape;55;p9"/>
          <p:cNvSpPr txBox="1"/>
          <p:nvPr>
            <p:ph type="title"/>
          </p:nvPr>
        </p:nvSpPr>
        <p:spPr>
          <a:xfrm>
            <a:off x="455775" y="457202"/>
            <a:ext cx="2634300" cy="2777100"/>
          </a:xfrm>
          <a:prstGeom prst="rect">
            <a:avLst/>
          </a:prstGeom>
        </p:spPr>
        <p:txBody>
          <a:bodyPr anchorCtr="0" anchor="t" bIns="45725" lIns="182875" spcFirstLastPara="1" rIns="45725" wrap="square" tIns="137150">
            <a:noAutofit/>
          </a:bodyPr>
          <a:lstStyle>
            <a:lvl1pPr lvl="0">
              <a:spcBef>
                <a:spcPts val="0"/>
              </a:spcBef>
              <a:spcAft>
                <a:spcPts val="0"/>
              </a:spcAft>
              <a:buSzPts val="2400"/>
              <a:buNone/>
              <a:defRPr/>
            </a:lvl1pPr>
            <a:lvl2pPr lvl="1">
              <a:spcBef>
                <a:spcPts val="1300"/>
              </a:spcBef>
              <a:spcAft>
                <a:spcPts val="0"/>
              </a:spcAft>
              <a:buSzPts val="2800"/>
              <a:buNone/>
              <a:defRPr/>
            </a:lvl2pPr>
            <a:lvl3pPr lvl="2">
              <a:spcBef>
                <a:spcPts val="1300"/>
              </a:spcBef>
              <a:spcAft>
                <a:spcPts val="0"/>
              </a:spcAft>
              <a:buSzPts val="2800"/>
              <a:buNone/>
              <a:defRPr/>
            </a:lvl3pPr>
            <a:lvl4pPr lvl="3">
              <a:spcBef>
                <a:spcPts val="1300"/>
              </a:spcBef>
              <a:spcAft>
                <a:spcPts val="0"/>
              </a:spcAft>
              <a:buSzPts val="2800"/>
              <a:buNone/>
              <a:defRPr/>
            </a:lvl4pPr>
            <a:lvl5pPr lvl="4">
              <a:spcBef>
                <a:spcPts val="1300"/>
              </a:spcBef>
              <a:spcAft>
                <a:spcPts val="0"/>
              </a:spcAft>
              <a:buSzPts val="2800"/>
              <a:buNone/>
              <a:defRPr/>
            </a:lvl5pPr>
            <a:lvl6pPr lvl="5">
              <a:spcBef>
                <a:spcPts val="1300"/>
              </a:spcBef>
              <a:spcAft>
                <a:spcPts val="0"/>
              </a:spcAft>
              <a:buSzPts val="2800"/>
              <a:buNone/>
              <a:defRPr/>
            </a:lvl6pPr>
            <a:lvl7pPr lvl="6">
              <a:spcBef>
                <a:spcPts val="1300"/>
              </a:spcBef>
              <a:spcAft>
                <a:spcPts val="0"/>
              </a:spcAft>
              <a:buSzPts val="2800"/>
              <a:buNone/>
              <a:defRPr/>
            </a:lvl7pPr>
            <a:lvl8pPr lvl="7">
              <a:spcBef>
                <a:spcPts val="1300"/>
              </a:spcBef>
              <a:spcAft>
                <a:spcPts val="0"/>
              </a:spcAft>
              <a:buSzPts val="2800"/>
              <a:buNone/>
              <a:defRPr/>
            </a:lvl8pPr>
            <a:lvl9pPr lvl="8">
              <a:spcBef>
                <a:spcPts val="1300"/>
              </a:spcBef>
              <a:spcAft>
                <a:spcPts val="1300"/>
              </a:spcAft>
              <a:buSzPts val="2800"/>
              <a:buNone/>
              <a:defRPr/>
            </a:lvl9pPr>
          </a:lstStyle>
          <a:p/>
        </p:txBody>
      </p:sp>
      <p:sp>
        <p:nvSpPr>
          <p:cNvPr id="56" name="Google Shape;56;p9"/>
          <p:cNvSpPr/>
          <p:nvPr/>
        </p:nvSpPr>
        <p:spPr>
          <a:xfrm>
            <a:off x="455775" y="457181"/>
            <a:ext cx="2634300" cy="3887700"/>
          </a:xfrm>
          <a:prstGeom prst="roundRect">
            <a:avLst>
              <a:gd fmla="val 7317" name="adj"/>
            </a:avLst>
          </a:prstGeom>
          <a:solidFill>
            <a:srgbClr val="E8E6DC"/>
          </a:solidFill>
          <a:ln>
            <a:noFill/>
          </a:ln>
        </p:spPr>
        <p:txBody>
          <a:bodyPr anchorCtr="0" anchor="t" bIns="91450" lIns="91450" spcFirstLastPara="1" rIns="91450" wrap="square" tIns="91450">
            <a:noAutofit/>
          </a:bodyPr>
          <a:lstStyle/>
          <a:p>
            <a:pPr indent="0" lvl="0" marL="0" rtl="0" algn="l">
              <a:lnSpc>
                <a:spcPct val="115000"/>
              </a:lnSpc>
              <a:spcBef>
                <a:spcPts val="0"/>
              </a:spcBef>
              <a:spcAft>
                <a:spcPts val="0"/>
              </a:spcAft>
              <a:buNone/>
            </a:pPr>
            <a:r>
              <a:t/>
            </a:r>
            <a:endParaRPr sz="2400">
              <a:solidFill>
                <a:schemeClr val="dk1"/>
              </a:solidFill>
              <a:latin typeface="Poppins SemiBold"/>
              <a:ea typeface="Poppins SemiBold"/>
              <a:cs typeface="Poppins SemiBold"/>
              <a:sym typeface="Poppins SemiBold"/>
            </a:endParaRPr>
          </a:p>
          <a:p>
            <a:pPr indent="0" lvl="0" marL="0" rtl="0" algn="l">
              <a:lnSpc>
                <a:spcPct val="115000"/>
              </a:lnSpc>
              <a:spcBef>
                <a:spcPts val="1000"/>
              </a:spcBef>
              <a:spcAft>
                <a:spcPts val="1000"/>
              </a:spcAft>
              <a:buNone/>
            </a:pPr>
            <a:r>
              <a:t/>
            </a:r>
            <a:endParaRPr sz="700">
              <a:latin typeface="Lora"/>
              <a:ea typeface="Lora"/>
              <a:cs typeface="Lora"/>
              <a:sym typeface="Lora"/>
            </a:endParaRPr>
          </a:p>
        </p:txBody>
      </p:sp>
      <p:sp>
        <p:nvSpPr>
          <p:cNvPr id="57" name="Google Shape;57;p9"/>
          <p:cNvSpPr/>
          <p:nvPr>
            <p:ph idx="2" type="pic"/>
          </p:nvPr>
        </p:nvSpPr>
        <p:spPr>
          <a:xfrm>
            <a:off x="2117319" y="3388174"/>
            <a:ext cx="750900" cy="750900"/>
          </a:xfrm>
          <a:prstGeom prst="rect">
            <a:avLst/>
          </a:prstGeom>
          <a:noFill/>
          <a:ln>
            <a:noFill/>
          </a:ln>
        </p:spPr>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13: Title and 5 icons">
  <p:cSld name="ONE_COLUMN_TEXT_3_1_1">
    <p:spTree>
      <p:nvGrpSpPr>
        <p:cNvPr id="58" name="Shape 58"/>
        <p:cNvGrpSpPr/>
        <p:nvPr/>
      </p:nvGrpSpPr>
      <p:grpSpPr>
        <a:xfrm>
          <a:off x="0" y="0"/>
          <a:ext cx="0" cy="0"/>
          <a:chOff x="0" y="0"/>
          <a:chExt cx="0" cy="0"/>
        </a:xfrm>
      </p:grpSpPr>
      <p:sp>
        <p:nvSpPr>
          <p:cNvPr id="59" name="Google Shape;59;p10"/>
          <p:cNvSpPr txBox="1"/>
          <p:nvPr>
            <p:ph idx="1" type="body"/>
          </p:nvPr>
        </p:nvSpPr>
        <p:spPr>
          <a:xfrm>
            <a:off x="4654038" y="457200"/>
            <a:ext cx="4039800" cy="3887700"/>
          </a:xfrm>
          <a:prstGeom prst="rect">
            <a:avLst/>
          </a:prstGeom>
        </p:spPr>
        <p:txBody>
          <a:bodyPr anchorCtr="0" anchor="t" bIns="0" lIns="0" spcFirstLastPara="1" rIns="0" wrap="square" tIns="0">
            <a:noAutofit/>
          </a:bodyPr>
          <a:lstStyle>
            <a:lvl1pPr indent="-317500" lvl="0" marL="457200">
              <a:spcBef>
                <a:spcPts val="0"/>
              </a:spcBef>
              <a:spcAft>
                <a:spcPts val="0"/>
              </a:spcAft>
              <a:buSzPts val="1400"/>
              <a:buChar char="●"/>
              <a:defRPr>
                <a:solidFill>
                  <a:schemeClr val="dk1"/>
                </a:solidFill>
              </a:defRPr>
            </a:lvl1pPr>
            <a:lvl2pPr indent="-304800" lvl="1" marL="914400">
              <a:spcBef>
                <a:spcPts val="1000"/>
              </a:spcBef>
              <a:spcAft>
                <a:spcPts val="0"/>
              </a:spcAft>
              <a:buSzPts val="1200"/>
              <a:buChar char="○"/>
              <a:defRPr sz="1200">
                <a:solidFill>
                  <a:schemeClr val="dk1"/>
                </a:solidFill>
              </a:defRPr>
            </a:lvl2pPr>
            <a:lvl3pPr indent="-304800" lvl="2" marL="1371600">
              <a:spcBef>
                <a:spcPts val="1000"/>
              </a:spcBef>
              <a:spcAft>
                <a:spcPts val="0"/>
              </a:spcAft>
              <a:buSzPts val="1200"/>
              <a:buChar char="■"/>
              <a:defRPr sz="1200">
                <a:solidFill>
                  <a:schemeClr val="dk1"/>
                </a:solidFill>
              </a:defRPr>
            </a:lvl3pPr>
            <a:lvl4pPr indent="-304800" lvl="3" marL="1828800">
              <a:spcBef>
                <a:spcPts val="1000"/>
              </a:spcBef>
              <a:spcAft>
                <a:spcPts val="0"/>
              </a:spcAft>
              <a:buSzPts val="1200"/>
              <a:buChar char="●"/>
              <a:defRPr sz="1200">
                <a:solidFill>
                  <a:schemeClr val="dk1"/>
                </a:solidFill>
              </a:defRPr>
            </a:lvl4pPr>
            <a:lvl5pPr indent="-304800" lvl="4" marL="2286000">
              <a:spcBef>
                <a:spcPts val="1000"/>
              </a:spcBef>
              <a:spcAft>
                <a:spcPts val="0"/>
              </a:spcAft>
              <a:buSzPts val="1200"/>
              <a:buChar char="○"/>
              <a:defRPr sz="1200">
                <a:solidFill>
                  <a:schemeClr val="dk1"/>
                </a:solidFill>
              </a:defRPr>
            </a:lvl5pPr>
            <a:lvl6pPr indent="-304800" lvl="5" marL="2743200">
              <a:spcBef>
                <a:spcPts val="1000"/>
              </a:spcBef>
              <a:spcAft>
                <a:spcPts val="0"/>
              </a:spcAft>
              <a:buSzPts val="1200"/>
              <a:buChar char="■"/>
              <a:defRPr sz="1200">
                <a:solidFill>
                  <a:schemeClr val="dk1"/>
                </a:solidFill>
              </a:defRPr>
            </a:lvl6pPr>
            <a:lvl7pPr indent="-304800" lvl="6" marL="3200400">
              <a:spcBef>
                <a:spcPts val="1000"/>
              </a:spcBef>
              <a:spcAft>
                <a:spcPts val="0"/>
              </a:spcAft>
              <a:buSzPts val="1200"/>
              <a:buChar char="●"/>
              <a:defRPr sz="1200">
                <a:solidFill>
                  <a:schemeClr val="dk1"/>
                </a:solidFill>
              </a:defRPr>
            </a:lvl7pPr>
            <a:lvl8pPr indent="-304800" lvl="7" marL="3657600">
              <a:spcBef>
                <a:spcPts val="1000"/>
              </a:spcBef>
              <a:spcAft>
                <a:spcPts val="0"/>
              </a:spcAft>
              <a:buSzPts val="1200"/>
              <a:buChar char="○"/>
              <a:defRPr sz="1200">
                <a:solidFill>
                  <a:schemeClr val="dk1"/>
                </a:solidFill>
              </a:defRPr>
            </a:lvl8pPr>
            <a:lvl9pPr indent="-304800" lvl="8" marL="4114800">
              <a:spcBef>
                <a:spcPts val="1000"/>
              </a:spcBef>
              <a:spcAft>
                <a:spcPts val="1000"/>
              </a:spcAft>
              <a:buSzPts val="1200"/>
              <a:buChar char="■"/>
              <a:defRPr sz="1200">
                <a:solidFill>
                  <a:schemeClr val="dk1"/>
                </a:solidFill>
              </a:defRPr>
            </a:lvl9pPr>
          </a:lstStyle>
          <a:p/>
        </p:txBody>
      </p:sp>
      <p:sp>
        <p:nvSpPr>
          <p:cNvPr id="60" name="Google Shape;60;p10"/>
          <p:cNvSpPr txBox="1"/>
          <p:nvPr>
            <p:ph idx="12" type="sldNum"/>
          </p:nvPr>
        </p:nvSpPr>
        <p:spPr>
          <a:xfrm>
            <a:off x="8256725" y="4708927"/>
            <a:ext cx="437100" cy="107400"/>
          </a:xfrm>
          <a:prstGeom prst="rect">
            <a:avLst/>
          </a:prstGeom>
          <a:noFill/>
          <a:ln>
            <a:noFill/>
          </a:ln>
        </p:spPr>
        <p:txBody>
          <a:bodyPr anchorCtr="0" anchor="t" bIns="0" lIns="0" spcFirstLastPara="1" rIns="0" wrap="square" tIns="0">
            <a:noAutofit/>
          </a:bodyPr>
          <a:lstStyle>
            <a:lvl1pPr lvl="0" algn="r">
              <a:lnSpc>
                <a:spcPct val="80000"/>
              </a:lnSpc>
              <a:buSzPts val="1000"/>
              <a:buNone/>
              <a:defRPr sz="800">
                <a:solidFill>
                  <a:srgbClr val="B0AEA5"/>
                </a:solidFill>
                <a:latin typeface="Poppins"/>
                <a:ea typeface="Poppins"/>
                <a:cs typeface="Poppins"/>
                <a:sym typeface="Poppins"/>
              </a:defRPr>
            </a:lvl1pPr>
            <a:lvl2pPr lvl="1" algn="r">
              <a:lnSpc>
                <a:spcPct val="80000"/>
              </a:lnSpc>
              <a:buSzPts val="1000"/>
              <a:buNone/>
              <a:defRPr sz="800">
                <a:solidFill>
                  <a:srgbClr val="B0AEA5"/>
                </a:solidFill>
                <a:latin typeface="Poppins"/>
                <a:ea typeface="Poppins"/>
                <a:cs typeface="Poppins"/>
                <a:sym typeface="Poppins"/>
              </a:defRPr>
            </a:lvl2pPr>
            <a:lvl3pPr lvl="2" algn="r">
              <a:lnSpc>
                <a:spcPct val="80000"/>
              </a:lnSpc>
              <a:buSzPts val="1000"/>
              <a:buNone/>
              <a:defRPr sz="800">
                <a:solidFill>
                  <a:srgbClr val="B0AEA5"/>
                </a:solidFill>
                <a:latin typeface="Poppins"/>
                <a:ea typeface="Poppins"/>
                <a:cs typeface="Poppins"/>
                <a:sym typeface="Poppins"/>
              </a:defRPr>
            </a:lvl3pPr>
            <a:lvl4pPr lvl="3" algn="r">
              <a:lnSpc>
                <a:spcPct val="80000"/>
              </a:lnSpc>
              <a:buSzPts val="1000"/>
              <a:buNone/>
              <a:defRPr sz="800">
                <a:solidFill>
                  <a:srgbClr val="B0AEA5"/>
                </a:solidFill>
                <a:latin typeface="Poppins"/>
                <a:ea typeface="Poppins"/>
                <a:cs typeface="Poppins"/>
                <a:sym typeface="Poppins"/>
              </a:defRPr>
            </a:lvl4pPr>
            <a:lvl5pPr lvl="4" algn="r">
              <a:lnSpc>
                <a:spcPct val="80000"/>
              </a:lnSpc>
              <a:buSzPts val="1000"/>
              <a:buNone/>
              <a:defRPr sz="800">
                <a:solidFill>
                  <a:srgbClr val="B0AEA5"/>
                </a:solidFill>
                <a:latin typeface="Poppins"/>
                <a:ea typeface="Poppins"/>
                <a:cs typeface="Poppins"/>
                <a:sym typeface="Poppins"/>
              </a:defRPr>
            </a:lvl5pPr>
            <a:lvl6pPr lvl="5" algn="r">
              <a:lnSpc>
                <a:spcPct val="80000"/>
              </a:lnSpc>
              <a:buSzPts val="1000"/>
              <a:buNone/>
              <a:defRPr sz="800">
                <a:solidFill>
                  <a:srgbClr val="B0AEA5"/>
                </a:solidFill>
                <a:latin typeface="Poppins"/>
                <a:ea typeface="Poppins"/>
                <a:cs typeface="Poppins"/>
                <a:sym typeface="Poppins"/>
              </a:defRPr>
            </a:lvl6pPr>
            <a:lvl7pPr lvl="6" algn="r">
              <a:lnSpc>
                <a:spcPct val="80000"/>
              </a:lnSpc>
              <a:buSzPts val="1000"/>
              <a:buNone/>
              <a:defRPr sz="800">
                <a:solidFill>
                  <a:srgbClr val="B0AEA5"/>
                </a:solidFill>
                <a:latin typeface="Poppins"/>
                <a:ea typeface="Poppins"/>
                <a:cs typeface="Poppins"/>
                <a:sym typeface="Poppins"/>
              </a:defRPr>
            </a:lvl7pPr>
            <a:lvl8pPr lvl="7" algn="r">
              <a:lnSpc>
                <a:spcPct val="80000"/>
              </a:lnSpc>
              <a:buSzPts val="1000"/>
              <a:buNone/>
              <a:defRPr sz="800">
                <a:solidFill>
                  <a:srgbClr val="B0AEA5"/>
                </a:solidFill>
                <a:latin typeface="Poppins"/>
                <a:ea typeface="Poppins"/>
                <a:cs typeface="Poppins"/>
                <a:sym typeface="Poppins"/>
              </a:defRPr>
            </a:lvl8pPr>
            <a:lvl9pPr lvl="8" algn="r">
              <a:lnSpc>
                <a:spcPct val="80000"/>
              </a:lnSpc>
              <a:buSzPts val="1000"/>
              <a:buNone/>
              <a:defRPr sz="800">
                <a:solidFill>
                  <a:srgbClr val="B0AEA5"/>
                </a:solidFill>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61" name="Google Shape;61;p10"/>
          <p:cNvSpPr txBox="1"/>
          <p:nvPr>
            <p:ph type="title"/>
          </p:nvPr>
        </p:nvSpPr>
        <p:spPr>
          <a:xfrm>
            <a:off x="455775" y="457206"/>
            <a:ext cx="2634300" cy="3887700"/>
          </a:xfrm>
          <a:prstGeom prst="rect">
            <a:avLst/>
          </a:prstGeom>
        </p:spPr>
        <p:txBody>
          <a:bodyPr anchorCtr="0" anchor="t" bIns="0" lIns="0" spcFirstLastPara="1" rIns="0" wrap="square" tIns="0">
            <a:noAutofit/>
          </a:bodyPr>
          <a:lstStyle>
            <a:lvl1pPr lvl="0">
              <a:spcBef>
                <a:spcPts val="0"/>
              </a:spcBef>
              <a:spcAft>
                <a:spcPts val="0"/>
              </a:spcAft>
              <a:buSzPts val="24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62" name="Google Shape;62;p10"/>
          <p:cNvSpPr/>
          <p:nvPr>
            <p:ph idx="2" type="pic"/>
          </p:nvPr>
        </p:nvSpPr>
        <p:spPr>
          <a:xfrm>
            <a:off x="3954492" y="457143"/>
            <a:ext cx="474600" cy="474600"/>
          </a:xfrm>
          <a:prstGeom prst="rect">
            <a:avLst/>
          </a:prstGeom>
          <a:noFill/>
          <a:ln>
            <a:noFill/>
          </a:ln>
        </p:spPr>
      </p:sp>
      <p:sp>
        <p:nvSpPr>
          <p:cNvPr id="63" name="Google Shape;63;p10"/>
          <p:cNvSpPr/>
          <p:nvPr>
            <p:ph idx="3" type="pic"/>
          </p:nvPr>
        </p:nvSpPr>
        <p:spPr>
          <a:xfrm>
            <a:off x="3954498" y="1249548"/>
            <a:ext cx="474600" cy="474600"/>
          </a:xfrm>
          <a:prstGeom prst="rect">
            <a:avLst/>
          </a:prstGeom>
          <a:noFill/>
          <a:ln>
            <a:noFill/>
          </a:ln>
        </p:spPr>
      </p:sp>
      <p:sp>
        <p:nvSpPr>
          <p:cNvPr id="64" name="Google Shape;64;p10"/>
          <p:cNvSpPr/>
          <p:nvPr>
            <p:ph idx="4" type="pic"/>
          </p:nvPr>
        </p:nvSpPr>
        <p:spPr>
          <a:xfrm>
            <a:off x="3954498" y="2041953"/>
            <a:ext cx="474600" cy="474600"/>
          </a:xfrm>
          <a:prstGeom prst="rect">
            <a:avLst/>
          </a:prstGeom>
          <a:noFill/>
          <a:ln>
            <a:noFill/>
          </a:ln>
        </p:spPr>
      </p:sp>
      <p:sp>
        <p:nvSpPr>
          <p:cNvPr id="65" name="Google Shape;65;p10"/>
          <p:cNvSpPr/>
          <p:nvPr>
            <p:ph idx="5" type="pic"/>
          </p:nvPr>
        </p:nvSpPr>
        <p:spPr>
          <a:xfrm>
            <a:off x="3954485" y="2834357"/>
            <a:ext cx="474600" cy="474600"/>
          </a:xfrm>
          <a:prstGeom prst="rect">
            <a:avLst/>
          </a:prstGeom>
          <a:noFill/>
          <a:ln>
            <a:noFill/>
          </a:ln>
        </p:spPr>
      </p:sp>
      <p:sp>
        <p:nvSpPr>
          <p:cNvPr id="66" name="Google Shape;66;p10"/>
          <p:cNvSpPr/>
          <p:nvPr>
            <p:ph idx="6" type="pic"/>
          </p:nvPr>
        </p:nvSpPr>
        <p:spPr>
          <a:xfrm>
            <a:off x="3954485" y="3626762"/>
            <a:ext cx="474600" cy="474600"/>
          </a:xfrm>
          <a:prstGeom prst="rect">
            <a:avLst/>
          </a:prstGeom>
          <a:noFill/>
          <a:ln>
            <a:noFill/>
          </a:ln>
        </p:spPr>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2: Title, body and background (Clay)">
  <p:cSld name="ONE_COLUMN_TEXT_2_1">
    <p:spTree>
      <p:nvGrpSpPr>
        <p:cNvPr id="67" name="Shape 67"/>
        <p:cNvGrpSpPr/>
        <p:nvPr/>
      </p:nvGrpSpPr>
      <p:grpSpPr>
        <a:xfrm>
          <a:off x="0" y="0"/>
          <a:ext cx="0" cy="0"/>
          <a:chOff x="0" y="0"/>
          <a:chExt cx="0" cy="0"/>
        </a:xfrm>
      </p:grpSpPr>
      <p:sp>
        <p:nvSpPr>
          <p:cNvPr id="68" name="Google Shape;68;p11"/>
          <p:cNvSpPr/>
          <p:nvPr/>
        </p:nvSpPr>
        <p:spPr>
          <a:xfrm>
            <a:off x="3516138" y="0"/>
            <a:ext cx="5628000" cy="5143500"/>
          </a:xfrm>
          <a:prstGeom prst="rect">
            <a:avLst/>
          </a:prstGeom>
          <a:solidFill>
            <a:schemeClr val="accent1"/>
          </a:solidFill>
          <a:ln>
            <a:noFill/>
          </a:ln>
        </p:spPr>
        <p:txBody>
          <a:bodyPr anchorCtr="0" anchor="ctr" bIns="91450" lIns="91450" spcFirstLastPara="1" rIns="91450" wrap="square" tIns="91450">
            <a:noAutofit/>
          </a:bodyPr>
          <a:lstStyle/>
          <a:p>
            <a:pPr indent="0" lvl="0" marL="0" rtl="0" algn="l">
              <a:spcBef>
                <a:spcPts val="0"/>
              </a:spcBef>
              <a:spcAft>
                <a:spcPts val="0"/>
              </a:spcAft>
              <a:buNone/>
            </a:pPr>
            <a:r>
              <a:t/>
            </a:r>
            <a:endParaRPr/>
          </a:p>
        </p:txBody>
      </p:sp>
      <p:sp>
        <p:nvSpPr>
          <p:cNvPr id="69" name="Google Shape;69;p11"/>
          <p:cNvSpPr txBox="1"/>
          <p:nvPr>
            <p:ph type="title"/>
          </p:nvPr>
        </p:nvSpPr>
        <p:spPr>
          <a:xfrm>
            <a:off x="455775" y="457206"/>
            <a:ext cx="2634300" cy="3887700"/>
          </a:xfrm>
          <a:prstGeom prst="rect">
            <a:avLst/>
          </a:prstGeom>
        </p:spPr>
        <p:txBody>
          <a:bodyPr anchorCtr="0" anchor="t" bIns="0" lIns="0" spcFirstLastPara="1" rIns="0" wrap="square" tIns="0">
            <a:noAutofit/>
          </a:bodyPr>
          <a:lstStyle>
            <a:lvl1pPr lvl="0">
              <a:spcBef>
                <a:spcPts val="0"/>
              </a:spcBef>
              <a:spcAft>
                <a:spcPts val="0"/>
              </a:spcAft>
              <a:buSzPts val="2400"/>
              <a:buNone/>
              <a:defRPr/>
            </a:lvl1pPr>
            <a:lvl2pPr lvl="1">
              <a:spcBef>
                <a:spcPts val="1300"/>
              </a:spcBef>
              <a:spcAft>
                <a:spcPts val="0"/>
              </a:spcAft>
              <a:buSzPts val="2800"/>
              <a:buNone/>
              <a:defRPr/>
            </a:lvl2pPr>
            <a:lvl3pPr lvl="2">
              <a:spcBef>
                <a:spcPts val="1300"/>
              </a:spcBef>
              <a:spcAft>
                <a:spcPts val="0"/>
              </a:spcAft>
              <a:buSzPts val="2800"/>
              <a:buNone/>
              <a:defRPr/>
            </a:lvl3pPr>
            <a:lvl4pPr lvl="3">
              <a:spcBef>
                <a:spcPts val="1300"/>
              </a:spcBef>
              <a:spcAft>
                <a:spcPts val="0"/>
              </a:spcAft>
              <a:buSzPts val="2800"/>
              <a:buNone/>
              <a:defRPr/>
            </a:lvl4pPr>
            <a:lvl5pPr lvl="4">
              <a:spcBef>
                <a:spcPts val="1300"/>
              </a:spcBef>
              <a:spcAft>
                <a:spcPts val="0"/>
              </a:spcAft>
              <a:buSzPts val="2800"/>
              <a:buNone/>
              <a:defRPr/>
            </a:lvl5pPr>
            <a:lvl6pPr lvl="5">
              <a:spcBef>
                <a:spcPts val="1300"/>
              </a:spcBef>
              <a:spcAft>
                <a:spcPts val="0"/>
              </a:spcAft>
              <a:buSzPts val="2800"/>
              <a:buNone/>
              <a:defRPr/>
            </a:lvl6pPr>
            <a:lvl7pPr lvl="6">
              <a:spcBef>
                <a:spcPts val="1300"/>
              </a:spcBef>
              <a:spcAft>
                <a:spcPts val="0"/>
              </a:spcAft>
              <a:buSzPts val="2800"/>
              <a:buNone/>
              <a:defRPr/>
            </a:lvl7pPr>
            <a:lvl8pPr lvl="7">
              <a:spcBef>
                <a:spcPts val="1300"/>
              </a:spcBef>
              <a:spcAft>
                <a:spcPts val="0"/>
              </a:spcAft>
              <a:buSzPts val="2800"/>
              <a:buNone/>
              <a:defRPr/>
            </a:lvl8pPr>
            <a:lvl9pPr lvl="8">
              <a:spcBef>
                <a:spcPts val="1300"/>
              </a:spcBef>
              <a:spcAft>
                <a:spcPts val="1300"/>
              </a:spcAft>
              <a:buSzPts val="2800"/>
              <a:buNone/>
              <a:defRPr/>
            </a:lvl9pPr>
          </a:lstStyle>
          <a:p/>
        </p:txBody>
      </p:sp>
      <p:sp>
        <p:nvSpPr>
          <p:cNvPr id="70" name="Google Shape;70;p11"/>
          <p:cNvSpPr txBox="1"/>
          <p:nvPr>
            <p:ph idx="12" type="sldNum"/>
          </p:nvPr>
        </p:nvSpPr>
        <p:spPr>
          <a:xfrm>
            <a:off x="8256725" y="4708927"/>
            <a:ext cx="437100" cy="107400"/>
          </a:xfrm>
          <a:prstGeom prst="rect">
            <a:avLst/>
          </a:prstGeom>
          <a:noFill/>
          <a:ln>
            <a:noFill/>
          </a:ln>
        </p:spPr>
        <p:txBody>
          <a:bodyPr anchorCtr="0" anchor="t" bIns="0" lIns="0" spcFirstLastPara="1" rIns="0" wrap="square" tIns="0">
            <a:noAutofit/>
          </a:bodyPr>
          <a:lstStyle>
            <a:lvl1pPr lvl="0" algn="r">
              <a:lnSpc>
                <a:spcPct val="80000"/>
              </a:lnSpc>
              <a:buSzPts val="1000"/>
              <a:buNone/>
              <a:defRPr sz="800">
                <a:solidFill>
                  <a:schemeClr val="dk1"/>
                </a:solidFill>
                <a:latin typeface="Poppins"/>
                <a:ea typeface="Poppins"/>
                <a:cs typeface="Poppins"/>
                <a:sym typeface="Poppins"/>
              </a:defRPr>
            </a:lvl1pPr>
            <a:lvl2pPr lvl="1" algn="r">
              <a:lnSpc>
                <a:spcPct val="80000"/>
              </a:lnSpc>
              <a:buSzPts val="1000"/>
              <a:buNone/>
              <a:defRPr sz="800">
                <a:solidFill>
                  <a:schemeClr val="dk1"/>
                </a:solidFill>
                <a:latin typeface="Poppins"/>
                <a:ea typeface="Poppins"/>
                <a:cs typeface="Poppins"/>
                <a:sym typeface="Poppins"/>
              </a:defRPr>
            </a:lvl2pPr>
            <a:lvl3pPr lvl="2" algn="r">
              <a:lnSpc>
                <a:spcPct val="80000"/>
              </a:lnSpc>
              <a:buSzPts val="1000"/>
              <a:buNone/>
              <a:defRPr sz="800">
                <a:solidFill>
                  <a:schemeClr val="dk1"/>
                </a:solidFill>
                <a:latin typeface="Poppins"/>
                <a:ea typeface="Poppins"/>
                <a:cs typeface="Poppins"/>
                <a:sym typeface="Poppins"/>
              </a:defRPr>
            </a:lvl3pPr>
            <a:lvl4pPr lvl="3" algn="r">
              <a:lnSpc>
                <a:spcPct val="80000"/>
              </a:lnSpc>
              <a:buSzPts val="1000"/>
              <a:buNone/>
              <a:defRPr sz="800">
                <a:solidFill>
                  <a:schemeClr val="dk1"/>
                </a:solidFill>
                <a:latin typeface="Poppins"/>
                <a:ea typeface="Poppins"/>
                <a:cs typeface="Poppins"/>
                <a:sym typeface="Poppins"/>
              </a:defRPr>
            </a:lvl4pPr>
            <a:lvl5pPr lvl="4" algn="r">
              <a:lnSpc>
                <a:spcPct val="80000"/>
              </a:lnSpc>
              <a:buSzPts val="1000"/>
              <a:buNone/>
              <a:defRPr sz="800">
                <a:solidFill>
                  <a:schemeClr val="dk1"/>
                </a:solidFill>
                <a:latin typeface="Poppins"/>
                <a:ea typeface="Poppins"/>
                <a:cs typeface="Poppins"/>
                <a:sym typeface="Poppins"/>
              </a:defRPr>
            </a:lvl5pPr>
            <a:lvl6pPr lvl="5" algn="r">
              <a:lnSpc>
                <a:spcPct val="80000"/>
              </a:lnSpc>
              <a:buSzPts val="1000"/>
              <a:buNone/>
              <a:defRPr sz="800">
                <a:solidFill>
                  <a:schemeClr val="dk1"/>
                </a:solidFill>
                <a:latin typeface="Poppins"/>
                <a:ea typeface="Poppins"/>
                <a:cs typeface="Poppins"/>
                <a:sym typeface="Poppins"/>
              </a:defRPr>
            </a:lvl6pPr>
            <a:lvl7pPr lvl="6" algn="r">
              <a:lnSpc>
                <a:spcPct val="80000"/>
              </a:lnSpc>
              <a:buSzPts val="1000"/>
              <a:buNone/>
              <a:defRPr sz="800">
                <a:solidFill>
                  <a:schemeClr val="dk1"/>
                </a:solidFill>
                <a:latin typeface="Poppins"/>
                <a:ea typeface="Poppins"/>
                <a:cs typeface="Poppins"/>
                <a:sym typeface="Poppins"/>
              </a:defRPr>
            </a:lvl7pPr>
            <a:lvl8pPr lvl="7" algn="r">
              <a:lnSpc>
                <a:spcPct val="80000"/>
              </a:lnSpc>
              <a:buSzPts val="1000"/>
              <a:buNone/>
              <a:defRPr sz="800">
                <a:solidFill>
                  <a:schemeClr val="dk1"/>
                </a:solidFill>
                <a:latin typeface="Poppins"/>
                <a:ea typeface="Poppins"/>
                <a:cs typeface="Poppins"/>
                <a:sym typeface="Poppins"/>
              </a:defRPr>
            </a:lvl8pPr>
            <a:lvl9pPr lvl="8" algn="r">
              <a:lnSpc>
                <a:spcPct val="80000"/>
              </a:lnSpc>
              <a:buSzPts val="1000"/>
              <a:buNone/>
              <a:defRPr sz="800">
                <a:solidFill>
                  <a:schemeClr val="dk1"/>
                </a:solidFill>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71" name="Google Shape;71;p11"/>
          <p:cNvSpPr txBox="1"/>
          <p:nvPr/>
        </p:nvSpPr>
        <p:spPr>
          <a:xfrm>
            <a:off x="4626925" y="4693687"/>
            <a:ext cx="3346500" cy="107400"/>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r>
              <a:rPr lang="en" sz="800">
                <a:solidFill>
                  <a:schemeClr val="dk1"/>
                </a:solidFill>
                <a:latin typeface="Poppins"/>
                <a:ea typeface="Poppins"/>
                <a:cs typeface="Poppins"/>
                <a:sym typeface="Poppins"/>
              </a:rPr>
              <a:t>CONFIDENTIAL</a:t>
            </a:r>
            <a:endParaRPr sz="800">
              <a:solidFill>
                <a:schemeClr val="dk1"/>
              </a:solidFill>
              <a:latin typeface="Poppins"/>
              <a:ea typeface="Poppins"/>
              <a:cs typeface="Poppins"/>
              <a:sym typeface="Poppins"/>
            </a:endParaRPr>
          </a:p>
        </p:txBody>
      </p:sp>
      <p:sp>
        <p:nvSpPr>
          <p:cNvPr id="72" name="Google Shape;72;p11"/>
          <p:cNvSpPr/>
          <p:nvPr>
            <p:ph idx="2" type="pic"/>
          </p:nvPr>
        </p:nvSpPr>
        <p:spPr>
          <a:xfrm>
            <a:off x="4558788" y="801974"/>
            <a:ext cx="3539700" cy="3539700"/>
          </a:xfrm>
          <a:prstGeom prst="rect">
            <a:avLst/>
          </a:prstGeom>
          <a:noFill/>
          <a:ln>
            <a:noFill/>
          </a:ln>
        </p:spPr>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1: Title, body and background (Oat)">
  <p:cSld name="ONE_COLUMN_TEXT_2_1_1_1_1">
    <p:spTree>
      <p:nvGrpSpPr>
        <p:cNvPr id="73" name="Shape 73"/>
        <p:cNvGrpSpPr/>
        <p:nvPr/>
      </p:nvGrpSpPr>
      <p:grpSpPr>
        <a:xfrm>
          <a:off x="0" y="0"/>
          <a:ext cx="0" cy="0"/>
          <a:chOff x="0" y="0"/>
          <a:chExt cx="0" cy="0"/>
        </a:xfrm>
      </p:grpSpPr>
      <p:sp>
        <p:nvSpPr>
          <p:cNvPr id="74" name="Google Shape;74;p12"/>
          <p:cNvSpPr/>
          <p:nvPr/>
        </p:nvSpPr>
        <p:spPr>
          <a:xfrm>
            <a:off x="3516138" y="0"/>
            <a:ext cx="5628000" cy="5143500"/>
          </a:xfrm>
          <a:prstGeom prst="rect">
            <a:avLst/>
          </a:prstGeom>
          <a:solidFill>
            <a:schemeClr val="lt2"/>
          </a:solidFill>
          <a:ln>
            <a:noFill/>
          </a:ln>
        </p:spPr>
        <p:txBody>
          <a:bodyPr anchorCtr="0" anchor="ctr" bIns="91450" lIns="91450" spcFirstLastPara="1" rIns="91450" wrap="square" tIns="91450">
            <a:noAutofit/>
          </a:bodyPr>
          <a:lstStyle/>
          <a:p>
            <a:pPr indent="0" lvl="0" marL="0" rtl="0" algn="l">
              <a:spcBef>
                <a:spcPts val="0"/>
              </a:spcBef>
              <a:spcAft>
                <a:spcPts val="0"/>
              </a:spcAft>
              <a:buNone/>
            </a:pPr>
            <a:r>
              <a:t/>
            </a:r>
            <a:endParaRPr/>
          </a:p>
        </p:txBody>
      </p:sp>
      <p:sp>
        <p:nvSpPr>
          <p:cNvPr id="75" name="Google Shape;75;p12"/>
          <p:cNvSpPr txBox="1"/>
          <p:nvPr>
            <p:ph type="title"/>
          </p:nvPr>
        </p:nvSpPr>
        <p:spPr>
          <a:xfrm>
            <a:off x="455775" y="457206"/>
            <a:ext cx="2634300" cy="3887700"/>
          </a:xfrm>
          <a:prstGeom prst="rect">
            <a:avLst/>
          </a:prstGeom>
        </p:spPr>
        <p:txBody>
          <a:bodyPr anchorCtr="0" anchor="t" bIns="0" lIns="0" spcFirstLastPara="1" rIns="0" wrap="square" tIns="0">
            <a:noAutofit/>
          </a:bodyPr>
          <a:lstStyle>
            <a:lvl1pPr lvl="0">
              <a:spcBef>
                <a:spcPts val="0"/>
              </a:spcBef>
              <a:spcAft>
                <a:spcPts val="0"/>
              </a:spcAft>
              <a:buSzPts val="2400"/>
              <a:buNone/>
              <a:defRPr/>
            </a:lvl1pPr>
            <a:lvl2pPr lvl="1">
              <a:spcBef>
                <a:spcPts val="1300"/>
              </a:spcBef>
              <a:spcAft>
                <a:spcPts val="0"/>
              </a:spcAft>
              <a:buSzPts val="2800"/>
              <a:buNone/>
              <a:defRPr/>
            </a:lvl2pPr>
            <a:lvl3pPr lvl="2">
              <a:spcBef>
                <a:spcPts val="1300"/>
              </a:spcBef>
              <a:spcAft>
                <a:spcPts val="0"/>
              </a:spcAft>
              <a:buSzPts val="2800"/>
              <a:buNone/>
              <a:defRPr/>
            </a:lvl3pPr>
            <a:lvl4pPr lvl="3">
              <a:spcBef>
                <a:spcPts val="1300"/>
              </a:spcBef>
              <a:spcAft>
                <a:spcPts val="0"/>
              </a:spcAft>
              <a:buSzPts val="2800"/>
              <a:buNone/>
              <a:defRPr/>
            </a:lvl4pPr>
            <a:lvl5pPr lvl="4">
              <a:spcBef>
                <a:spcPts val="1300"/>
              </a:spcBef>
              <a:spcAft>
                <a:spcPts val="0"/>
              </a:spcAft>
              <a:buSzPts val="2800"/>
              <a:buNone/>
              <a:defRPr/>
            </a:lvl5pPr>
            <a:lvl6pPr lvl="5">
              <a:spcBef>
                <a:spcPts val="1300"/>
              </a:spcBef>
              <a:spcAft>
                <a:spcPts val="0"/>
              </a:spcAft>
              <a:buSzPts val="2800"/>
              <a:buNone/>
              <a:defRPr/>
            </a:lvl6pPr>
            <a:lvl7pPr lvl="6">
              <a:spcBef>
                <a:spcPts val="1300"/>
              </a:spcBef>
              <a:spcAft>
                <a:spcPts val="0"/>
              </a:spcAft>
              <a:buSzPts val="2800"/>
              <a:buNone/>
              <a:defRPr/>
            </a:lvl7pPr>
            <a:lvl8pPr lvl="7">
              <a:spcBef>
                <a:spcPts val="1300"/>
              </a:spcBef>
              <a:spcAft>
                <a:spcPts val="0"/>
              </a:spcAft>
              <a:buSzPts val="2800"/>
              <a:buNone/>
              <a:defRPr/>
            </a:lvl8pPr>
            <a:lvl9pPr lvl="8">
              <a:spcBef>
                <a:spcPts val="1300"/>
              </a:spcBef>
              <a:spcAft>
                <a:spcPts val="1300"/>
              </a:spcAft>
              <a:buSzPts val="2800"/>
              <a:buNone/>
              <a:defRPr/>
            </a:lvl9pPr>
          </a:lstStyle>
          <a:p/>
        </p:txBody>
      </p:sp>
      <p:sp>
        <p:nvSpPr>
          <p:cNvPr id="76" name="Google Shape;76;p12"/>
          <p:cNvSpPr txBox="1"/>
          <p:nvPr>
            <p:ph idx="12" type="sldNum"/>
          </p:nvPr>
        </p:nvSpPr>
        <p:spPr>
          <a:xfrm>
            <a:off x="8256725" y="4708927"/>
            <a:ext cx="437100" cy="107400"/>
          </a:xfrm>
          <a:prstGeom prst="rect">
            <a:avLst/>
          </a:prstGeom>
          <a:noFill/>
          <a:ln>
            <a:noFill/>
          </a:ln>
        </p:spPr>
        <p:txBody>
          <a:bodyPr anchorCtr="0" anchor="t" bIns="0" lIns="0" spcFirstLastPara="1" rIns="0" wrap="square" tIns="0">
            <a:noAutofit/>
          </a:bodyPr>
          <a:lstStyle>
            <a:lvl1pPr lvl="0" algn="r">
              <a:lnSpc>
                <a:spcPct val="80000"/>
              </a:lnSpc>
              <a:buSzPts val="1000"/>
              <a:buNone/>
              <a:defRPr sz="800">
                <a:solidFill>
                  <a:srgbClr val="B0AEA5"/>
                </a:solidFill>
                <a:latin typeface="Poppins"/>
                <a:ea typeface="Poppins"/>
                <a:cs typeface="Poppins"/>
                <a:sym typeface="Poppins"/>
              </a:defRPr>
            </a:lvl1pPr>
            <a:lvl2pPr lvl="1" algn="r">
              <a:lnSpc>
                <a:spcPct val="80000"/>
              </a:lnSpc>
              <a:buSzPts val="1000"/>
              <a:buNone/>
              <a:defRPr sz="800">
                <a:solidFill>
                  <a:srgbClr val="B0AEA5"/>
                </a:solidFill>
                <a:latin typeface="Poppins"/>
                <a:ea typeface="Poppins"/>
                <a:cs typeface="Poppins"/>
                <a:sym typeface="Poppins"/>
              </a:defRPr>
            </a:lvl2pPr>
            <a:lvl3pPr lvl="2" algn="r">
              <a:lnSpc>
                <a:spcPct val="80000"/>
              </a:lnSpc>
              <a:buSzPts val="1000"/>
              <a:buNone/>
              <a:defRPr sz="800">
                <a:solidFill>
                  <a:srgbClr val="B0AEA5"/>
                </a:solidFill>
                <a:latin typeface="Poppins"/>
                <a:ea typeface="Poppins"/>
                <a:cs typeface="Poppins"/>
                <a:sym typeface="Poppins"/>
              </a:defRPr>
            </a:lvl3pPr>
            <a:lvl4pPr lvl="3" algn="r">
              <a:lnSpc>
                <a:spcPct val="80000"/>
              </a:lnSpc>
              <a:buSzPts val="1000"/>
              <a:buNone/>
              <a:defRPr sz="800">
                <a:solidFill>
                  <a:srgbClr val="B0AEA5"/>
                </a:solidFill>
                <a:latin typeface="Poppins"/>
                <a:ea typeface="Poppins"/>
                <a:cs typeface="Poppins"/>
                <a:sym typeface="Poppins"/>
              </a:defRPr>
            </a:lvl4pPr>
            <a:lvl5pPr lvl="4" algn="r">
              <a:lnSpc>
                <a:spcPct val="80000"/>
              </a:lnSpc>
              <a:buSzPts val="1000"/>
              <a:buNone/>
              <a:defRPr sz="800">
                <a:solidFill>
                  <a:srgbClr val="B0AEA5"/>
                </a:solidFill>
                <a:latin typeface="Poppins"/>
                <a:ea typeface="Poppins"/>
                <a:cs typeface="Poppins"/>
                <a:sym typeface="Poppins"/>
              </a:defRPr>
            </a:lvl5pPr>
            <a:lvl6pPr lvl="5" algn="r">
              <a:lnSpc>
                <a:spcPct val="80000"/>
              </a:lnSpc>
              <a:buSzPts val="1000"/>
              <a:buNone/>
              <a:defRPr sz="800">
                <a:solidFill>
                  <a:srgbClr val="B0AEA5"/>
                </a:solidFill>
                <a:latin typeface="Poppins"/>
                <a:ea typeface="Poppins"/>
                <a:cs typeface="Poppins"/>
                <a:sym typeface="Poppins"/>
              </a:defRPr>
            </a:lvl6pPr>
            <a:lvl7pPr lvl="6" algn="r">
              <a:lnSpc>
                <a:spcPct val="80000"/>
              </a:lnSpc>
              <a:buSzPts val="1000"/>
              <a:buNone/>
              <a:defRPr sz="800">
                <a:solidFill>
                  <a:srgbClr val="B0AEA5"/>
                </a:solidFill>
                <a:latin typeface="Poppins"/>
                <a:ea typeface="Poppins"/>
                <a:cs typeface="Poppins"/>
                <a:sym typeface="Poppins"/>
              </a:defRPr>
            </a:lvl7pPr>
            <a:lvl8pPr lvl="7" algn="r">
              <a:lnSpc>
                <a:spcPct val="80000"/>
              </a:lnSpc>
              <a:buSzPts val="1000"/>
              <a:buNone/>
              <a:defRPr sz="800">
                <a:solidFill>
                  <a:srgbClr val="B0AEA5"/>
                </a:solidFill>
                <a:latin typeface="Poppins"/>
                <a:ea typeface="Poppins"/>
                <a:cs typeface="Poppins"/>
                <a:sym typeface="Poppins"/>
              </a:defRPr>
            </a:lvl8pPr>
            <a:lvl9pPr lvl="8" algn="r">
              <a:lnSpc>
                <a:spcPct val="80000"/>
              </a:lnSpc>
              <a:buSzPts val="1000"/>
              <a:buNone/>
              <a:defRPr sz="800">
                <a:solidFill>
                  <a:srgbClr val="B0AEA5"/>
                </a:solidFill>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77" name="Google Shape;77;p12"/>
          <p:cNvSpPr txBox="1"/>
          <p:nvPr/>
        </p:nvSpPr>
        <p:spPr>
          <a:xfrm>
            <a:off x="4626925" y="4693687"/>
            <a:ext cx="3346500" cy="107400"/>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r>
              <a:rPr lang="en" sz="800">
                <a:solidFill>
                  <a:srgbClr val="B0AEA5"/>
                </a:solidFill>
                <a:latin typeface="Poppins"/>
                <a:ea typeface="Poppins"/>
                <a:cs typeface="Poppins"/>
                <a:sym typeface="Poppins"/>
              </a:rPr>
              <a:t>CONFIDENTIAL</a:t>
            </a:r>
            <a:endParaRPr sz="800">
              <a:solidFill>
                <a:srgbClr val="B0AEA5"/>
              </a:solidFill>
              <a:latin typeface="Poppins"/>
              <a:ea typeface="Poppins"/>
              <a:cs typeface="Poppins"/>
              <a:sym typeface="Poppins"/>
            </a:endParaRPr>
          </a:p>
        </p:txBody>
      </p:sp>
      <p:sp>
        <p:nvSpPr>
          <p:cNvPr id="78" name="Google Shape;78;p12"/>
          <p:cNvSpPr/>
          <p:nvPr>
            <p:ph idx="2" type="pic"/>
          </p:nvPr>
        </p:nvSpPr>
        <p:spPr>
          <a:xfrm>
            <a:off x="4558788" y="801974"/>
            <a:ext cx="3539700" cy="3539700"/>
          </a:xfrm>
          <a:prstGeom prst="rect">
            <a:avLst/>
          </a:prstGeom>
          <a:noFill/>
          <a:ln>
            <a:noFill/>
          </a:ln>
        </p:spPr>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3: Title, body and hero illustration">
  <p:cSld name="ONE_COLUMN_TEXT_1_2">
    <p:spTree>
      <p:nvGrpSpPr>
        <p:cNvPr id="79" name="Shape 79"/>
        <p:cNvGrpSpPr/>
        <p:nvPr/>
      </p:nvGrpSpPr>
      <p:grpSpPr>
        <a:xfrm>
          <a:off x="0" y="0"/>
          <a:ext cx="0" cy="0"/>
          <a:chOff x="0" y="0"/>
          <a:chExt cx="0" cy="0"/>
        </a:xfrm>
      </p:grpSpPr>
      <p:sp>
        <p:nvSpPr>
          <p:cNvPr id="80" name="Google Shape;80;p13"/>
          <p:cNvSpPr txBox="1"/>
          <p:nvPr>
            <p:ph type="title"/>
          </p:nvPr>
        </p:nvSpPr>
        <p:spPr>
          <a:xfrm>
            <a:off x="455775" y="457206"/>
            <a:ext cx="3708900" cy="3887700"/>
          </a:xfrm>
          <a:prstGeom prst="rect">
            <a:avLst/>
          </a:prstGeom>
        </p:spPr>
        <p:txBody>
          <a:bodyPr anchorCtr="0" anchor="t" bIns="0" lIns="0" spcFirstLastPara="1" rIns="0" wrap="square" tIns="0">
            <a:noAutofit/>
          </a:bodyPr>
          <a:lstStyle>
            <a:lvl1pPr lvl="0">
              <a:spcBef>
                <a:spcPts val="0"/>
              </a:spcBef>
              <a:spcAft>
                <a:spcPts val="0"/>
              </a:spcAft>
              <a:buSzPts val="2400"/>
              <a:buNone/>
              <a:defRPr/>
            </a:lvl1pPr>
            <a:lvl2pPr lvl="1">
              <a:spcBef>
                <a:spcPts val="1300"/>
              </a:spcBef>
              <a:spcAft>
                <a:spcPts val="0"/>
              </a:spcAft>
              <a:buSzPts val="2800"/>
              <a:buNone/>
              <a:defRPr/>
            </a:lvl2pPr>
            <a:lvl3pPr lvl="2">
              <a:spcBef>
                <a:spcPts val="1300"/>
              </a:spcBef>
              <a:spcAft>
                <a:spcPts val="0"/>
              </a:spcAft>
              <a:buSzPts val="2800"/>
              <a:buNone/>
              <a:defRPr/>
            </a:lvl3pPr>
            <a:lvl4pPr lvl="3">
              <a:spcBef>
                <a:spcPts val="1300"/>
              </a:spcBef>
              <a:spcAft>
                <a:spcPts val="0"/>
              </a:spcAft>
              <a:buSzPts val="2800"/>
              <a:buNone/>
              <a:defRPr/>
            </a:lvl4pPr>
            <a:lvl5pPr lvl="4">
              <a:spcBef>
                <a:spcPts val="1300"/>
              </a:spcBef>
              <a:spcAft>
                <a:spcPts val="0"/>
              </a:spcAft>
              <a:buSzPts val="2800"/>
              <a:buNone/>
              <a:defRPr/>
            </a:lvl5pPr>
            <a:lvl6pPr lvl="5">
              <a:spcBef>
                <a:spcPts val="1300"/>
              </a:spcBef>
              <a:spcAft>
                <a:spcPts val="0"/>
              </a:spcAft>
              <a:buSzPts val="2800"/>
              <a:buNone/>
              <a:defRPr/>
            </a:lvl6pPr>
            <a:lvl7pPr lvl="6">
              <a:spcBef>
                <a:spcPts val="1300"/>
              </a:spcBef>
              <a:spcAft>
                <a:spcPts val="0"/>
              </a:spcAft>
              <a:buSzPts val="2800"/>
              <a:buNone/>
              <a:defRPr/>
            </a:lvl7pPr>
            <a:lvl8pPr lvl="7">
              <a:spcBef>
                <a:spcPts val="1300"/>
              </a:spcBef>
              <a:spcAft>
                <a:spcPts val="0"/>
              </a:spcAft>
              <a:buSzPts val="2800"/>
              <a:buNone/>
              <a:defRPr/>
            </a:lvl8pPr>
            <a:lvl9pPr lvl="8">
              <a:spcBef>
                <a:spcPts val="1300"/>
              </a:spcBef>
              <a:spcAft>
                <a:spcPts val="1300"/>
              </a:spcAft>
              <a:buSzPts val="2800"/>
              <a:buNone/>
              <a:defRPr/>
            </a:lvl9pPr>
          </a:lstStyle>
          <a:p/>
        </p:txBody>
      </p:sp>
      <p:sp>
        <p:nvSpPr>
          <p:cNvPr id="81" name="Google Shape;81;p13"/>
          <p:cNvSpPr txBox="1"/>
          <p:nvPr>
            <p:ph idx="12" type="sldNum"/>
          </p:nvPr>
        </p:nvSpPr>
        <p:spPr>
          <a:xfrm>
            <a:off x="8256725" y="4708927"/>
            <a:ext cx="437100" cy="107400"/>
          </a:xfrm>
          <a:prstGeom prst="rect">
            <a:avLst/>
          </a:prstGeom>
          <a:noFill/>
          <a:ln>
            <a:noFill/>
          </a:ln>
        </p:spPr>
        <p:txBody>
          <a:bodyPr anchorCtr="0" anchor="t" bIns="0" lIns="0" spcFirstLastPara="1" rIns="0" wrap="square" tIns="0">
            <a:noAutofit/>
          </a:bodyPr>
          <a:lstStyle>
            <a:lvl1pPr lvl="0" algn="r">
              <a:lnSpc>
                <a:spcPct val="80000"/>
              </a:lnSpc>
              <a:buSzPts val="1000"/>
              <a:buNone/>
              <a:defRPr sz="800">
                <a:solidFill>
                  <a:srgbClr val="B0AEA5"/>
                </a:solidFill>
                <a:latin typeface="Poppins"/>
                <a:ea typeface="Poppins"/>
                <a:cs typeface="Poppins"/>
                <a:sym typeface="Poppins"/>
              </a:defRPr>
            </a:lvl1pPr>
            <a:lvl2pPr lvl="1" algn="r">
              <a:lnSpc>
                <a:spcPct val="80000"/>
              </a:lnSpc>
              <a:buSzPts val="1000"/>
              <a:buNone/>
              <a:defRPr sz="800">
                <a:solidFill>
                  <a:srgbClr val="B0AEA5"/>
                </a:solidFill>
                <a:latin typeface="Poppins"/>
                <a:ea typeface="Poppins"/>
                <a:cs typeface="Poppins"/>
                <a:sym typeface="Poppins"/>
              </a:defRPr>
            </a:lvl2pPr>
            <a:lvl3pPr lvl="2" algn="r">
              <a:lnSpc>
                <a:spcPct val="80000"/>
              </a:lnSpc>
              <a:buSzPts val="1000"/>
              <a:buNone/>
              <a:defRPr sz="800">
                <a:solidFill>
                  <a:srgbClr val="B0AEA5"/>
                </a:solidFill>
                <a:latin typeface="Poppins"/>
                <a:ea typeface="Poppins"/>
                <a:cs typeface="Poppins"/>
                <a:sym typeface="Poppins"/>
              </a:defRPr>
            </a:lvl3pPr>
            <a:lvl4pPr lvl="3" algn="r">
              <a:lnSpc>
                <a:spcPct val="80000"/>
              </a:lnSpc>
              <a:buSzPts val="1000"/>
              <a:buNone/>
              <a:defRPr sz="800">
                <a:solidFill>
                  <a:srgbClr val="B0AEA5"/>
                </a:solidFill>
                <a:latin typeface="Poppins"/>
                <a:ea typeface="Poppins"/>
                <a:cs typeface="Poppins"/>
                <a:sym typeface="Poppins"/>
              </a:defRPr>
            </a:lvl4pPr>
            <a:lvl5pPr lvl="4" algn="r">
              <a:lnSpc>
                <a:spcPct val="80000"/>
              </a:lnSpc>
              <a:buSzPts val="1000"/>
              <a:buNone/>
              <a:defRPr sz="800">
                <a:solidFill>
                  <a:srgbClr val="B0AEA5"/>
                </a:solidFill>
                <a:latin typeface="Poppins"/>
                <a:ea typeface="Poppins"/>
                <a:cs typeface="Poppins"/>
                <a:sym typeface="Poppins"/>
              </a:defRPr>
            </a:lvl5pPr>
            <a:lvl6pPr lvl="5" algn="r">
              <a:lnSpc>
                <a:spcPct val="80000"/>
              </a:lnSpc>
              <a:buSzPts val="1000"/>
              <a:buNone/>
              <a:defRPr sz="800">
                <a:solidFill>
                  <a:srgbClr val="B0AEA5"/>
                </a:solidFill>
                <a:latin typeface="Poppins"/>
                <a:ea typeface="Poppins"/>
                <a:cs typeface="Poppins"/>
                <a:sym typeface="Poppins"/>
              </a:defRPr>
            </a:lvl6pPr>
            <a:lvl7pPr lvl="6" algn="r">
              <a:lnSpc>
                <a:spcPct val="80000"/>
              </a:lnSpc>
              <a:buSzPts val="1000"/>
              <a:buNone/>
              <a:defRPr sz="800">
                <a:solidFill>
                  <a:srgbClr val="B0AEA5"/>
                </a:solidFill>
                <a:latin typeface="Poppins"/>
                <a:ea typeface="Poppins"/>
                <a:cs typeface="Poppins"/>
                <a:sym typeface="Poppins"/>
              </a:defRPr>
            </a:lvl7pPr>
            <a:lvl8pPr lvl="7" algn="r">
              <a:lnSpc>
                <a:spcPct val="80000"/>
              </a:lnSpc>
              <a:buSzPts val="1000"/>
              <a:buNone/>
              <a:defRPr sz="800">
                <a:solidFill>
                  <a:srgbClr val="B0AEA5"/>
                </a:solidFill>
                <a:latin typeface="Poppins"/>
                <a:ea typeface="Poppins"/>
                <a:cs typeface="Poppins"/>
                <a:sym typeface="Poppins"/>
              </a:defRPr>
            </a:lvl8pPr>
            <a:lvl9pPr lvl="8" algn="r">
              <a:lnSpc>
                <a:spcPct val="80000"/>
              </a:lnSpc>
              <a:buSzPts val="1000"/>
              <a:buNone/>
              <a:defRPr sz="800">
                <a:solidFill>
                  <a:srgbClr val="B0AEA5"/>
                </a:solidFill>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82" name="Google Shape;82;p13"/>
          <p:cNvSpPr txBox="1"/>
          <p:nvPr/>
        </p:nvSpPr>
        <p:spPr>
          <a:xfrm>
            <a:off x="4626925" y="4693687"/>
            <a:ext cx="3346500" cy="107400"/>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r>
              <a:rPr lang="en" sz="800">
                <a:solidFill>
                  <a:srgbClr val="B0AEA5"/>
                </a:solidFill>
                <a:latin typeface="Poppins"/>
                <a:ea typeface="Poppins"/>
                <a:cs typeface="Poppins"/>
                <a:sym typeface="Poppins"/>
              </a:rPr>
              <a:t>CONFIDENTIAL</a:t>
            </a:r>
            <a:endParaRPr sz="800">
              <a:solidFill>
                <a:srgbClr val="B0AEA5"/>
              </a:solidFill>
              <a:latin typeface="Poppins"/>
              <a:ea typeface="Poppins"/>
              <a:cs typeface="Poppins"/>
              <a:sym typeface="Poppins"/>
            </a:endParaRPr>
          </a:p>
        </p:txBody>
      </p:sp>
      <p:sp>
        <p:nvSpPr>
          <p:cNvPr id="83" name="Google Shape;83;p13"/>
          <p:cNvSpPr/>
          <p:nvPr>
            <p:ph idx="2" type="pic"/>
          </p:nvPr>
        </p:nvSpPr>
        <p:spPr>
          <a:xfrm>
            <a:off x="4806275" y="457197"/>
            <a:ext cx="3887700" cy="3887700"/>
          </a:xfrm>
          <a:prstGeom prst="rect">
            <a:avLst/>
          </a:prstGeom>
          <a:noFill/>
          <a:ln>
            <a:noFill/>
          </a:ln>
        </p:spPr>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5: Title, body and placeholder ">
  <p:cSld name="ONE_COLUMN_TEXT_1_1">
    <p:spTree>
      <p:nvGrpSpPr>
        <p:cNvPr id="84" name="Shape 84"/>
        <p:cNvGrpSpPr/>
        <p:nvPr/>
      </p:nvGrpSpPr>
      <p:grpSpPr>
        <a:xfrm>
          <a:off x="0" y="0"/>
          <a:ext cx="0" cy="0"/>
          <a:chOff x="0" y="0"/>
          <a:chExt cx="0" cy="0"/>
        </a:xfrm>
      </p:grpSpPr>
      <p:sp>
        <p:nvSpPr>
          <p:cNvPr id="85" name="Google Shape;85;p14"/>
          <p:cNvSpPr txBox="1"/>
          <p:nvPr>
            <p:ph type="title"/>
          </p:nvPr>
        </p:nvSpPr>
        <p:spPr>
          <a:xfrm>
            <a:off x="455775" y="457218"/>
            <a:ext cx="4033500" cy="3887700"/>
          </a:xfrm>
          <a:prstGeom prst="rect">
            <a:avLst/>
          </a:prstGeom>
        </p:spPr>
        <p:txBody>
          <a:bodyPr anchorCtr="0" anchor="t" bIns="0" lIns="0" spcFirstLastPara="1" rIns="0" wrap="square" tIns="0">
            <a:noAutofit/>
          </a:bodyPr>
          <a:lstStyle>
            <a:lvl1pPr lvl="0">
              <a:spcBef>
                <a:spcPts val="0"/>
              </a:spcBef>
              <a:spcAft>
                <a:spcPts val="0"/>
              </a:spcAft>
              <a:buSzPts val="2400"/>
              <a:buNone/>
              <a:defRPr/>
            </a:lvl1pPr>
            <a:lvl2pPr lvl="1">
              <a:spcBef>
                <a:spcPts val="1300"/>
              </a:spcBef>
              <a:spcAft>
                <a:spcPts val="0"/>
              </a:spcAft>
              <a:buSzPts val="2800"/>
              <a:buNone/>
              <a:defRPr/>
            </a:lvl2pPr>
            <a:lvl3pPr lvl="2">
              <a:spcBef>
                <a:spcPts val="1300"/>
              </a:spcBef>
              <a:spcAft>
                <a:spcPts val="0"/>
              </a:spcAft>
              <a:buSzPts val="2800"/>
              <a:buNone/>
              <a:defRPr/>
            </a:lvl3pPr>
            <a:lvl4pPr lvl="3">
              <a:spcBef>
                <a:spcPts val="1300"/>
              </a:spcBef>
              <a:spcAft>
                <a:spcPts val="0"/>
              </a:spcAft>
              <a:buSzPts val="2800"/>
              <a:buNone/>
              <a:defRPr/>
            </a:lvl4pPr>
            <a:lvl5pPr lvl="4">
              <a:spcBef>
                <a:spcPts val="1300"/>
              </a:spcBef>
              <a:spcAft>
                <a:spcPts val="0"/>
              </a:spcAft>
              <a:buSzPts val="2800"/>
              <a:buNone/>
              <a:defRPr/>
            </a:lvl5pPr>
            <a:lvl6pPr lvl="5">
              <a:spcBef>
                <a:spcPts val="1300"/>
              </a:spcBef>
              <a:spcAft>
                <a:spcPts val="0"/>
              </a:spcAft>
              <a:buSzPts val="2800"/>
              <a:buNone/>
              <a:defRPr/>
            </a:lvl6pPr>
            <a:lvl7pPr lvl="6">
              <a:spcBef>
                <a:spcPts val="1300"/>
              </a:spcBef>
              <a:spcAft>
                <a:spcPts val="0"/>
              </a:spcAft>
              <a:buSzPts val="2800"/>
              <a:buNone/>
              <a:defRPr/>
            </a:lvl7pPr>
            <a:lvl8pPr lvl="7">
              <a:spcBef>
                <a:spcPts val="1300"/>
              </a:spcBef>
              <a:spcAft>
                <a:spcPts val="0"/>
              </a:spcAft>
              <a:buSzPts val="2800"/>
              <a:buNone/>
              <a:defRPr/>
            </a:lvl8pPr>
            <a:lvl9pPr lvl="8">
              <a:spcBef>
                <a:spcPts val="1300"/>
              </a:spcBef>
              <a:spcAft>
                <a:spcPts val="1300"/>
              </a:spcAft>
              <a:buSzPts val="2800"/>
              <a:buNone/>
              <a:defRPr/>
            </a:lvl9pPr>
          </a:lstStyle>
          <a:p/>
        </p:txBody>
      </p:sp>
      <p:sp>
        <p:nvSpPr>
          <p:cNvPr id="86" name="Google Shape;86;p14"/>
          <p:cNvSpPr txBox="1"/>
          <p:nvPr>
            <p:ph idx="12" type="sldNum"/>
          </p:nvPr>
        </p:nvSpPr>
        <p:spPr>
          <a:xfrm>
            <a:off x="8256725" y="4708927"/>
            <a:ext cx="437100" cy="107400"/>
          </a:xfrm>
          <a:prstGeom prst="rect">
            <a:avLst/>
          </a:prstGeom>
          <a:noFill/>
          <a:ln>
            <a:noFill/>
          </a:ln>
        </p:spPr>
        <p:txBody>
          <a:bodyPr anchorCtr="0" anchor="t" bIns="0" lIns="0" spcFirstLastPara="1" rIns="0" wrap="square" tIns="0">
            <a:noAutofit/>
          </a:bodyPr>
          <a:lstStyle>
            <a:lvl1pPr lvl="0" algn="r">
              <a:lnSpc>
                <a:spcPct val="80000"/>
              </a:lnSpc>
              <a:buSzPts val="1000"/>
              <a:buNone/>
              <a:defRPr sz="800">
                <a:solidFill>
                  <a:srgbClr val="B0AEA5"/>
                </a:solidFill>
                <a:latin typeface="Poppins"/>
                <a:ea typeface="Poppins"/>
                <a:cs typeface="Poppins"/>
                <a:sym typeface="Poppins"/>
              </a:defRPr>
            </a:lvl1pPr>
            <a:lvl2pPr lvl="1" algn="r">
              <a:lnSpc>
                <a:spcPct val="80000"/>
              </a:lnSpc>
              <a:buSzPts val="1000"/>
              <a:buNone/>
              <a:defRPr sz="800">
                <a:solidFill>
                  <a:srgbClr val="B0AEA5"/>
                </a:solidFill>
                <a:latin typeface="Poppins"/>
                <a:ea typeface="Poppins"/>
                <a:cs typeface="Poppins"/>
                <a:sym typeface="Poppins"/>
              </a:defRPr>
            </a:lvl2pPr>
            <a:lvl3pPr lvl="2" algn="r">
              <a:lnSpc>
                <a:spcPct val="80000"/>
              </a:lnSpc>
              <a:buSzPts val="1000"/>
              <a:buNone/>
              <a:defRPr sz="800">
                <a:solidFill>
                  <a:srgbClr val="B0AEA5"/>
                </a:solidFill>
                <a:latin typeface="Poppins"/>
                <a:ea typeface="Poppins"/>
                <a:cs typeface="Poppins"/>
                <a:sym typeface="Poppins"/>
              </a:defRPr>
            </a:lvl3pPr>
            <a:lvl4pPr lvl="3" algn="r">
              <a:lnSpc>
                <a:spcPct val="80000"/>
              </a:lnSpc>
              <a:buSzPts val="1000"/>
              <a:buNone/>
              <a:defRPr sz="800">
                <a:solidFill>
                  <a:srgbClr val="B0AEA5"/>
                </a:solidFill>
                <a:latin typeface="Poppins"/>
                <a:ea typeface="Poppins"/>
                <a:cs typeface="Poppins"/>
                <a:sym typeface="Poppins"/>
              </a:defRPr>
            </a:lvl4pPr>
            <a:lvl5pPr lvl="4" algn="r">
              <a:lnSpc>
                <a:spcPct val="80000"/>
              </a:lnSpc>
              <a:buSzPts val="1000"/>
              <a:buNone/>
              <a:defRPr sz="800">
                <a:solidFill>
                  <a:srgbClr val="B0AEA5"/>
                </a:solidFill>
                <a:latin typeface="Poppins"/>
                <a:ea typeface="Poppins"/>
                <a:cs typeface="Poppins"/>
                <a:sym typeface="Poppins"/>
              </a:defRPr>
            </a:lvl5pPr>
            <a:lvl6pPr lvl="5" algn="r">
              <a:lnSpc>
                <a:spcPct val="80000"/>
              </a:lnSpc>
              <a:buSzPts val="1000"/>
              <a:buNone/>
              <a:defRPr sz="800">
                <a:solidFill>
                  <a:srgbClr val="B0AEA5"/>
                </a:solidFill>
                <a:latin typeface="Poppins"/>
                <a:ea typeface="Poppins"/>
                <a:cs typeface="Poppins"/>
                <a:sym typeface="Poppins"/>
              </a:defRPr>
            </a:lvl6pPr>
            <a:lvl7pPr lvl="6" algn="r">
              <a:lnSpc>
                <a:spcPct val="80000"/>
              </a:lnSpc>
              <a:buSzPts val="1000"/>
              <a:buNone/>
              <a:defRPr sz="800">
                <a:solidFill>
                  <a:srgbClr val="B0AEA5"/>
                </a:solidFill>
                <a:latin typeface="Poppins"/>
                <a:ea typeface="Poppins"/>
                <a:cs typeface="Poppins"/>
                <a:sym typeface="Poppins"/>
              </a:defRPr>
            </a:lvl7pPr>
            <a:lvl8pPr lvl="7" algn="r">
              <a:lnSpc>
                <a:spcPct val="80000"/>
              </a:lnSpc>
              <a:buSzPts val="1000"/>
              <a:buNone/>
              <a:defRPr sz="800">
                <a:solidFill>
                  <a:srgbClr val="B0AEA5"/>
                </a:solidFill>
                <a:latin typeface="Poppins"/>
                <a:ea typeface="Poppins"/>
                <a:cs typeface="Poppins"/>
                <a:sym typeface="Poppins"/>
              </a:defRPr>
            </a:lvl8pPr>
            <a:lvl9pPr lvl="8" algn="r">
              <a:lnSpc>
                <a:spcPct val="80000"/>
              </a:lnSpc>
              <a:buSzPts val="1000"/>
              <a:buNone/>
              <a:defRPr sz="800">
                <a:solidFill>
                  <a:srgbClr val="B0AEA5"/>
                </a:solidFill>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87" name="Google Shape;87;p14"/>
          <p:cNvSpPr/>
          <p:nvPr>
            <p:ph idx="2" type="pic"/>
          </p:nvPr>
        </p:nvSpPr>
        <p:spPr>
          <a:xfrm>
            <a:off x="4795838" y="457206"/>
            <a:ext cx="3887700" cy="3887700"/>
          </a:xfrm>
          <a:prstGeom prst="roundRect">
            <a:avLst>
              <a:gd fmla="val 2630" name="adj"/>
            </a:avLst>
          </a:prstGeom>
          <a:noFill/>
          <a:ln>
            <a:noFill/>
          </a:ln>
        </p:spPr>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6: Title, body and placeholder ">
  <p:cSld name="ONE_COLUMN_TEXT_1_1_2">
    <p:spTree>
      <p:nvGrpSpPr>
        <p:cNvPr id="88" name="Shape 88"/>
        <p:cNvGrpSpPr/>
        <p:nvPr/>
      </p:nvGrpSpPr>
      <p:grpSpPr>
        <a:xfrm>
          <a:off x="0" y="0"/>
          <a:ext cx="0" cy="0"/>
          <a:chOff x="0" y="0"/>
          <a:chExt cx="0" cy="0"/>
        </a:xfrm>
      </p:grpSpPr>
      <p:sp>
        <p:nvSpPr>
          <p:cNvPr id="89" name="Google Shape;89;p15"/>
          <p:cNvSpPr txBox="1"/>
          <p:nvPr>
            <p:ph type="title"/>
          </p:nvPr>
        </p:nvSpPr>
        <p:spPr>
          <a:xfrm>
            <a:off x="4654113" y="457206"/>
            <a:ext cx="4033500" cy="3887700"/>
          </a:xfrm>
          <a:prstGeom prst="rect">
            <a:avLst/>
          </a:prstGeom>
        </p:spPr>
        <p:txBody>
          <a:bodyPr anchorCtr="0" anchor="t" bIns="0" lIns="0" spcFirstLastPara="1" rIns="0" wrap="square" tIns="0">
            <a:noAutofit/>
          </a:bodyPr>
          <a:lstStyle>
            <a:lvl1pPr lvl="0">
              <a:spcBef>
                <a:spcPts val="0"/>
              </a:spcBef>
              <a:spcAft>
                <a:spcPts val="0"/>
              </a:spcAft>
              <a:buSzPts val="2400"/>
              <a:buNone/>
              <a:defRPr/>
            </a:lvl1pPr>
            <a:lvl2pPr lvl="1">
              <a:spcBef>
                <a:spcPts val="1300"/>
              </a:spcBef>
              <a:spcAft>
                <a:spcPts val="0"/>
              </a:spcAft>
              <a:buSzPts val="2800"/>
              <a:buNone/>
              <a:defRPr/>
            </a:lvl2pPr>
            <a:lvl3pPr lvl="2">
              <a:spcBef>
                <a:spcPts val="1300"/>
              </a:spcBef>
              <a:spcAft>
                <a:spcPts val="0"/>
              </a:spcAft>
              <a:buSzPts val="2800"/>
              <a:buNone/>
              <a:defRPr/>
            </a:lvl3pPr>
            <a:lvl4pPr lvl="3">
              <a:spcBef>
                <a:spcPts val="1300"/>
              </a:spcBef>
              <a:spcAft>
                <a:spcPts val="0"/>
              </a:spcAft>
              <a:buSzPts val="2800"/>
              <a:buNone/>
              <a:defRPr/>
            </a:lvl4pPr>
            <a:lvl5pPr lvl="4">
              <a:spcBef>
                <a:spcPts val="1300"/>
              </a:spcBef>
              <a:spcAft>
                <a:spcPts val="0"/>
              </a:spcAft>
              <a:buSzPts val="2800"/>
              <a:buNone/>
              <a:defRPr/>
            </a:lvl5pPr>
            <a:lvl6pPr lvl="5">
              <a:spcBef>
                <a:spcPts val="1300"/>
              </a:spcBef>
              <a:spcAft>
                <a:spcPts val="0"/>
              </a:spcAft>
              <a:buSzPts val="2800"/>
              <a:buNone/>
              <a:defRPr/>
            </a:lvl6pPr>
            <a:lvl7pPr lvl="6">
              <a:spcBef>
                <a:spcPts val="1300"/>
              </a:spcBef>
              <a:spcAft>
                <a:spcPts val="0"/>
              </a:spcAft>
              <a:buSzPts val="2800"/>
              <a:buNone/>
              <a:defRPr/>
            </a:lvl7pPr>
            <a:lvl8pPr lvl="7">
              <a:spcBef>
                <a:spcPts val="1300"/>
              </a:spcBef>
              <a:spcAft>
                <a:spcPts val="0"/>
              </a:spcAft>
              <a:buSzPts val="2800"/>
              <a:buNone/>
              <a:defRPr/>
            </a:lvl8pPr>
            <a:lvl9pPr lvl="8">
              <a:spcBef>
                <a:spcPts val="1300"/>
              </a:spcBef>
              <a:spcAft>
                <a:spcPts val="1300"/>
              </a:spcAft>
              <a:buSzPts val="2800"/>
              <a:buNone/>
              <a:defRPr/>
            </a:lvl9pPr>
          </a:lstStyle>
          <a:p/>
        </p:txBody>
      </p:sp>
      <p:sp>
        <p:nvSpPr>
          <p:cNvPr id="90" name="Google Shape;90;p15"/>
          <p:cNvSpPr txBox="1"/>
          <p:nvPr>
            <p:ph idx="12" type="sldNum"/>
          </p:nvPr>
        </p:nvSpPr>
        <p:spPr>
          <a:xfrm>
            <a:off x="8256725" y="4708927"/>
            <a:ext cx="437100" cy="107400"/>
          </a:xfrm>
          <a:prstGeom prst="rect">
            <a:avLst/>
          </a:prstGeom>
          <a:noFill/>
          <a:ln>
            <a:noFill/>
          </a:ln>
        </p:spPr>
        <p:txBody>
          <a:bodyPr anchorCtr="0" anchor="t" bIns="0" lIns="0" spcFirstLastPara="1" rIns="0" wrap="square" tIns="0">
            <a:noAutofit/>
          </a:bodyPr>
          <a:lstStyle>
            <a:lvl1pPr lvl="0" algn="r">
              <a:lnSpc>
                <a:spcPct val="80000"/>
              </a:lnSpc>
              <a:buSzPts val="1000"/>
              <a:buNone/>
              <a:defRPr sz="800">
                <a:solidFill>
                  <a:srgbClr val="B0AEA5"/>
                </a:solidFill>
                <a:latin typeface="Poppins"/>
                <a:ea typeface="Poppins"/>
                <a:cs typeface="Poppins"/>
                <a:sym typeface="Poppins"/>
              </a:defRPr>
            </a:lvl1pPr>
            <a:lvl2pPr lvl="1" algn="r">
              <a:lnSpc>
                <a:spcPct val="80000"/>
              </a:lnSpc>
              <a:buSzPts val="1000"/>
              <a:buNone/>
              <a:defRPr sz="800">
                <a:solidFill>
                  <a:srgbClr val="B0AEA5"/>
                </a:solidFill>
                <a:latin typeface="Poppins"/>
                <a:ea typeface="Poppins"/>
                <a:cs typeface="Poppins"/>
                <a:sym typeface="Poppins"/>
              </a:defRPr>
            </a:lvl2pPr>
            <a:lvl3pPr lvl="2" algn="r">
              <a:lnSpc>
                <a:spcPct val="80000"/>
              </a:lnSpc>
              <a:buSzPts val="1000"/>
              <a:buNone/>
              <a:defRPr sz="800">
                <a:solidFill>
                  <a:srgbClr val="B0AEA5"/>
                </a:solidFill>
                <a:latin typeface="Poppins"/>
                <a:ea typeface="Poppins"/>
                <a:cs typeface="Poppins"/>
                <a:sym typeface="Poppins"/>
              </a:defRPr>
            </a:lvl3pPr>
            <a:lvl4pPr lvl="3" algn="r">
              <a:lnSpc>
                <a:spcPct val="80000"/>
              </a:lnSpc>
              <a:buSzPts val="1000"/>
              <a:buNone/>
              <a:defRPr sz="800">
                <a:solidFill>
                  <a:srgbClr val="B0AEA5"/>
                </a:solidFill>
                <a:latin typeface="Poppins"/>
                <a:ea typeface="Poppins"/>
                <a:cs typeface="Poppins"/>
                <a:sym typeface="Poppins"/>
              </a:defRPr>
            </a:lvl4pPr>
            <a:lvl5pPr lvl="4" algn="r">
              <a:lnSpc>
                <a:spcPct val="80000"/>
              </a:lnSpc>
              <a:buSzPts val="1000"/>
              <a:buNone/>
              <a:defRPr sz="800">
                <a:solidFill>
                  <a:srgbClr val="B0AEA5"/>
                </a:solidFill>
                <a:latin typeface="Poppins"/>
                <a:ea typeface="Poppins"/>
                <a:cs typeface="Poppins"/>
                <a:sym typeface="Poppins"/>
              </a:defRPr>
            </a:lvl5pPr>
            <a:lvl6pPr lvl="5" algn="r">
              <a:lnSpc>
                <a:spcPct val="80000"/>
              </a:lnSpc>
              <a:buSzPts val="1000"/>
              <a:buNone/>
              <a:defRPr sz="800">
                <a:solidFill>
                  <a:srgbClr val="B0AEA5"/>
                </a:solidFill>
                <a:latin typeface="Poppins"/>
                <a:ea typeface="Poppins"/>
                <a:cs typeface="Poppins"/>
                <a:sym typeface="Poppins"/>
              </a:defRPr>
            </a:lvl6pPr>
            <a:lvl7pPr lvl="6" algn="r">
              <a:lnSpc>
                <a:spcPct val="80000"/>
              </a:lnSpc>
              <a:buSzPts val="1000"/>
              <a:buNone/>
              <a:defRPr sz="800">
                <a:solidFill>
                  <a:srgbClr val="B0AEA5"/>
                </a:solidFill>
                <a:latin typeface="Poppins"/>
                <a:ea typeface="Poppins"/>
                <a:cs typeface="Poppins"/>
                <a:sym typeface="Poppins"/>
              </a:defRPr>
            </a:lvl7pPr>
            <a:lvl8pPr lvl="7" algn="r">
              <a:lnSpc>
                <a:spcPct val="80000"/>
              </a:lnSpc>
              <a:buSzPts val="1000"/>
              <a:buNone/>
              <a:defRPr sz="800">
                <a:solidFill>
                  <a:srgbClr val="B0AEA5"/>
                </a:solidFill>
                <a:latin typeface="Poppins"/>
                <a:ea typeface="Poppins"/>
                <a:cs typeface="Poppins"/>
                <a:sym typeface="Poppins"/>
              </a:defRPr>
            </a:lvl8pPr>
            <a:lvl9pPr lvl="8" algn="r">
              <a:lnSpc>
                <a:spcPct val="80000"/>
              </a:lnSpc>
              <a:buSzPts val="1000"/>
              <a:buNone/>
              <a:defRPr sz="800">
                <a:solidFill>
                  <a:srgbClr val="B0AEA5"/>
                </a:solidFill>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91" name="Google Shape;91;p15"/>
          <p:cNvSpPr/>
          <p:nvPr>
            <p:ph idx="2" type="pic"/>
          </p:nvPr>
        </p:nvSpPr>
        <p:spPr>
          <a:xfrm>
            <a:off x="455775" y="457206"/>
            <a:ext cx="3887700" cy="3887700"/>
          </a:xfrm>
          <a:prstGeom prst="roundRect">
            <a:avLst>
              <a:gd fmla="val 2630" name="adj"/>
            </a:avLst>
          </a:prstGeom>
          <a:noFill/>
          <a:ln>
            <a:noFill/>
          </a:ln>
        </p:spPr>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4: Title, body and placeholder ">
  <p:cSld name="ONE_COLUMN_TEXT_1_1_1">
    <p:spTree>
      <p:nvGrpSpPr>
        <p:cNvPr id="92" name="Shape 92"/>
        <p:cNvGrpSpPr/>
        <p:nvPr/>
      </p:nvGrpSpPr>
      <p:grpSpPr>
        <a:xfrm>
          <a:off x="0" y="0"/>
          <a:ext cx="0" cy="0"/>
          <a:chOff x="0" y="0"/>
          <a:chExt cx="0" cy="0"/>
        </a:xfrm>
      </p:grpSpPr>
      <p:sp>
        <p:nvSpPr>
          <p:cNvPr id="93" name="Google Shape;93;p16"/>
          <p:cNvSpPr txBox="1"/>
          <p:nvPr>
            <p:ph idx="12" type="sldNum"/>
          </p:nvPr>
        </p:nvSpPr>
        <p:spPr>
          <a:xfrm>
            <a:off x="8256725" y="4708927"/>
            <a:ext cx="437100" cy="107400"/>
          </a:xfrm>
          <a:prstGeom prst="rect">
            <a:avLst/>
          </a:prstGeom>
          <a:noFill/>
          <a:ln>
            <a:noFill/>
          </a:ln>
        </p:spPr>
        <p:txBody>
          <a:bodyPr anchorCtr="0" anchor="t" bIns="0" lIns="0" spcFirstLastPara="1" rIns="0" wrap="square" tIns="0">
            <a:noAutofit/>
          </a:bodyPr>
          <a:lstStyle>
            <a:lvl1pPr lvl="0" algn="r">
              <a:lnSpc>
                <a:spcPct val="80000"/>
              </a:lnSpc>
              <a:buSzPts val="1000"/>
              <a:buNone/>
              <a:defRPr sz="800">
                <a:solidFill>
                  <a:srgbClr val="B0AEA5"/>
                </a:solidFill>
                <a:latin typeface="Poppins"/>
                <a:ea typeface="Poppins"/>
                <a:cs typeface="Poppins"/>
                <a:sym typeface="Poppins"/>
              </a:defRPr>
            </a:lvl1pPr>
            <a:lvl2pPr lvl="1" algn="r">
              <a:lnSpc>
                <a:spcPct val="80000"/>
              </a:lnSpc>
              <a:buSzPts val="1000"/>
              <a:buNone/>
              <a:defRPr sz="800">
                <a:solidFill>
                  <a:srgbClr val="B0AEA5"/>
                </a:solidFill>
                <a:latin typeface="Poppins"/>
                <a:ea typeface="Poppins"/>
                <a:cs typeface="Poppins"/>
                <a:sym typeface="Poppins"/>
              </a:defRPr>
            </a:lvl2pPr>
            <a:lvl3pPr lvl="2" algn="r">
              <a:lnSpc>
                <a:spcPct val="80000"/>
              </a:lnSpc>
              <a:buSzPts val="1000"/>
              <a:buNone/>
              <a:defRPr sz="800">
                <a:solidFill>
                  <a:srgbClr val="B0AEA5"/>
                </a:solidFill>
                <a:latin typeface="Poppins"/>
                <a:ea typeface="Poppins"/>
                <a:cs typeface="Poppins"/>
                <a:sym typeface="Poppins"/>
              </a:defRPr>
            </a:lvl3pPr>
            <a:lvl4pPr lvl="3" algn="r">
              <a:lnSpc>
                <a:spcPct val="80000"/>
              </a:lnSpc>
              <a:buSzPts val="1000"/>
              <a:buNone/>
              <a:defRPr sz="800">
                <a:solidFill>
                  <a:srgbClr val="B0AEA5"/>
                </a:solidFill>
                <a:latin typeface="Poppins"/>
                <a:ea typeface="Poppins"/>
                <a:cs typeface="Poppins"/>
                <a:sym typeface="Poppins"/>
              </a:defRPr>
            </a:lvl4pPr>
            <a:lvl5pPr lvl="4" algn="r">
              <a:lnSpc>
                <a:spcPct val="80000"/>
              </a:lnSpc>
              <a:buSzPts val="1000"/>
              <a:buNone/>
              <a:defRPr sz="800">
                <a:solidFill>
                  <a:srgbClr val="B0AEA5"/>
                </a:solidFill>
                <a:latin typeface="Poppins"/>
                <a:ea typeface="Poppins"/>
                <a:cs typeface="Poppins"/>
                <a:sym typeface="Poppins"/>
              </a:defRPr>
            </a:lvl5pPr>
            <a:lvl6pPr lvl="5" algn="r">
              <a:lnSpc>
                <a:spcPct val="80000"/>
              </a:lnSpc>
              <a:buSzPts val="1000"/>
              <a:buNone/>
              <a:defRPr sz="800">
                <a:solidFill>
                  <a:srgbClr val="B0AEA5"/>
                </a:solidFill>
                <a:latin typeface="Poppins"/>
                <a:ea typeface="Poppins"/>
                <a:cs typeface="Poppins"/>
                <a:sym typeface="Poppins"/>
              </a:defRPr>
            </a:lvl6pPr>
            <a:lvl7pPr lvl="6" algn="r">
              <a:lnSpc>
                <a:spcPct val="80000"/>
              </a:lnSpc>
              <a:buSzPts val="1000"/>
              <a:buNone/>
              <a:defRPr sz="800">
                <a:solidFill>
                  <a:srgbClr val="B0AEA5"/>
                </a:solidFill>
                <a:latin typeface="Poppins"/>
                <a:ea typeface="Poppins"/>
                <a:cs typeface="Poppins"/>
                <a:sym typeface="Poppins"/>
              </a:defRPr>
            </a:lvl7pPr>
            <a:lvl8pPr lvl="7" algn="r">
              <a:lnSpc>
                <a:spcPct val="80000"/>
              </a:lnSpc>
              <a:buSzPts val="1000"/>
              <a:buNone/>
              <a:defRPr sz="800">
                <a:solidFill>
                  <a:srgbClr val="B0AEA5"/>
                </a:solidFill>
                <a:latin typeface="Poppins"/>
                <a:ea typeface="Poppins"/>
                <a:cs typeface="Poppins"/>
                <a:sym typeface="Poppins"/>
              </a:defRPr>
            </a:lvl8pPr>
            <a:lvl9pPr lvl="8" algn="r">
              <a:lnSpc>
                <a:spcPct val="80000"/>
              </a:lnSpc>
              <a:buSzPts val="1000"/>
              <a:buNone/>
              <a:defRPr sz="800">
                <a:solidFill>
                  <a:srgbClr val="B0AEA5"/>
                </a:solidFill>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94" name="Google Shape;94;p16"/>
          <p:cNvSpPr/>
          <p:nvPr>
            <p:ph idx="2" type="pic"/>
          </p:nvPr>
        </p:nvSpPr>
        <p:spPr>
          <a:xfrm>
            <a:off x="3254975" y="457206"/>
            <a:ext cx="5431800" cy="3887700"/>
          </a:xfrm>
          <a:prstGeom prst="roundRect">
            <a:avLst>
              <a:gd fmla="val 2630" name="adj"/>
            </a:avLst>
          </a:prstGeom>
          <a:noFill/>
          <a:ln>
            <a:noFill/>
          </a:ln>
        </p:spPr>
      </p:sp>
      <p:sp>
        <p:nvSpPr>
          <p:cNvPr id="95" name="Google Shape;95;p16"/>
          <p:cNvSpPr txBox="1"/>
          <p:nvPr>
            <p:ph type="title"/>
          </p:nvPr>
        </p:nvSpPr>
        <p:spPr>
          <a:xfrm>
            <a:off x="457200" y="457206"/>
            <a:ext cx="2632800" cy="3887700"/>
          </a:xfrm>
          <a:prstGeom prst="rect">
            <a:avLst/>
          </a:prstGeom>
        </p:spPr>
        <p:txBody>
          <a:bodyPr anchorCtr="0" anchor="t" bIns="0" lIns="0" spcFirstLastPara="1" rIns="0" wrap="square" tIns="0">
            <a:noAutofit/>
          </a:bodyPr>
          <a:lstStyle>
            <a:lvl1pPr lvl="0">
              <a:spcBef>
                <a:spcPts val="0"/>
              </a:spcBef>
              <a:spcAft>
                <a:spcPts val="0"/>
              </a:spcAft>
              <a:buSzPts val="2400"/>
              <a:buNone/>
              <a:defRPr/>
            </a:lvl1pPr>
            <a:lvl2pPr lvl="1">
              <a:spcBef>
                <a:spcPts val="1300"/>
              </a:spcBef>
              <a:spcAft>
                <a:spcPts val="0"/>
              </a:spcAft>
              <a:buSzPts val="2800"/>
              <a:buNone/>
              <a:defRPr/>
            </a:lvl2pPr>
            <a:lvl3pPr lvl="2">
              <a:spcBef>
                <a:spcPts val="1300"/>
              </a:spcBef>
              <a:spcAft>
                <a:spcPts val="0"/>
              </a:spcAft>
              <a:buSzPts val="2800"/>
              <a:buNone/>
              <a:defRPr/>
            </a:lvl3pPr>
            <a:lvl4pPr lvl="3">
              <a:spcBef>
                <a:spcPts val="1300"/>
              </a:spcBef>
              <a:spcAft>
                <a:spcPts val="0"/>
              </a:spcAft>
              <a:buSzPts val="2800"/>
              <a:buNone/>
              <a:defRPr/>
            </a:lvl4pPr>
            <a:lvl5pPr lvl="4">
              <a:spcBef>
                <a:spcPts val="1300"/>
              </a:spcBef>
              <a:spcAft>
                <a:spcPts val="0"/>
              </a:spcAft>
              <a:buSzPts val="2800"/>
              <a:buNone/>
              <a:defRPr/>
            </a:lvl5pPr>
            <a:lvl6pPr lvl="5">
              <a:spcBef>
                <a:spcPts val="1300"/>
              </a:spcBef>
              <a:spcAft>
                <a:spcPts val="0"/>
              </a:spcAft>
              <a:buSzPts val="2800"/>
              <a:buNone/>
              <a:defRPr/>
            </a:lvl6pPr>
            <a:lvl7pPr lvl="6">
              <a:spcBef>
                <a:spcPts val="1300"/>
              </a:spcBef>
              <a:spcAft>
                <a:spcPts val="0"/>
              </a:spcAft>
              <a:buSzPts val="2800"/>
              <a:buNone/>
              <a:defRPr/>
            </a:lvl7pPr>
            <a:lvl8pPr lvl="7">
              <a:spcBef>
                <a:spcPts val="1300"/>
              </a:spcBef>
              <a:spcAft>
                <a:spcPts val="0"/>
              </a:spcAft>
              <a:buSzPts val="2800"/>
              <a:buNone/>
              <a:defRPr/>
            </a:lvl8pPr>
            <a:lvl9pPr lvl="8">
              <a:spcBef>
                <a:spcPts val="1300"/>
              </a:spcBef>
              <a:spcAft>
                <a:spcPts val="1300"/>
              </a:spcAft>
              <a:buSzPts val="2800"/>
              <a:buNone/>
              <a:defRPr/>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7: Title, body and placeholder ">
  <p:cSld name="ONE_COLUMN_TEXT_1_1_1_1">
    <p:spTree>
      <p:nvGrpSpPr>
        <p:cNvPr id="96" name="Shape 96"/>
        <p:cNvGrpSpPr/>
        <p:nvPr/>
      </p:nvGrpSpPr>
      <p:grpSpPr>
        <a:xfrm>
          <a:off x="0" y="0"/>
          <a:ext cx="0" cy="0"/>
          <a:chOff x="0" y="0"/>
          <a:chExt cx="0" cy="0"/>
        </a:xfrm>
      </p:grpSpPr>
      <p:sp>
        <p:nvSpPr>
          <p:cNvPr id="97" name="Google Shape;97;p17"/>
          <p:cNvSpPr txBox="1"/>
          <p:nvPr>
            <p:ph idx="12" type="sldNum"/>
          </p:nvPr>
        </p:nvSpPr>
        <p:spPr>
          <a:xfrm>
            <a:off x="8256725" y="4708927"/>
            <a:ext cx="437100" cy="107400"/>
          </a:xfrm>
          <a:prstGeom prst="rect">
            <a:avLst/>
          </a:prstGeom>
          <a:noFill/>
          <a:ln>
            <a:noFill/>
          </a:ln>
        </p:spPr>
        <p:txBody>
          <a:bodyPr anchorCtr="0" anchor="t" bIns="0" lIns="0" spcFirstLastPara="1" rIns="0" wrap="square" tIns="0">
            <a:noAutofit/>
          </a:bodyPr>
          <a:lstStyle>
            <a:lvl1pPr lvl="0" algn="r">
              <a:lnSpc>
                <a:spcPct val="80000"/>
              </a:lnSpc>
              <a:buSzPts val="1000"/>
              <a:buNone/>
              <a:defRPr sz="800">
                <a:solidFill>
                  <a:srgbClr val="B0AEA5"/>
                </a:solidFill>
                <a:latin typeface="Poppins"/>
                <a:ea typeface="Poppins"/>
                <a:cs typeface="Poppins"/>
                <a:sym typeface="Poppins"/>
              </a:defRPr>
            </a:lvl1pPr>
            <a:lvl2pPr lvl="1" algn="r">
              <a:lnSpc>
                <a:spcPct val="80000"/>
              </a:lnSpc>
              <a:buSzPts val="1000"/>
              <a:buNone/>
              <a:defRPr sz="800">
                <a:solidFill>
                  <a:srgbClr val="B0AEA5"/>
                </a:solidFill>
                <a:latin typeface="Poppins"/>
                <a:ea typeface="Poppins"/>
                <a:cs typeface="Poppins"/>
                <a:sym typeface="Poppins"/>
              </a:defRPr>
            </a:lvl2pPr>
            <a:lvl3pPr lvl="2" algn="r">
              <a:lnSpc>
                <a:spcPct val="80000"/>
              </a:lnSpc>
              <a:buSzPts val="1000"/>
              <a:buNone/>
              <a:defRPr sz="800">
                <a:solidFill>
                  <a:srgbClr val="B0AEA5"/>
                </a:solidFill>
                <a:latin typeface="Poppins"/>
                <a:ea typeface="Poppins"/>
                <a:cs typeface="Poppins"/>
                <a:sym typeface="Poppins"/>
              </a:defRPr>
            </a:lvl3pPr>
            <a:lvl4pPr lvl="3" algn="r">
              <a:lnSpc>
                <a:spcPct val="80000"/>
              </a:lnSpc>
              <a:buSzPts val="1000"/>
              <a:buNone/>
              <a:defRPr sz="800">
                <a:solidFill>
                  <a:srgbClr val="B0AEA5"/>
                </a:solidFill>
                <a:latin typeface="Poppins"/>
                <a:ea typeface="Poppins"/>
                <a:cs typeface="Poppins"/>
                <a:sym typeface="Poppins"/>
              </a:defRPr>
            </a:lvl4pPr>
            <a:lvl5pPr lvl="4" algn="r">
              <a:lnSpc>
                <a:spcPct val="80000"/>
              </a:lnSpc>
              <a:buSzPts val="1000"/>
              <a:buNone/>
              <a:defRPr sz="800">
                <a:solidFill>
                  <a:srgbClr val="B0AEA5"/>
                </a:solidFill>
                <a:latin typeface="Poppins"/>
                <a:ea typeface="Poppins"/>
                <a:cs typeface="Poppins"/>
                <a:sym typeface="Poppins"/>
              </a:defRPr>
            </a:lvl5pPr>
            <a:lvl6pPr lvl="5" algn="r">
              <a:lnSpc>
                <a:spcPct val="80000"/>
              </a:lnSpc>
              <a:buSzPts val="1000"/>
              <a:buNone/>
              <a:defRPr sz="800">
                <a:solidFill>
                  <a:srgbClr val="B0AEA5"/>
                </a:solidFill>
                <a:latin typeface="Poppins"/>
                <a:ea typeface="Poppins"/>
                <a:cs typeface="Poppins"/>
                <a:sym typeface="Poppins"/>
              </a:defRPr>
            </a:lvl6pPr>
            <a:lvl7pPr lvl="6" algn="r">
              <a:lnSpc>
                <a:spcPct val="80000"/>
              </a:lnSpc>
              <a:buSzPts val="1000"/>
              <a:buNone/>
              <a:defRPr sz="800">
                <a:solidFill>
                  <a:srgbClr val="B0AEA5"/>
                </a:solidFill>
                <a:latin typeface="Poppins"/>
                <a:ea typeface="Poppins"/>
                <a:cs typeface="Poppins"/>
                <a:sym typeface="Poppins"/>
              </a:defRPr>
            </a:lvl7pPr>
            <a:lvl8pPr lvl="7" algn="r">
              <a:lnSpc>
                <a:spcPct val="80000"/>
              </a:lnSpc>
              <a:buSzPts val="1000"/>
              <a:buNone/>
              <a:defRPr sz="800">
                <a:solidFill>
                  <a:srgbClr val="B0AEA5"/>
                </a:solidFill>
                <a:latin typeface="Poppins"/>
                <a:ea typeface="Poppins"/>
                <a:cs typeface="Poppins"/>
                <a:sym typeface="Poppins"/>
              </a:defRPr>
            </a:lvl8pPr>
            <a:lvl9pPr lvl="8" algn="r">
              <a:lnSpc>
                <a:spcPct val="80000"/>
              </a:lnSpc>
              <a:buSzPts val="1000"/>
              <a:buNone/>
              <a:defRPr sz="800">
                <a:solidFill>
                  <a:srgbClr val="B0AEA5"/>
                </a:solidFill>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98" name="Google Shape;98;p17"/>
          <p:cNvSpPr txBox="1"/>
          <p:nvPr>
            <p:ph type="title"/>
          </p:nvPr>
        </p:nvSpPr>
        <p:spPr>
          <a:xfrm>
            <a:off x="455775" y="456794"/>
            <a:ext cx="8238000" cy="808200"/>
          </a:xfrm>
          <a:prstGeom prst="rect">
            <a:avLst/>
          </a:prstGeom>
        </p:spPr>
        <p:txBody>
          <a:bodyPr anchorCtr="0" anchor="t" bIns="0" lIns="0" spcFirstLastPara="1" rIns="0" wrap="square" tIns="0">
            <a:noAutofit/>
          </a:bodyPr>
          <a:lstStyle>
            <a:lvl1pPr lvl="0">
              <a:spcBef>
                <a:spcPts val="0"/>
              </a:spcBef>
              <a:spcAft>
                <a:spcPts val="0"/>
              </a:spcAft>
              <a:buSzPts val="24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99" name="Google Shape;99;p17"/>
          <p:cNvSpPr/>
          <p:nvPr>
            <p:ph idx="2" type="pic"/>
          </p:nvPr>
        </p:nvSpPr>
        <p:spPr>
          <a:xfrm>
            <a:off x="455775" y="1371605"/>
            <a:ext cx="5432700" cy="2973300"/>
          </a:xfrm>
          <a:prstGeom prst="roundRect">
            <a:avLst>
              <a:gd fmla="val 2630" name="adj"/>
            </a:avLst>
          </a:prstGeom>
          <a:noFill/>
          <a:ln>
            <a:noFill/>
          </a:ln>
        </p:spPr>
      </p:sp>
      <p:sp>
        <p:nvSpPr>
          <p:cNvPr id="100" name="Google Shape;100;p17"/>
          <p:cNvSpPr txBox="1"/>
          <p:nvPr>
            <p:ph idx="1" type="body"/>
          </p:nvPr>
        </p:nvSpPr>
        <p:spPr>
          <a:xfrm>
            <a:off x="6053325" y="1371605"/>
            <a:ext cx="2640600" cy="2973300"/>
          </a:xfrm>
          <a:prstGeom prst="rect">
            <a:avLst/>
          </a:prstGeom>
        </p:spPr>
        <p:txBody>
          <a:bodyPr anchorCtr="0" anchor="t" bIns="0" lIns="0" spcFirstLastPara="1" rIns="0" wrap="square" tIns="0">
            <a:noAutofit/>
          </a:bodyPr>
          <a:lstStyle>
            <a:lvl1pPr indent="-304800" lvl="0" marL="457200">
              <a:spcBef>
                <a:spcPts val="0"/>
              </a:spcBef>
              <a:spcAft>
                <a:spcPts val="0"/>
              </a:spcAft>
              <a:buSzPts val="1200"/>
              <a:buChar char="●"/>
              <a:defRPr sz="1200">
                <a:solidFill>
                  <a:schemeClr val="dk1"/>
                </a:solidFill>
              </a:defRPr>
            </a:lvl1pPr>
            <a:lvl2pPr indent="-304800" lvl="1" marL="914400">
              <a:spcBef>
                <a:spcPts val="1000"/>
              </a:spcBef>
              <a:spcAft>
                <a:spcPts val="0"/>
              </a:spcAft>
              <a:buSzPts val="1200"/>
              <a:buChar char="○"/>
              <a:defRPr sz="1200">
                <a:solidFill>
                  <a:schemeClr val="dk1"/>
                </a:solidFill>
              </a:defRPr>
            </a:lvl2pPr>
            <a:lvl3pPr indent="-304800" lvl="2" marL="1371600">
              <a:spcBef>
                <a:spcPts val="1000"/>
              </a:spcBef>
              <a:spcAft>
                <a:spcPts val="0"/>
              </a:spcAft>
              <a:buSzPts val="1200"/>
              <a:buChar char="■"/>
              <a:defRPr sz="1200">
                <a:solidFill>
                  <a:schemeClr val="dk1"/>
                </a:solidFill>
              </a:defRPr>
            </a:lvl3pPr>
            <a:lvl4pPr indent="-304800" lvl="3" marL="1828800">
              <a:spcBef>
                <a:spcPts val="1000"/>
              </a:spcBef>
              <a:spcAft>
                <a:spcPts val="0"/>
              </a:spcAft>
              <a:buSzPts val="1200"/>
              <a:buChar char="●"/>
              <a:defRPr sz="1200">
                <a:solidFill>
                  <a:schemeClr val="dk1"/>
                </a:solidFill>
              </a:defRPr>
            </a:lvl4pPr>
            <a:lvl5pPr indent="-304800" lvl="4" marL="2286000">
              <a:spcBef>
                <a:spcPts val="1000"/>
              </a:spcBef>
              <a:spcAft>
                <a:spcPts val="0"/>
              </a:spcAft>
              <a:buSzPts val="1200"/>
              <a:buChar char="○"/>
              <a:defRPr sz="1200">
                <a:solidFill>
                  <a:schemeClr val="dk1"/>
                </a:solidFill>
              </a:defRPr>
            </a:lvl5pPr>
            <a:lvl6pPr indent="-304800" lvl="5" marL="2743200">
              <a:spcBef>
                <a:spcPts val="1000"/>
              </a:spcBef>
              <a:spcAft>
                <a:spcPts val="0"/>
              </a:spcAft>
              <a:buSzPts val="1200"/>
              <a:buChar char="■"/>
              <a:defRPr sz="1200">
                <a:solidFill>
                  <a:schemeClr val="dk1"/>
                </a:solidFill>
              </a:defRPr>
            </a:lvl6pPr>
            <a:lvl7pPr indent="-304800" lvl="6" marL="3200400">
              <a:spcBef>
                <a:spcPts val="1000"/>
              </a:spcBef>
              <a:spcAft>
                <a:spcPts val="0"/>
              </a:spcAft>
              <a:buSzPts val="1200"/>
              <a:buChar char="●"/>
              <a:defRPr sz="1200">
                <a:solidFill>
                  <a:schemeClr val="dk1"/>
                </a:solidFill>
              </a:defRPr>
            </a:lvl7pPr>
            <a:lvl8pPr indent="-304800" lvl="7" marL="3657600">
              <a:spcBef>
                <a:spcPts val="1000"/>
              </a:spcBef>
              <a:spcAft>
                <a:spcPts val="0"/>
              </a:spcAft>
              <a:buSzPts val="1200"/>
              <a:buChar char="○"/>
              <a:defRPr sz="1200">
                <a:solidFill>
                  <a:schemeClr val="dk1"/>
                </a:solidFill>
              </a:defRPr>
            </a:lvl8pPr>
            <a:lvl9pPr indent="-304800" lvl="8" marL="4114800">
              <a:spcBef>
                <a:spcPts val="1000"/>
              </a:spcBef>
              <a:spcAft>
                <a:spcPts val="1000"/>
              </a:spcAft>
              <a:buSzPts val="1200"/>
              <a:buChar char="■"/>
              <a:defRPr sz="1200">
                <a:solidFill>
                  <a:schemeClr val="dk1"/>
                </a:solidFill>
              </a:defRPr>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8: Title and two placeholder ">
  <p:cSld name="ONE_COLUMN_TEXT_1_1_1_1_1">
    <p:spTree>
      <p:nvGrpSpPr>
        <p:cNvPr id="101" name="Shape 101"/>
        <p:cNvGrpSpPr/>
        <p:nvPr/>
      </p:nvGrpSpPr>
      <p:grpSpPr>
        <a:xfrm>
          <a:off x="0" y="0"/>
          <a:ext cx="0" cy="0"/>
          <a:chOff x="0" y="0"/>
          <a:chExt cx="0" cy="0"/>
        </a:xfrm>
      </p:grpSpPr>
      <p:sp>
        <p:nvSpPr>
          <p:cNvPr id="102" name="Google Shape;102;p18"/>
          <p:cNvSpPr txBox="1"/>
          <p:nvPr>
            <p:ph idx="12" type="sldNum"/>
          </p:nvPr>
        </p:nvSpPr>
        <p:spPr>
          <a:xfrm>
            <a:off x="8256725" y="4708927"/>
            <a:ext cx="437100" cy="107400"/>
          </a:xfrm>
          <a:prstGeom prst="rect">
            <a:avLst/>
          </a:prstGeom>
          <a:noFill/>
          <a:ln>
            <a:noFill/>
          </a:ln>
        </p:spPr>
        <p:txBody>
          <a:bodyPr anchorCtr="0" anchor="t" bIns="0" lIns="0" spcFirstLastPara="1" rIns="0" wrap="square" tIns="0">
            <a:noAutofit/>
          </a:bodyPr>
          <a:lstStyle>
            <a:lvl1pPr lvl="0" algn="r">
              <a:lnSpc>
                <a:spcPct val="80000"/>
              </a:lnSpc>
              <a:buSzPts val="1000"/>
              <a:buNone/>
              <a:defRPr sz="800">
                <a:solidFill>
                  <a:srgbClr val="B0AEA5"/>
                </a:solidFill>
                <a:latin typeface="Poppins"/>
                <a:ea typeface="Poppins"/>
                <a:cs typeface="Poppins"/>
                <a:sym typeface="Poppins"/>
              </a:defRPr>
            </a:lvl1pPr>
            <a:lvl2pPr lvl="1" algn="r">
              <a:lnSpc>
                <a:spcPct val="80000"/>
              </a:lnSpc>
              <a:buSzPts val="1000"/>
              <a:buNone/>
              <a:defRPr sz="800">
                <a:solidFill>
                  <a:srgbClr val="B0AEA5"/>
                </a:solidFill>
                <a:latin typeface="Poppins"/>
                <a:ea typeface="Poppins"/>
                <a:cs typeface="Poppins"/>
                <a:sym typeface="Poppins"/>
              </a:defRPr>
            </a:lvl2pPr>
            <a:lvl3pPr lvl="2" algn="r">
              <a:lnSpc>
                <a:spcPct val="80000"/>
              </a:lnSpc>
              <a:buSzPts val="1000"/>
              <a:buNone/>
              <a:defRPr sz="800">
                <a:solidFill>
                  <a:srgbClr val="B0AEA5"/>
                </a:solidFill>
                <a:latin typeface="Poppins"/>
                <a:ea typeface="Poppins"/>
                <a:cs typeface="Poppins"/>
                <a:sym typeface="Poppins"/>
              </a:defRPr>
            </a:lvl3pPr>
            <a:lvl4pPr lvl="3" algn="r">
              <a:lnSpc>
                <a:spcPct val="80000"/>
              </a:lnSpc>
              <a:buSzPts val="1000"/>
              <a:buNone/>
              <a:defRPr sz="800">
                <a:solidFill>
                  <a:srgbClr val="B0AEA5"/>
                </a:solidFill>
                <a:latin typeface="Poppins"/>
                <a:ea typeface="Poppins"/>
                <a:cs typeface="Poppins"/>
                <a:sym typeface="Poppins"/>
              </a:defRPr>
            </a:lvl4pPr>
            <a:lvl5pPr lvl="4" algn="r">
              <a:lnSpc>
                <a:spcPct val="80000"/>
              </a:lnSpc>
              <a:buSzPts val="1000"/>
              <a:buNone/>
              <a:defRPr sz="800">
                <a:solidFill>
                  <a:srgbClr val="B0AEA5"/>
                </a:solidFill>
                <a:latin typeface="Poppins"/>
                <a:ea typeface="Poppins"/>
                <a:cs typeface="Poppins"/>
                <a:sym typeface="Poppins"/>
              </a:defRPr>
            </a:lvl5pPr>
            <a:lvl6pPr lvl="5" algn="r">
              <a:lnSpc>
                <a:spcPct val="80000"/>
              </a:lnSpc>
              <a:buSzPts val="1000"/>
              <a:buNone/>
              <a:defRPr sz="800">
                <a:solidFill>
                  <a:srgbClr val="B0AEA5"/>
                </a:solidFill>
                <a:latin typeface="Poppins"/>
                <a:ea typeface="Poppins"/>
                <a:cs typeface="Poppins"/>
                <a:sym typeface="Poppins"/>
              </a:defRPr>
            </a:lvl6pPr>
            <a:lvl7pPr lvl="6" algn="r">
              <a:lnSpc>
                <a:spcPct val="80000"/>
              </a:lnSpc>
              <a:buSzPts val="1000"/>
              <a:buNone/>
              <a:defRPr sz="800">
                <a:solidFill>
                  <a:srgbClr val="B0AEA5"/>
                </a:solidFill>
                <a:latin typeface="Poppins"/>
                <a:ea typeface="Poppins"/>
                <a:cs typeface="Poppins"/>
                <a:sym typeface="Poppins"/>
              </a:defRPr>
            </a:lvl7pPr>
            <a:lvl8pPr lvl="7" algn="r">
              <a:lnSpc>
                <a:spcPct val="80000"/>
              </a:lnSpc>
              <a:buSzPts val="1000"/>
              <a:buNone/>
              <a:defRPr sz="800">
                <a:solidFill>
                  <a:srgbClr val="B0AEA5"/>
                </a:solidFill>
                <a:latin typeface="Poppins"/>
                <a:ea typeface="Poppins"/>
                <a:cs typeface="Poppins"/>
                <a:sym typeface="Poppins"/>
              </a:defRPr>
            </a:lvl8pPr>
            <a:lvl9pPr lvl="8" algn="r">
              <a:lnSpc>
                <a:spcPct val="80000"/>
              </a:lnSpc>
              <a:buSzPts val="1000"/>
              <a:buNone/>
              <a:defRPr sz="800">
                <a:solidFill>
                  <a:srgbClr val="B0AEA5"/>
                </a:solidFill>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103" name="Google Shape;103;p18"/>
          <p:cNvSpPr/>
          <p:nvPr>
            <p:ph idx="2" type="pic"/>
          </p:nvPr>
        </p:nvSpPr>
        <p:spPr>
          <a:xfrm>
            <a:off x="455700" y="1371605"/>
            <a:ext cx="8238000" cy="2973300"/>
          </a:xfrm>
          <a:prstGeom prst="roundRect">
            <a:avLst>
              <a:gd fmla="val 2630" name="adj"/>
            </a:avLst>
          </a:prstGeom>
          <a:noFill/>
          <a:ln>
            <a:noFill/>
          </a:ln>
        </p:spPr>
      </p:sp>
      <p:sp>
        <p:nvSpPr>
          <p:cNvPr id="104" name="Google Shape;104;p18"/>
          <p:cNvSpPr txBox="1"/>
          <p:nvPr>
            <p:ph type="title"/>
          </p:nvPr>
        </p:nvSpPr>
        <p:spPr>
          <a:xfrm>
            <a:off x="455775" y="456794"/>
            <a:ext cx="8238000" cy="808200"/>
          </a:xfrm>
          <a:prstGeom prst="rect">
            <a:avLst/>
          </a:prstGeom>
        </p:spPr>
        <p:txBody>
          <a:bodyPr anchorCtr="0" anchor="t" bIns="0" lIns="0" spcFirstLastPara="1" rIns="0" wrap="square" tIns="0">
            <a:noAutofit/>
          </a:bodyPr>
          <a:lstStyle>
            <a:lvl1pPr lvl="0" algn="ctr">
              <a:spcBef>
                <a:spcPts val="0"/>
              </a:spcBef>
              <a:spcAft>
                <a:spcPts val="0"/>
              </a:spcAft>
              <a:buSzPts val="2400"/>
              <a:buNone/>
              <a:defRPr/>
            </a:lvl1pPr>
            <a:lvl2pPr lvl="1" algn="ctr">
              <a:spcBef>
                <a:spcPts val="0"/>
              </a:spcBef>
              <a:spcAft>
                <a:spcPts val="0"/>
              </a:spcAft>
              <a:buSzPts val="2800"/>
              <a:buNone/>
              <a:defRPr/>
            </a:lvl2pPr>
            <a:lvl3pPr lvl="2" algn="ctr">
              <a:spcBef>
                <a:spcPts val="0"/>
              </a:spcBef>
              <a:spcAft>
                <a:spcPts val="0"/>
              </a:spcAft>
              <a:buSzPts val="2800"/>
              <a:buNone/>
              <a:defRPr/>
            </a:lvl3pPr>
            <a:lvl4pPr lvl="3" algn="ctr">
              <a:spcBef>
                <a:spcPts val="0"/>
              </a:spcBef>
              <a:spcAft>
                <a:spcPts val="0"/>
              </a:spcAft>
              <a:buSzPts val="2800"/>
              <a:buNone/>
              <a:defRPr/>
            </a:lvl4pPr>
            <a:lvl5pPr lvl="4" algn="ctr">
              <a:spcBef>
                <a:spcPts val="0"/>
              </a:spcBef>
              <a:spcAft>
                <a:spcPts val="0"/>
              </a:spcAft>
              <a:buSzPts val="2800"/>
              <a:buNone/>
              <a:defRPr/>
            </a:lvl5pPr>
            <a:lvl6pPr lvl="5" algn="ctr">
              <a:spcBef>
                <a:spcPts val="0"/>
              </a:spcBef>
              <a:spcAft>
                <a:spcPts val="0"/>
              </a:spcAft>
              <a:buSzPts val="2800"/>
              <a:buNone/>
              <a:defRPr/>
            </a:lvl6pPr>
            <a:lvl7pPr lvl="6" algn="ctr">
              <a:spcBef>
                <a:spcPts val="0"/>
              </a:spcBef>
              <a:spcAft>
                <a:spcPts val="0"/>
              </a:spcAft>
              <a:buSzPts val="2800"/>
              <a:buNone/>
              <a:defRPr/>
            </a:lvl7pPr>
            <a:lvl8pPr lvl="7" algn="ctr">
              <a:spcBef>
                <a:spcPts val="0"/>
              </a:spcBef>
              <a:spcAft>
                <a:spcPts val="0"/>
              </a:spcAft>
              <a:buSzPts val="2800"/>
              <a:buNone/>
              <a:defRPr/>
            </a:lvl8pPr>
            <a:lvl9pPr lvl="8" algn="ctr">
              <a:spcBef>
                <a:spcPts val="0"/>
              </a:spcBef>
              <a:spcAft>
                <a:spcPts val="0"/>
              </a:spcAft>
              <a:buSzPts val="2800"/>
              <a:buNone/>
              <a:defRPr/>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10: Title and two placeholder ">
  <p:cSld name="ONE_COLUMN_TEXT_1_1_1_1_1_1">
    <p:spTree>
      <p:nvGrpSpPr>
        <p:cNvPr id="105" name="Shape 105"/>
        <p:cNvGrpSpPr/>
        <p:nvPr/>
      </p:nvGrpSpPr>
      <p:grpSpPr>
        <a:xfrm>
          <a:off x="0" y="0"/>
          <a:ext cx="0" cy="0"/>
          <a:chOff x="0" y="0"/>
          <a:chExt cx="0" cy="0"/>
        </a:xfrm>
      </p:grpSpPr>
      <p:sp>
        <p:nvSpPr>
          <p:cNvPr id="106" name="Google Shape;106;p19"/>
          <p:cNvSpPr txBox="1"/>
          <p:nvPr>
            <p:ph idx="12" type="sldNum"/>
          </p:nvPr>
        </p:nvSpPr>
        <p:spPr>
          <a:xfrm>
            <a:off x="8256725" y="4708927"/>
            <a:ext cx="437100" cy="107400"/>
          </a:xfrm>
          <a:prstGeom prst="rect">
            <a:avLst/>
          </a:prstGeom>
          <a:noFill/>
          <a:ln>
            <a:noFill/>
          </a:ln>
        </p:spPr>
        <p:txBody>
          <a:bodyPr anchorCtr="0" anchor="t" bIns="0" lIns="0" spcFirstLastPara="1" rIns="0" wrap="square" tIns="0">
            <a:noAutofit/>
          </a:bodyPr>
          <a:lstStyle>
            <a:lvl1pPr lvl="0" algn="r">
              <a:lnSpc>
                <a:spcPct val="80000"/>
              </a:lnSpc>
              <a:buSzPts val="1000"/>
              <a:buNone/>
              <a:defRPr sz="800">
                <a:solidFill>
                  <a:srgbClr val="B0AEA5"/>
                </a:solidFill>
                <a:latin typeface="Poppins"/>
                <a:ea typeface="Poppins"/>
                <a:cs typeface="Poppins"/>
                <a:sym typeface="Poppins"/>
              </a:defRPr>
            </a:lvl1pPr>
            <a:lvl2pPr lvl="1" algn="r">
              <a:lnSpc>
                <a:spcPct val="80000"/>
              </a:lnSpc>
              <a:buSzPts val="1000"/>
              <a:buNone/>
              <a:defRPr sz="800">
                <a:solidFill>
                  <a:srgbClr val="B0AEA5"/>
                </a:solidFill>
                <a:latin typeface="Poppins"/>
                <a:ea typeface="Poppins"/>
                <a:cs typeface="Poppins"/>
                <a:sym typeface="Poppins"/>
              </a:defRPr>
            </a:lvl2pPr>
            <a:lvl3pPr lvl="2" algn="r">
              <a:lnSpc>
                <a:spcPct val="80000"/>
              </a:lnSpc>
              <a:buSzPts val="1000"/>
              <a:buNone/>
              <a:defRPr sz="800">
                <a:solidFill>
                  <a:srgbClr val="B0AEA5"/>
                </a:solidFill>
                <a:latin typeface="Poppins"/>
                <a:ea typeface="Poppins"/>
                <a:cs typeface="Poppins"/>
                <a:sym typeface="Poppins"/>
              </a:defRPr>
            </a:lvl3pPr>
            <a:lvl4pPr lvl="3" algn="r">
              <a:lnSpc>
                <a:spcPct val="80000"/>
              </a:lnSpc>
              <a:buSzPts val="1000"/>
              <a:buNone/>
              <a:defRPr sz="800">
                <a:solidFill>
                  <a:srgbClr val="B0AEA5"/>
                </a:solidFill>
                <a:latin typeface="Poppins"/>
                <a:ea typeface="Poppins"/>
                <a:cs typeface="Poppins"/>
                <a:sym typeface="Poppins"/>
              </a:defRPr>
            </a:lvl4pPr>
            <a:lvl5pPr lvl="4" algn="r">
              <a:lnSpc>
                <a:spcPct val="80000"/>
              </a:lnSpc>
              <a:buSzPts val="1000"/>
              <a:buNone/>
              <a:defRPr sz="800">
                <a:solidFill>
                  <a:srgbClr val="B0AEA5"/>
                </a:solidFill>
                <a:latin typeface="Poppins"/>
                <a:ea typeface="Poppins"/>
                <a:cs typeface="Poppins"/>
                <a:sym typeface="Poppins"/>
              </a:defRPr>
            </a:lvl5pPr>
            <a:lvl6pPr lvl="5" algn="r">
              <a:lnSpc>
                <a:spcPct val="80000"/>
              </a:lnSpc>
              <a:buSzPts val="1000"/>
              <a:buNone/>
              <a:defRPr sz="800">
                <a:solidFill>
                  <a:srgbClr val="B0AEA5"/>
                </a:solidFill>
                <a:latin typeface="Poppins"/>
                <a:ea typeface="Poppins"/>
                <a:cs typeface="Poppins"/>
                <a:sym typeface="Poppins"/>
              </a:defRPr>
            </a:lvl6pPr>
            <a:lvl7pPr lvl="6" algn="r">
              <a:lnSpc>
                <a:spcPct val="80000"/>
              </a:lnSpc>
              <a:buSzPts val="1000"/>
              <a:buNone/>
              <a:defRPr sz="800">
                <a:solidFill>
                  <a:srgbClr val="B0AEA5"/>
                </a:solidFill>
                <a:latin typeface="Poppins"/>
                <a:ea typeface="Poppins"/>
                <a:cs typeface="Poppins"/>
                <a:sym typeface="Poppins"/>
              </a:defRPr>
            </a:lvl7pPr>
            <a:lvl8pPr lvl="7" algn="r">
              <a:lnSpc>
                <a:spcPct val="80000"/>
              </a:lnSpc>
              <a:buSzPts val="1000"/>
              <a:buNone/>
              <a:defRPr sz="800">
                <a:solidFill>
                  <a:srgbClr val="B0AEA5"/>
                </a:solidFill>
                <a:latin typeface="Poppins"/>
                <a:ea typeface="Poppins"/>
                <a:cs typeface="Poppins"/>
                <a:sym typeface="Poppins"/>
              </a:defRPr>
            </a:lvl8pPr>
            <a:lvl9pPr lvl="8" algn="r">
              <a:lnSpc>
                <a:spcPct val="80000"/>
              </a:lnSpc>
              <a:buSzPts val="1000"/>
              <a:buNone/>
              <a:defRPr sz="800">
                <a:solidFill>
                  <a:srgbClr val="B0AEA5"/>
                </a:solidFill>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107" name="Google Shape;107;p19"/>
          <p:cNvSpPr/>
          <p:nvPr>
            <p:ph idx="2" type="pic"/>
          </p:nvPr>
        </p:nvSpPr>
        <p:spPr>
          <a:xfrm>
            <a:off x="455700" y="1371601"/>
            <a:ext cx="4033500" cy="2328000"/>
          </a:xfrm>
          <a:prstGeom prst="roundRect">
            <a:avLst>
              <a:gd fmla="val 2630" name="adj"/>
            </a:avLst>
          </a:prstGeom>
          <a:noFill/>
          <a:ln>
            <a:noFill/>
          </a:ln>
        </p:spPr>
      </p:sp>
      <p:sp>
        <p:nvSpPr>
          <p:cNvPr id="108" name="Google Shape;108;p19"/>
          <p:cNvSpPr txBox="1"/>
          <p:nvPr>
            <p:ph type="title"/>
          </p:nvPr>
        </p:nvSpPr>
        <p:spPr>
          <a:xfrm>
            <a:off x="455775" y="456794"/>
            <a:ext cx="8238000" cy="808200"/>
          </a:xfrm>
          <a:prstGeom prst="rect">
            <a:avLst/>
          </a:prstGeom>
        </p:spPr>
        <p:txBody>
          <a:bodyPr anchorCtr="0" anchor="t" bIns="0" lIns="0" spcFirstLastPara="1" rIns="0" wrap="square" tIns="0">
            <a:noAutofit/>
          </a:bodyPr>
          <a:lstStyle>
            <a:lvl1pPr lvl="0" algn="ctr">
              <a:spcBef>
                <a:spcPts val="0"/>
              </a:spcBef>
              <a:spcAft>
                <a:spcPts val="0"/>
              </a:spcAft>
              <a:buSzPts val="2400"/>
              <a:buNone/>
              <a:defRPr/>
            </a:lvl1pPr>
            <a:lvl2pPr lvl="1" algn="ctr">
              <a:spcBef>
                <a:spcPts val="0"/>
              </a:spcBef>
              <a:spcAft>
                <a:spcPts val="0"/>
              </a:spcAft>
              <a:buSzPts val="2800"/>
              <a:buNone/>
              <a:defRPr/>
            </a:lvl2pPr>
            <a:lvl3pPr lvl="2" algn="ctr">
              <a:spcBef>
                <a:spcPts val="0"/>
              </a:spcBef>
              <a:spcAft>
                <a:spcPts val="0"/>
              </a:spcAft>
              <a:buSzPts val="2800"/>
              <a:buNone/>
              <a:defRPr/>
            </a:lvl3pPr>
            <a:lvl4pPr lvl="3" algn="ctr">
              <a:spcBef>
                <a:spcPts val="0"/>
              </a:spcBef>
              <a:spcAft>
                <a:spcPts val="0"/>
              </a:spcAft>
              <a:buSzPts val="2800"/>
              <a:buNone/>
              <a:defRPr/>
            </a:lvl4pPr>
            <a:lvl5pPr lvl="4" algn="ctr">
              <a:spcBef>
                <a:spcPts val="0"/>
              </a:spcBef>
              <a:spcAft>
                <a:spcPts val="0"/>
              </a:spcAft>
              <a:buSzPts val="2800"/>
              <a:buNone/>
              <a:defRPr/>
            </a:lvl5pPr>
            <a:lvl6pPr lvl="5" algn="ctr">
              <a:spcBef>
                <a:spcPts val="0"/>
              </a:spcBef>
              <a:spcAft>
                <a:spcPts val="0"/>
              </a:spcAft>
              <a:buSzPts val="2800"/>
              <a:buNone/>
              <a:defRPr/>
            </a:lvl6pPr>
            <a:lvl7pPr lvl="6" algn="ctr">
              <a:spcBef>
                <a:spcPts val="0"/>
              </a:spcBef>
              <a:spcAft>
                <a:spcPts val="0"/>
              </a:spcAft>
              <a:buSzPts val="2800"/>
              <a:buNone/>
              <a:defRPr/>
            </a:lvl7pPr>
            <a:lvl8pPr lvl="7" algn="ctr">
              <a:spcBef>
                <a:spcPts val="0"/>
              </a:spcBef>
              <a:spcAft>
                <a:spcPts val="0"/>
              </a:spcAft>
              <a:buSzPts val="2800"/>
              <a:buNone/>
              <a:defRPr/>
            </a:lvl8pPr>
            <a:lvl9pPr lvl="8" algn="ctr">
              <a:spcBef>
                <a:spcPts val="0"/>
              </a:spcBef>
              <a:spcAft>
                <a:spcPts val="0"/>
              </a:spcAft>
              <a:buSzPts val="2800"/>
              <a:buNone/>
              <a:defRPr/>
            </a:lvl9pPr>
          </a:lstStyle>
          <a:p/>
        </p:txBody>
      </p:sp>
      <p:sp>
        <p:nvSpPr>
          <p:cNvPr id="109" name="Google Shape;109;p19"/>
          <p:cNvSpPr/>
          <p:nvPr>
            <p:ph idx="3" type="pic"/>
          </p:nvPr>
        </p:nvSpPr>
        <p:spPr>
          <a:xfrm>
            <a:off x="4654113" y="1371601"/>
            <a:ext cx="4039800" cy="2328000"/>
          </a:xfrm>
          <a:prstGeom prst="roundRect">
            <a:avLst>
              <a:gd fmla="val 2630" name="adj"/>
            </a:avLst>
          </a:prstGeom>
          <a:noFill/>
          <a:ln>
            <a:noFill/>
          </a:ln>
        </p:spPr>
      </p:sp>
      <p:sp>
        <p:nvSpPr>
          <p:cNvPr id="110" name="Google Shape;110;p19"/>
          <p:cNvSpPr txBox="1"/>
          <p:nvPr>
            <p:ph idx="1" type="body"/>
          </p:nvPr>
        </p:nvSpPr>
        <p:spPr>
          <a:xfrm>
            <a:off x="4661025" y="3833700"/>
            <a:ext cx="4032900" cy="511200"/>
          </a:xfrm>
          <a:prstGeom prst="rect">
            <a:avLst/>
          </a:prstGeom>
        </p:spPr>
        <p:txBody>
          <a:bodyPr anchorCtr="0" anchor="t" bIns="0" lIns="0" spcFirstLastPara="1" rIns="0" wrap="square" tIns="0">
            <a:noAutofit/>
          </a:bodyPr>
          <a:lstStyle>
            <a:lvl1pPr indent="-304800" lvl="0" marL="457200">
              <a:spcBef>
                <a:spcPts val="0"/>
              </a:spcBef>
              <a:spcAft>
                <a:spcPts val="0"/>
              </a:spcAft>
              <a:buSzPts val="1200"/>
              <a:buChar char="●"/>
              <a:defRPr sz="1200">
                <a:solidFill>
                  <a:schemeClr val="dk1"/>
                </a:solidFill>
              </a:defRPr>
            </a:lvl1pPr>
            <a:lvl2pPr indent="-304800" lvl="1" marL="914400">
              <a:spcBef>
                <a:spcPts val="1000"/>
              </a:spcBef>
              <a:spcAft>
                <a:spcPts val="0"/>
              </a:spcAft>
              <a:buSzPts val="1200"/>
              <a:buChar char="○"/>
              <a:defRPr sz="1200">
                <a:solidFill>
                  <a:schemeClr val="dk1"/>
                </a:solidFill>
              </a:defRPr>
            </a:lvl2pPr>
            <a:lvl3pPr indent="-304800" lvl="2" marL="1371600">
              <a:spcBef>
                <a:spcPts val="1000"/>
              </a:spcBef>
              <a:spcAft>
                <a:spcPts val="0"/>
              </a:spcAft>
              <a:buSzPts val="1200"/>
              <a:buChar char="■"/>
              <a:defRPr sz="1200">
                <a:solidFill>
                  <a:schemeClr val="dk1"/>
                </a:solidFill>
              </a:defRPr>
            </a:lvl3pPr>
            <a:lvl4pPr indent="-304800" lvl="3" marL="1828800">
              <a:spcBef>
                <a:spcPts val="1000"/>
              </a:spcBef>
              <a:spcAft>
                <a:spcPts val="0"/>
              </a:spcAft>
              <a:buSzPts val="1200"/>
              <a:buChar char="●"/>
              <a:defRPr sz="1200">
                <a:solidFill>
                  <a:schemeClr val="dk1"/>
                </a:solidFill>
              </a:defRPr>
            </a:lvl4pPr>
            <a:lvl5pPr indent="-304800" lvl="4" marL="2286000">
              <a:spcBef>
                <a:spcPts val="1000"/>
              </a:spcBef>
              <a:spcAft>
                <a:spcPts val="0"/>
              </a:spcAft>
              <a:buSzPts val="1200"/>
              <a:buChar char="○"/>
              <a:defRPr sz="1200">
                <a:solidFill>
                  <a:schemeClr val="dk1"/>
                </a:solidFill>
              </a:defRPr>
            </a:lvl5pPr>
            <a:lvl6pPr indent="-304800" lvl="5" marL="2743200">
              <a:spcBef>
                <a:spcPts val="1000"/>
              </a:spcBef>
              <a:spcAft>
                <a:spcPts val="0"/>
              </a:spcAft>
              <a:buSzPts val="1200"/>
              <a:buChar char="■"/>
              <a:defRPr sz="1200">
                <a:solidFill>
                  <a:schemeClr val="dk1"/>
                </a:solidFill>
              </a:defRPr>
            </a:lvl6pPr>
            <a:lvl7pPr indent="-304800" lvl="6" marL="3200400">
              <a:spcBef>
                <a:spcPts val="1000"/>
              </a:spcBef>
              <a:spcAft>
                <a:spcPts val="0"/>
              </a:spcAft>
              <a:buSzPts val="1200"/>
              <a:buChar char="●"/>
              <a:defRPr sz="1200">
                <a:solidFill>
                  <a:schemeClr val="dk1"/>
                </a:solidFill>
              </a:defRPr>
            </a:lvl7pPr>
            <a:lvl8pPr indent="-304800" lvl="7" marL="3657600">
              <a:spcBef>
                <a:spcPts val="1000"/>
              </a:spcBef>
              <a:spcAft>
                <a:spcPts val="0"/>
              </a:spcAft>
              <a:buSzPts val="1200"/>
              <a:buChar char="○"/>
              <a:defRPr sz="1200">
                <a:solidFill>
                  <a:schemeClr val="dk1"/>
                </a:solidFill>
              </a:defRPr>
            </a:lvl8pPr>
            <a:lvl9pPr indent="-304800" lvl="8" marL="4114800">
              <a:spcBef>
                <a:spcPts val="1000"/>
              </a:spcBef>
              <a:spcAft>
                <a:spcPts val="1000"/>
              </a:spcAft>
              <a:buSzPts val="1200"/>
              <a:buChar char="■"/>
              <a:defRPr sz="1200">
                <a:solidFill>
                  <a:schemeClr val="dk1"/>
                </a:solidFill>
              </a:defRPr>
            </a:lvl9pPr>
          </a:lstStyle>
          <a:p/>
        </p:txBody>
      </p:sp>
      <p:sp>
        <p:nvSpPr>
          <p:cNvPr id="111" name="Google Shape;111;p19"/>
          <p:cNvSpPr txBox="1"/>
          <p:nvPr>
            <p:ph idx="4" type="body"/>
          </p:nvPr>
        </p:nvSpPr>
        <p:spPr>
          <a:xfrm>
            <a:off x="456075" y="3833700"/>
            <a:ext cx="4032900" cy="511200"/>
          </a:xfrm>
          <a:prstGeom prst="rect">
            <a:avLst/>
          </a:prstGeom>
        </p:spPr>
        <p:txBody>
          <a:bodyPr anchorCtr="0" anchor="t" bIns="0" lIns="0" spcFirstLastPara="1" rIns="0" wrap="square" tIns="0">
            <a:noAutofit/>
          </a:bodyPr>
          <a:lstStyle>
            <a:lvl1pPr indent="-304800" lvl="0" marL="457200">
              <a:spcBef>
                <a:spcPts val="0"/>
              </a:spcBef>
              <a:spcAft>
                <a:spcPts val="0"/>
              </a:spcAft>
              <a:buSzPts val="1200"/>
              <a:buChar char="●"/>
              <a:defRPr sz="1200">
                <a:solidFill>
                  <a:schemeClr val="dk1"/>
                </a:solidFill>
              </a:defRPr>
            </a:lvl1pPr>
            <a:lvl2pPr indent="-304800" lvl="1" marL="914400">
              <a:spcBef>
                <a:spcPts val="1000"/>
              </a:spcBef>
              <a:spcAft>
                <a:spcPts val="0"/>
              </a:spcAft>
              <a:buSzPts val="1200"/>
              <a:buChar char="○"/>
              <a:defRPr sz="1200">
                <a:solidFill>
                  <a:schemeClr val="dk1"/>
                </a:solidFill>
              </a:defRPr>
            </a:lvl2pPr>
            <a:lvl3pPr indent="-304800" lvl="2" marL="1371600">
              <a:spcBef>
                <a:spcPts val="1000"/>
              </a:spcBef>
              <a:spcAft>
                <a:spcPts val="0"/>
              </a:spcAft>
              <a:buSzPts val="1200"/>
              <a:buChar char="■"/>
              <a:defRPr sz="1200">
                <a:solidFill>
                  <a:schemeClr val="dk1"/>
                </a:solidFill>
              </a:defRPr>
            </a:lvl3pPr>
            <a:lvl4pPr indent="-304800" lvl="3" marL="1828800">
              <a:spcBef>
                <a:spcPts val="1000"/>
              </a:spcBef>
              <a:spcAft>
                <a:spcPts val="0"/>
              </a:spcAft>
              <a:buSzPts val="1200"/>
              <a:buChar char="●"/>
              <a:defRPr sz="1200">
                <a:solidFill>
                  <a:schemeClr val="dk1"/>
                </a:solidFill>
              </a:defRPr>
            </a:lvl4pPr>
            <a:lvl5pPr indent="-304800" lvl="4" marL="2286000">
              <a:spcBef>
                <a:spcPts val="1000"/>
              </a:spcBef>
              <a:spcAft>
                <a:spcPts val="0"/>
              </a:spcAft>
              <a:buSzPts val="1200"/>
              <a:buChar char="○"/>
              <a:defRPr sz="1200">
                <a:solidFill>
                  <a:schemeClr val="dk1"/>
                </a:solidFill>
              </a:defRPr>
            </a:lvl5pPr>
            <a:lvl6pPr indent="-304800" lvl="5" marL="2743200">
              <a:spcBef>
                <a:spcPts val="1000"/>
              </a:spcBef>
              <a:spcAft>
                <a:spcPts val="0"/>
              </a:spcAft>
              <a:buSzPts val="1200"/>
              <a:buChar char="■"/>
              <a:defRPr sz="1200">
                <a:solidFill>
                  <a:schemeClr val="dk1"/>
                </a:solidFill>
              </a:defRPr>
            </a:lvl6pPr>
            <a:lvl7pPr indent="-304800" lvl="6" marL="3200400">
              <a:spcBef>
                <a:spcPts val="1000"/>
              </a:spcBef>
              <a:spcAft>
                <a:spcPts val="0"/>
              </a:spcAft>
              <a:buSzPts val="1200"/>
              <a:buChar char="●"/>
              <a:defRPr sz="1200">
                <a:solidFill>
                  <a:schemeClr val="dk1"/>
                </a:solidFill>
              </a:defRPr>
            </a:lvl7pPr>
            <a:lvl8pPr indent="-304800" lvl="7" marL="3657600">
              <a:spcBef>
                <a:spcPts val="1000"/>
              </a:spcBef>
              <a:spcAft>
                <a:spcPts val="0"/>
              </a:spcAft>
              <a:buSzPts val="1200"/>
              <a:buChar char="○"/>
              <a:defRPr sz="1200">
                <a:solidFill>
                  <a:schemeClr val="dk1"/>
                </a:solidFill>
              </a:defRPr>
            </a:lvl8pPr>
            <a:lvl9pPr indent="-304800" lvl="8" marL="4114800">
              <a:spcBef>
                <a:spcPts val="1000"/>
              </a:spcBef>
              <a:spcAft>
                <a:spcPts val="1000"/>
              </a:spcAft>
              <a:buSzPts val="1200"/>
              <a:buChar char="■"/>
              <a:defRPr sz="1200">
                <a:solidFill>
                  <a:schemeClr val="dk1"/>
                </a:solidFill>
              </a:defRPr>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9: Title and two placeholder ">
  <p:cSld name="ONE_COLUMN_TEXT_1_1_1_1_1_1_1">
    <p:spTree>
      <p:nvGrpSpPr>
        <p:cNvPr id="112" name="Shape 112"/>
        <p:cNvGrpSpPr/>
        <p:nvPr/>
      </p:nvGrpSpPr>
      <p:grpSpPr>
        <a:xfrm>
          <a:off x="0" y="0"/>
          <a:ext cx="0" cy="0"/>
          <a:chOff x="0" y="0"/>
          <a:chExt cx="0" cy="0"/>
        </a:xfrm>
      </p:grpSpPr>
      <p:sp>
        <p:nvSpPr>
          <p:cNvPr id="113" name="Google Shape;113;p20"/>
          <p:cNvSpPr txBox="1"/>
          <p:nvPr>
            <p:ph idx="12" type="sldNum"/>
          </p:nvPr>
        </p:nvSpPr>
        <p:spPr>
          <a:xfrm>
            <a:off x="8256725" y="4708927"/>
            <a:ext cx="437100" cy="107400"/>
          </a:xfrm>
          <a:prstGeom prst="rect">
            <a:avLst/>
          </a:prstGeom>
          <a:noFill/>
          <a:ln>
            <a:noFill/>
          </a:ln>
        </p:spPr>
        <p:txBody>
          <a:bodyPr anchorCtr="0" anchor="t" bIns="0" lIns="0" spcFirstLastPara="1" rIns="0" wrap="square" tIns="0">
            <a:noAutofit/>
          </a:bodyPr>
          <a:lstStyle>
            <a:lvl1pPr lvl="0" algn="r">
              <a:lnSpc>
                <a:spcPct val="80000"/>
              </a:lnSpc>
              <a:buSzPts val="1000"/>
              <a:buNone/>
              <a:defRPr sz="800">
                <a:solidFill>
                  <a:srgbClr val="B0AEA5"/>
                </a:solidFill>
                <a:latin typeface="Poppins"/>
                <a:ea typeface="Poppins"/>
                <a:cs typeface="Poppins"/>
                <a:sym typeface="Poppins"/>
              </a:defRPr>
            </a:lvl1pPr>
            <a:lvl2pPr lvl="1" algn="r">
              <a:lnSpc>
                <a:spcPct val="80000"/>
              </a:lnSpc>
              <a:buSzPts val="1000"/>
              <a:buNone/>
              <a:defRPr sz="800">
                <a:solidFill>
                  <a:srgbClr val="B0AEA5"/>
                </a:solidFill>
                <a:latin typeface="Poppins"/>
                <a:ea typeface="Poppins"/>
                <a:cs typeface="Poppins"/>
                <a:sym typeface="Poppins"/>
              </a:defRPr>
            </a:lvl2pPr>
            <a:lvl3pPr lvl="2" algn="r">
              <a:lnSpc>
                <a:spcPct val="80000"/>
              </a:lnSpc>
              <a:buSzPts val="1000"/>
              <a:buNone/>
              <a:defRPr sz="800">
                <a:solidFill>
                  <a:srgbClr val="B0AEA5"/>
                </a:solidFill>
                <a:latin typeface="Poppins"/>
                <a:ea typeface="Poppins"/>
                <a:cs typeface="Poppins"/>
                <a:sym typeface="Poppins"/>
              </a:defRPr>
            </a:lvl3pPr>
            <a:lvl4pPr lvl="3" algn="r">
              <a:lnSpc>
                <a:spcPct val="80000"/>
              </a:lnSpc>
              <a:buSzPts val="1000"/>
              <a:buNone/>
              <a:defRPr sz="800">
                <a:solidFill>
                  <a:srgbClr val="B0AEA5"/>
                </a:solidFill>
                <a:latin typeface="Poppins"/>
                <a:ea typeface="Poppins"/>
                <a:cs typeface="Poppins"/>
                <a:sym typeface="Poppins"/>
              </a:defRPr>
            </a:lvl4pPr>
            <a:lvl5pPr lvl="4" algn="r">
              <a:lnSpc>
                <a:spcPct val="80000"/>
              </a:lnSpc>
              <a:buSzPts val="1000"/>
              <a:buNone/>
              <a:defRPr sz="800">
                <a:solidFill>
                  <a:srgbClr val="B0AEA5"/>
                </a:solidFill>
                <a:latin typeface="Poppins"/>
                <a:ea typeface="Poppins"/>
                <a:cs typeface="Poppins"/>
                <a:sym typeface="Poppins"/>
              </a:defRPr>
            </a:lvl5pPr>
            <a:lvl6pPr lvl="5" algn="r">
              <a:lnSpc>
                <a:spcPct val="80000"/>
              </a:lnSpc>
              <a:buSzPts val="1000"/>
              <a:buNone/>
              <a:defRPr sz="800">
                <a:solidFill>
                  <a:srgbClr val="B0AEA5"/>
                </a:solidFill>
                <a:latin typeface="Poppins"/>
                <a:ea typeface="Poppins"/>
                <a:cs typeface="Poppins"/>
                <a:sym typeface="Poppins"/>
              </a:defRPr>
            </a:lvl6pPr>
            <a:lvl7pPr lvl="6" algn="r">
              <a:lnSpc>
                <a:spcPct val="80000"/>
              </a:lnSpc>
              <a:buSzPts val="1000"/>
              <a:buNone/>
              <a:defRPr sz="800">
                <a:solidFill>
                  <a:srgbClr val="B0AEA5"/>
                </a:solidFill>
                <a:latin typeface="Poppins"/>
                <a:ea typeface="Poppins"/>
                <a:cs typeface="Poppins"/>
                <a:sym typeface="Poppins"/>
              </a:defRPr>
            </a:lvl7pPr>
            <a:lvl8pPr lvl="7" algn="r">
              <a:lnSpc>
                <a:spcPct val="80000"/>
              </a:lnSpc>
              <a:buSzPts val="1000"/>
              <a:buNone/>
              <a:defRPr sz="800">
                <a:solidFill>
                  <a:srgbClr val="B0AEA5"/>
                </a:solidFill>
                <a:latin typeface="Poppins"/>
                <a:ea typeface="Poppins"/>
                <a:cs typeface="Poppins"/>
                <a:sym typeface="Poppins"/>
              </a:defRPr>
            </a:lvl8pPr>
            <a:lvl9pPr lvl="8" algn="r">
              <a:lnSpc>
                <a:spcPct val="80000"/>
              </a:lnSpc>
              <a:buSzPts val="1000"/>
              <a:buNone/>
              <a:defRPr sz="800">
                <a:solidFill>
                  <a:srgbClr val="B0AEA5"/>
                </a:solidFill>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114" name="Google Shape;114;p20"/>
          <p:cNvSpPr/>
          <p:nvPr>
            <p:ph idx="2" type="pic"/>
          </p:nvPr>
        </p:nvSpPr>
        <p:spPr>
          <a:xfrm>
            <a:off x="455700" y="1371605"/>
            <a:ext cx="4033500" cy="2973300"/>
          </a:xfrm>
          <a:prstGeom prst="roundRect">
            <a:avLst>
              <a:gd fmla="val 2630" name="adj"/>
            </a:avLst>
          </a:prstGeom>
          <a:noFill/>
          <a:ln>
            <a:noFill/>
          </a:ln>
        </p:spPr>
      </p:sp>
      <p:sp>
        <p:nvSpPr>
          <p:cNvPr id="115" name="Google Shape;115;p20"/>
          <p:cNvSpPr txBox="1"/>
          <p:nvPr>
            <p:ph type="title"/>
          </p:nvPr>
        </p:nvSpPr>
        <p:spPr>
          <a:xfrm>
            <a:off x="455775" y="456794"/>
            <a:ext cx="8238000" cy="808200"/>
          </a:xfrm>
          <a:prstGeom prst="rect">
            <a:avLst/>
          </a:prstGeom>
        </p:spPr>
        <p:txBody>
          <a:bodyPr anchorCtr="0" anchor="t" bIns="0" lIns="0" spcFirstLastPara="1" rIns="0" wrap="square" tIns="0">
            <a:noAutofit/>
          </a:bodyPr>
          <a:lstStyle>
            <a:lvl1pPr lvl="0" algn="ctr">
              <a:spcBef>
                <a:spcPts val="0"/>
              </a:spcBef>
              <a:spcAft>
                <a:spcPts val="0"/>
              </a:spcAft>
              <a:buSzPts val="2400"/>
              <a:buNone/>
              <a:defRPr/>
            </a:lvl1pPr>
            <a:lvl2pPr lvl="1" algn="ctr">
              <a:spcBef>
                <a:spcPts val="0"/>
              </a:spcBef>
              <a:spcAft>
                <a:spcPts val="0"/>
              </a:spcAft>
              <a:buSzPts val="2800"/>
              <a:buNone/>
              <a:defRPr/>
            </a:lvl2pPr>
            <a:lvl3pPr lvl="2" algn="ctr">
              <a:spcBef>
                <a:spcPts val="0"/>
              </a:spcBef>
              <a:spcAft>
                <a:spcPts val="0"/>
              </a:spcAft>
              <a:buSzPts val="2800"/>
              <a:buNone/>
              <a:defRPr/>
            </a:lvl3pPr>
            <a:lvl4pPr lvl="3" algn="ctr">
              <a:spcBef>
                <a:spcPts val="0"/>
              </a:spcBef>
              <a:spcAft>
                <a:spcPts val="0"/>
              </a:spcAft>
              <a:buSzPts val="2800"/>
              <a:buNone/>
              <a:defRPr/>
            </a:lvl4pPr>
            <a:lvl5pPr lvl="4" algn="ctr">
              <a:spcBef>
                <a:spcPts val="0"/>
              </a:spcBef>
              <a:spcAft>
                <a:spcPts val="0"/>
              </a:spcAft>
              <a:buSzPts val="2800"/>
              <a:buNone/>
              <a:defRPr/>
            </a:lvl5pPr>
            <a:lvl6pPr lvl="5" algn="ctr">
              <a:spcBef>
                <a:spcPts val="0"/>
              </a:spcBef>
              <a:spcAft>
                <a:spcPts val="0"/>
              </a:spcAft>
              <a:buSzPts val="2800"/>
              <a:buNone/>
              <a:defRPr/>
            </a:lvl6pPr>
            <a:lvl7pPr lvl="6" algn="ctr">
              <a:spcBef>
                <a:spcPts val="0"/>
              </a:spcBef>
              <a:spcAft>
                <a:spcPts val="0"/>
              </a:spcAft>
              <a:buSzPts val="2800"/>
              <a:buNone/>
              <a:defRPr/>
            </a:lvl7pPr>
            <a:lvl8pPr lvl="7" algn="ctr">
              <a:spcBef>
                <a:spcPts val="0"/>
              </a:spcBef>
              <a:spcAft>
                <a:spcPts val="0"/>
              </a:spcAft>
              <a:buSzPts val="2800"/>
              <a:buNone/>
              <a:defRPr/>
            </a:lvl8pPr>
            <a:lvl9pPr lvl="8" algn="ctr">
              <a:spcBef>
                <a:spcPts val="0"/>
              </a:spcBef>
              <a:spcAft>
                <a:spcPts val="0"/>
              </a:spcAft>
              <a:buSzPts val="2800"/>
              <a:buNone/>
              <a:defRPr/>
            </a:lvl9pPr>
          </a:lstStyle>
          <a:p/>
        </p:txBody>
      </p:sp>
      <p:sp>
        <p:nvSpPr>
          <p:cNvPr id="116" name="Google Shape;116;p20"/>
          <p:cNvSpPr/>
          <p:nvPr>
            <p:ph idx="3" type="pic"/>
          </p:nvPr>
        </p:nvSpPr>
        <p:spPr>
          <a:xfrm>
            <a:off x="4654113" y="1371605"/>
            <a:ext cx="4039800" cy="2973300"/>
          </a:xfrm>
          <a:prstGeom prst="roundRect">
            <a:avLst>
              <a:gd fmla="val 2630" name="adj"/>
            </a:avLst>
          </a:prstGeom>
          <a:noFill/>
          <a:ln>
            <a:noFill/>
          </a:ln>
        </p:spPr>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11: Title and three placeholder">
  <p:cSld name="ONE_COLUMN_TEXT_1_1_1_1_1_1_1_1">
    <p:spTree>
      <p:nvGrpSpPr>
        <p:cNvPr id="117" name="Shape 117"/>
        <p:cNvGrpSpPr/>
        <p:nvPr/>
      </p:nvGrpSpPr>
      <p:grpSpPr>
        <a:xfrm>
          <a:off x="0" y="0"/>
          <a:ext cx="0" cy="0"/>
          <a:chOff x="0" y="0"/>
          <a:chExt cx="0" cy="0"/>
        </a:xfrm>
      </p:grpSpPr>
      <p:sp>
        <p:nvSpPr>
          <p:cNvPr id="118" name="Google Shape;118;p21"/>
          <p:cNvSpPr txBox="1"/>
          <p:nvPr>
            <p:ph idx="12" type="sldNum"/>
          </p:nvPr>
        </p:nvSpPr>
        <p:spPr>
          <a:xfrm>
            <a:off x="8256725" y="4708927"/>
            <a:ext cx="437100" cy="107400"/>
          </a:xfrm>
          <a:prstGeom prst="rect">
            <a:avLst/>
          </a:prstGeom>
          <a:noFill/>
          <a:ln>
            <a:noFill/>
          </a:ln>
        </p:spPr>
        <p:txBody>
          <a:bodyPr anchorCtr="0" anchor="t" bIns="0" lIns="0" spcFirstLastPara="1" rIns="0" wrap="square" tIns="0">
            <a:noAutofit/>
          </a:bodyPr>
          <a:lstStyle>
            <a:lvl1pPr lvl="0" algn="r">
              <a:lnSpc>
                <a:spcPct val="80000"/>
              </a:lnSpc>
              <a:buSzPts val="1000"/>
              <a:buNone/>
              <a:defRPr sz="800">
                <a:solidFill>
                  <a:srgbClr val="B0AEA5"/>
                </a:solidFill>
                <a:latin typeface="Poppins"/>
                <a:ea typeface="Poppins"/>
                <a:cs typeface="Poppins"/>
                <a:sym typeface="Poppins"/>
              </a:defRPr>
            </a:lvl1pPr>
            <a:lvl2pPr lvl="1" algn="r">
              <a:lnSpc>
                <a:spcPct val="80000"/>
              </a:lnSpc>
              <a:buSzPts val="1000"/>
              <a:buNone/>
              <a:defRPr sz="800">
                <a:solidFill>
                  <a:srgbClr val="B0AEA5"/>
                </a:solidFill>
                <a:latin typeface="Poppins"/>
                <a:ea typeface="Poppins"/>
                <a:cs typeface="Poppins"/>
                <a:sym typeface="Poppins"/>
              </a:defRPr>
            </a:lvl2pPr>
            <a:lvl3pPr lvl="2" algn="r">
              <a:lnSpc>
                <a:spcPct val="80000"/>
              </a:lnSpc>
              <a:buSzPts val="1000"/>
              <a:buNone/>
              <a:defRPr sz="800">
                <a:solidFill>
                  <a:srgbClr val="B0AEA5"/>
                </a:solidFill>
                <a:latin typeface="Poppins"/>
                <a:ea typeface="Poppins"/>
                <a:cs typeface="Poppins"/>
                <a:sym typeface="Poppins"/>
              </a:defRPr>
            </a:lvl3pPr>
            <a:lvl4pPr lvl="3" algn="r">
              <a:lnSpc>
                <a:spcPct val="80000"/>
              </a:lnSpc>
              <a:buSzPts val="1000"/>
              <a:buNone/>
              <a:defRPr sz="800">
                <a:solidFill>
                  <a:srgbClr val="B0AEA5"/>
                </a:solidFill>
                <a:latin typeface="Poppins"/>
                <a:ea typeface="Poppins"/>
                <a:cs typeface="Poppins"/>
                <a:sym typeface="Poppins"/>
              </a:defRPr>
            </a:lvl4pPr>
            <a:lvl5pPr lvl="4" algn="r">
              <a:lnSpc>
                <a:spcPct val="80000"/>
              </a:lnSpc>
              <a:buSzPts val="1000"/>
              <a:buNone/>
              <a:defRPr sz="800">
                <a:solidFill>
                  <a:srgbClr val="B0AEA5"/>
                </a:solidFill>
                <a:latin typeface="Poppins"/>
                <a:ea typeface="Poppins"/>
                <a:cs typeface="Poppins"/>
                <a:sym typeface="Poppins"/>
              </a:defRPr>
            </a:lvl5pPr>
            <a:lvl6pPr lvl="5" algn="r">
              <a:lnSpc>
                <a:spcPct val="80000"/>
              </a:lnSpc>
              <a:buSzPts val="1000"/>
              <a:buNone/>
              <a:defRPr sz="800">
                <a:solidFill>
                  <a:srgbClr val="B0AEA5"/>
                </a:solidFill>
                <a:latin typeface="Poppins"/>
                <a:ea typeface="Poppins"/>
                <a:cs typeface="Poppins"/>
                <a:sym typeface="Poppins"/>
              </a:defRPr>
            </a:lvl6pPr>
            <a:lvl7pPr lvl="6" algn="r">
              <a:lnSpc>
                <a:spcPct val="80000"/>
              </a:lnSpc>
              <a:buSzPts val="1000"/>
              <a:buNone/>
              <a:defRPr sz="800">
                <a:solidFill>
                  <a:srgbClr val="B0AEA5"/>
                </a:solidFill>
                <a:latin typeface="Poppins"/>
                <a:ea typeface="Poppins"/>
                <a:cs typeface="Poppins"/>
                <a:sym typeface="Poppins"/>
              </a:defRPr>
            </a:lvl7pPr>
            <a:lvl8pPr lvl="7" algn="r">
              <a:lnSpc>
                <a:spcPct val="80000"/>
              </a:lnSpc>
              <a:buSzPts val="1000"/>
              <a:buNone/>
              <a:defRPr sz="800">
                <a:solidFill>
                  <a:srgbClr val="B0AEA5"/>
                </a:solidFill>
                <a:latin typeface="Poppins"/>
                <a:ea typeface="Poppins"/>
                <a:cs typeface="Poppins"/>
                <a:sym typeface="Poppins"/>
              </a:defRPr>
            </a:lvl8pPr>
            <a:lvl9pPr lvl="8" algn="r">
              <a:lnSpc>
                <a:spcPct val="80000"/>
              </a:lnSpc>
              <a:buSzPts val="1000"/>
              <a:buNone/>
              <a:defRPr sz="800">
                <a:solidFill>
                  <a:srgbClr val="B0AEA5"/>
                </a:solidFill>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119" name="Google Shape;119;p21"/>
          <p:cNvSpPr/>
          <p:nvPr>
            <p:ph idx="2" type="pic"/>
          </p:nvPr>
        </p:nvSpPr>
        <p:spPr>
          <a:xfrm>
            <a:off x="455700" y="1371600"/>
            <a:ext cx="2634300" cy="2973300"/>
          </a:xfrm>
          <a:prstGeom prst="roundRect">
            <a:avLst>
              <a:gd fmla="val 2630" name="adj"/>
            </a:avLst>
          </a:prstGeom>
          <a:noFill/>
          <a:ln>
            <a:noFill/>
          </a:ln>
        </p:spPr>
      </p:sp>
      <p:sp>
        <p:nvSpPr>
          <p:cNvPr id="120" name="Google Shape;120;p21"/>
          <p:cNvSpPr txBox="1"/>
          <p:nvPr>
            <p:ph type="title"/>
          </p:nvPr>
        </p:nvSpPr>
        <p:spPr>
          <a:xfrm>
            <a:off x="455775" y="456794"/>
            <a:ext cx="8238000" cy="808200"/>
          </a:xfrm>
          <a:prstGeom prst="rect">
            <a:avLst/>
          </a:prstGeom>
        </p:spPr>
        <p:txBody>
          <a:bodyPr anchorCtr="0" anchor="t" bIns="0" lIns="0" spcFirstLastPara="1" rIns="0" wrap="square" tIns="0">
            <a:noAutofit/>
          </a:bodyPr>
          <a:lstStyle>
            <a:lvl1pPr lvl="0" algn="ctr">
              <a:spcBef>
                <a:spcPts val="0"/>
              </a:spcBef>
              <a:spcAft>
                <a:spcPts val="0"/>
              </a:spcAft>
              <a:buSzPts val="2400"/>
              <a:buNone/>
              <a:defRPr/>
            </a:lvl1pPr>
            <a:lvl2pPr lvl="1" algn="ctr">
              <a:spcBef>
                <a:spcPts val="0"/>
              </a:spcBef>
              <a:spcAft>
                <a:spcPts val="0"/>
              </a:spcAft>
              <a:buSzPts val="2800"/>
              <a:buNone/>
              <a:defRPr/>
            </a:lvl2pPr>
            <a:lvl3pPr lvl="2" algn="ctr">
              <a:spcBef>
                <a:spcPts val="0"/>
              </a:spcBef>
              <a:spcAft>
                <a:spcPts val="0"/>
              </a:spcAft>
              <a:buSzPts val="2800"/>
              <a:buNone/>
              <a:defRPr/>
            </a:lvl3pPr>
            <a:lvl4pPr lvl="3" algn="ctr">
              <a:spcBef>
                <a:spcPts val="0"/>
              </a:spcBef>
              <a:spcAft>
                <a:spcPts val="0"/>
              </a:spcAft>
              <a:buSzPts val="2800"/>
              <a:buNone/>
              <a:defRPr/>
            </a:lvl4pPr>
            <a:lvl5pPr lvl="4" algn="ctr">
              <a:spcBef>
                <a:spcPts val="0"/>
              </a:spcBef>
              <a:spcAft>
                <a:spcPts val="0"/>
              </a:spcAft>
              <a:buSzPts val="2800"/>
              <a:buNone/>
              <a:defRPr/>
            </a:lvl5pPr>
            <a:lvl6pPr lvl="5" algn="ctr">
              <a:spcBef>
                <a:spcPts val="0"/>
              </a:spcBef>
              <a:spcAft>
                <a:spcPts val="0"/>
              </a:spcAft>
              <a:buSzPts val="2800"/>
              <a:buNone/>
              <a:defRPr/>
            </a:lvl6pPr>
            <a:lvl7pPr lvl="6" algn="ctr">
              <a:spcBef>
                <a:spcPts val="0"/>
              </a:spcBef>
              <a:spcAft>
                <a:spcPts val="0"/>
              </a:spcAft>
              <a:buSzPts val="2800"/>
              <a:buNone/>
              <a:defRPr/>
            </a:lvl7pPr>
            <a:lvl8pPr lvl="7" algn="ctr">
              <a:spcBef>
                <a:spcPts val="0"/>
              </a:spcBef>
              <a:spcAft>
                <a:spcPts val="0"/>
              </a:spcAft>
              <a:buSzPts val="2800"/>
              <a:buNone/>
              <a:defRPr/>
            </a:lvl8pPr>
            <a:lvl9pPr lvl="8" algn="ctr">
              <a:spcBef>
                <a:spcPts val="0"/>
              </a:spcBef>
              <a:spcAft>
                <a:spcPts val="0"/>
              </a:spcAft>
              <a:buSzPts val="2800"/>
              <a:buNone/>
              <a:defRPr/>
            </a:lvl9pPr>
          </a:lstStyle>
          <a:p/>
        </p:txBody>
      </p:sp>
      <p:sp>
        <p:nvSpPr>
          <p:cNvPr id="121" name="Google Shape;121;p21"/>
          <p:cNvSpPr/>
          <p:nvPr>
            <p:ph idx="3" type="pic"/>
          </p:nvPr>
        </p:nvSpPr>
        <p:spPr>
          <a:xfrm>
            <a:off x="6053325" y="1371600"/>
            <a:ext cx="2640600" cy="2973300"/>
          </a:xfrm>
          <a:prstGeom prst="roundRect">
            <a:avLst>
              <a:gd fmla="val 2630" name="adj"/>
            </a:avLst>
          </a:prstGeom>
          <a:noFill/>
          <a:ln>
            <a:noFill/>
          </a:ln>
        </p:spPr>
      </p:sp>
      <p:sp>
        <p:nvSpPr>
          <p:cNvPr id="122" name="Google Shape;122;p21"/>
          <p:cNvSpPr/>
          <p:nvPr>
            <p:ph idx="4" type="pic"/>
          </p:nvPr>
        </p:nvSpPr>
        <p:spPr>
          <a:xfrm>
            <a:off x="3251438" y="1371600"/>
            <a:ext cx="2640600" cy="2973300"/>
          </a:xfrm>
          <a:prstGeom prst="roundRect">
            <a:avLst>
              <a:gd fmla="val 2630" name="adj"/>
            </a:avLst>
          </a:prstGeom>
          <a:noFill/>
          <a:ln>
            <a:noFill/>
          </a:ln>
        </p:spPr>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12: Title and three placeholder ">
  <p:cSld name="ONE_COLUMN_TEXT_1_1_1_1_1_1_1_1_1">
    <p:spTree>
      <p:nvGrpSpPr>
        <p:cNvPr id="123" name="Shape 123"/>
        <p:cNvGrpSpPr/>
        <p:nvPr/>
      </p:nvGrpSpPr>
      <p:grpSpPr>
        <a:xfrm>
          <a:off x="0" y="0"/>
          <a:ext cx="0" cy="0"/>
          <a:chOff x="0" y="0"/>
          <a:chExt cx="0" cy="0"/>
        </a:xfrm>
      </p:grpSpPr>
      <p:sp>
        <p:nvSpPr>
          <p:cNvPr id="124" name="Google Shape;124;p22"/>
          <p:cNvSpPr txBox="1"/>
          <p:nvPr>
            <p:ph idx="12" type="sldNum"/>
          </p:nvPr>
        </p:nvSpPr>
        <p:spPr>
          <a:xfrm>
            <a:off x="8256725" y="4708927"/>
            <a:ext cx="437100" cy="107400"/>
          </a:xfrm>
          <a:prstGeom prst="rect">
            <a:avLst/>
          </a:prstGeom>
          <a:noFill/>
          <a:ln>
            <a:noFill/>
          </a:ln>
        </p:spPr>
        <p:txBody>
          <a:bodyPr anchorCtr="0" anchor="t" bIns="0" lIns="0" spcFirstLastPara="1" rIns="0" wrap="square" tIns="0">
            <a:noAutofit/>
          </a:bodyPr>
          <a:lstStyle>
            <a:lvl1pPr lvl="0" algn="r">
              <a:lnSpc>
                <a:spcPct val="80000"/>
              </a:lnSpc>
              <a:buSzPts val="1000"/>
              <a:buNone/>
              <a:defRPr sz="800">
                <a:solidFill>
                  <a:srgbClr val="B0AEA5"/>
                </a:solidFill>
                <a:latin typeface="Poppins"/>
                <a:ea typeface="Poppins"/>
                <a:cs typeface="Poppins"/>
                <a:sym typeface="Poppins"/>
              </a:defRPr>
            </a:lvl1pPr>
            <a:lvl2pPr lvl="1" algn="r">
              <a:lnSpc>
                <a:spcPct val="80000"/>
              </a:lnSpc>
              <a:buSzPts val="1000"/>
              <a:buNone/>
              <a:defRPr sz="800">
                <a:solidFill>
                  <a:srgbClr val="B0AEA5"/>
                </a:solidFill>
                <a:latin typeface="Poppins"/>
                <a:ea typeface="Poppins"/>
                <a:cs typeface="Poppins"/>
                <a:sym typeface="Poppins"/>
              </a:defRPr>
            </a:lvl2pPr>
            <a:lvl3pPr lvl="2" algn="r">
              <a:lnSpc>
                <a:spcPct val="80000"/>
              </a:lnSpc>
              <a:buSzPts val="1000"/>
              <a:buNone/>
              <a:defRPr sz="800">
                <a:solidFill>
                  <a:srgbClr val="B0AEA5"/>
                </a:solidFill>
                <a:latin typeface="Poppins"/>
                <a:ea typeface="Poppins"/>
                <a:cs typeface="Poppins"/>
                <a:sym typeface="Poppins"/>
              </a:defRPr>
            </a:lvl3pPr>
            <a:lvl4pPr lvl="3" algn="r">
              <a:lnSpc>
                <a:spcPct val="80000"/>
              </a:lnSpc>
              <a:buSzPts val="1000"/>
              <a:buNone/>
              <a:defRPr sz="800">
                <a:solidFill>
                  <a:srgbClr val="B0AEA5"/>
                </a:solidFill>
                <a:latin typeface="Poppins"/>
                <a:ea typeface="Poppins"/>
                <a:cs typeface="Poppins"/>
                <a:sym typeface="Poppins"/>
              </a:defRPr>
            </a:lvl4pPr>
            <a:lvl5pPr lvl="4" algn="r">
              <a:lnSpc>
                <a:spcPct val="80000"/>
              </a:lnSpc>
              <a:buSzPts val="1000"/>
              <a:buNone/>
              <a:defRPr sz="800">
                <a:solidFill>
                  <a:srgbClr val="B0AEA5"/>
                </a:solidFill>
                <a:latin typeface="Poppins"/>
                <a:ea typeface="Poppins"/>
                <a:cs typeface="Poppins"/>
                <a:sym typeface="Poppins"/>
              </a:defRPr>
            </a:lvl5pPr>
            <a:lvl6pPr lvl="5" algn="r">
              <a:lnSpc>
                <a:spcPct val="80000"/>
              </a:lnSpc>
              <a:buSzPts val="1000"/>
              <a:buNone/>
              <a:defRPr sz="800">
                <a:solidFill>
                  <a:srgbClr val="B0AEA5"/>
                </a:solidFill>
                <a:latin typeface="Poppins"/>
                <a:ea typeface="Poppins"/>
                <a:cs typeface="Poppins"/>
                <a:sym typeface="Poppins"/>
              </a:defRPr>
            </a:lvl6pPr>
            <a:lvl7pPr lvl="6" algn="r">
              <a:lnSpc>
                <a:spcPct val="80000"/>
              </a:lnSpc>
              <a:buSzPts val="1000"/>
              <a:buNone/>
              <a:defRPr sz="800">
                <a:solidFill>
                  <a:srgbClr val="B0AEA5"/>
                </a:solidFill>
                <a:latin typeface="Poppins"/>
                <a:ea typeface="Poppins"/>
                <a:cs typeface="Poppins"/>
                <a:sym typeface="Poppins"/>
              </a:defRPr>
            </a:lvl7pPr>
            <a:lvl8pPr lvl="7" algn="r">
              <a:lnSpc>
                <a:spcPct val="80000"/>
              </a:lnSpc>
              <a:buSzPts val="1000"/>
              <a:buNone/>
              <a:defRPr sz="800">
                <a:solidFill>
                  <a:srgbClr val="B0AEA5"/>
                </a:solidFill>
                <a:latin typeface="Poppins"/>
                <a:ea typeface="Poppins"/>
                <a:cs typeface="Poppins"/>
                <a:sym typeface="Poppins"/>
              </a:defRPr>
            </a:lvl8pPr>
            <a:lvl9pPr lvl="8" algn="r">
              <a:lnSpc>
                <a:spcPct val="80000"/>
              </a:lnSpc>
              <a:buSzPts val="1000"/>
              <a:buNone/>
              <a:defRPr sz="800">
                <a:solidFill>
                  <a:srgbClr val="B0AEA5"/>
                </a:solidFill>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125" name="Google Shape;125;p22"/>
          <p:cNvSpPr txBox="1"/>
          <p:nvPr>
            <p:ph type="title"/>
          </p:nvPr>
        </p:nvSpPr>
        <p:spPr>
          <a:xfrm>
            <a:off x="455775" y="456794"/>
            <a:ext cx="8238000" cy="808200"/>
          </a:xfrm>
          <a:prstGeom prst="rect">
            <a:avLst/>
          </a:prstGeom>
        </p:spPr>
        <p:txBody>
          <a:bodyPr anchorCtr="0" anchor="t" bIns="0" lIns="0" spcFirstLastPara="1" rIns="0" wrap="square" tIns="0">
            <a:noAutofit/>
          </a:bodyPr>
          <a:lstStyle>
            <a:lvl1pPr lvl="0" algn="ctr">
              <a:spcBef>
                <a:spcPts val="0"/>
              </a:spcBef>
              <a:spcAft>
                <a:spcPts val="0"/>
              </a:spcAft>
              <a:buSzPts val="2400"/>
              <a:buNone/>
              <a:defRPr/>
            </a:lvl1pPr>
            <a:lvl2pPr lvl="1" algn="ctr">
              <a:spcBef>
                <a:spcPts val="0"/>
              </a:spcBef>
              <a:spcAft>
                <a:spcPts val="0"/>
              </a:spcAft>
              <a:buSzPts val="2800"/>
              <a:buNone/>
              <a:defRPr/>
            </a:lvl2pPr>
            <a:lvl3pPr lvl="2" algn="ctr">
              <a:spcBef>
                <a:spcPts val="0"/>
              </a:spcBef>
              <a:spcAft>
                <a:spcPts val="0"/>
              </a:spcAft>
              <a:buSzPts val="2800"/>
              <a:buNone/>
              <a:defRPr/>
            </a:lvl3pPr>
            <a:lvl4pPr lvl="3" algn="ctr">
              <a:spcBef>
                <a:spcPts val="0"/>
              </a:spcBef>
              <a:spcAft>
                <a:spcPts val="0"/>
              </a:spcAft>
              <a:buSzPts val="2800"/>
              <a:buNone/>
              <a:defRPr/>
            </a:lvl4pPr>
            <a:lvl5pPr lvl="4" algn="ctr">
              <a:spcBef>
                <a:spcPts val="0"/>
              </a:spcBef>
              <a:spcAft>
                <a:spcPts val="0"/>
              </a:spcAft>
              <a:buSzPts val="2800"/>
              <a:buNone/>
              <a:defRPr/>
            </a:lvl5pPr>
            <a:lvl6pPr lvl="5" algn="ctr">
              <a:spcBef>
                <a:spcPts val="0"/>
              </a:spcBef>
              <a:spcAft>
                <a:spcPts val="0"/>
              </a:spcAft>
              <a:buSzPts val="2800"/>
              <a:buNone/>
              <a:defRPr/>
            </a:lvl6pPr>
            <a:lvl7pPr lvl="6" algn="ctr">
              <a:spcBef>
                <a:spcPts val="0"/>
              </a:spcBef>
              <a:spcAft>
                <a:spcPts val="0"/>
              </a:spcAft>
              <a:buSzPts val="2800"/>
              <a:buNone/>
              <a:defRPr/>
            </a:lvl7pPr>
            <a:lvl8pPr lvl="7" algn="ctr">
              <a:spcBef>
                <a:spcPts val="0"/>
              </a:spcBef>
              <a:spcAft>
                <a:spcPts val="0"/>
              </a:spcAft>
              <a:buSzPts val="2800"/>
              <a:buNone/>
              <a:defRPr/>
            </a:lvl8pPr>
            <a:lvl9pPr lvl="8" algn="ctr">
              <a:spcBef>
                <a:spcPts val="0"/>
              </a:spcBef>
              <a:spcAft>
                <a:spcPts val="0"/>
              </a:spcAft>
              <a:buSzPts val="2800"/>
              <a:buNone/>
              <a:defRPr/>
            </a:lvl9pPr>
          </a:lstStyle>
          <a:p/>
        </p:txBody>
      </p:sp>
      <p:sp>
        <p:nvSpPr>
          <p:cNvPr id="126" name="Google Shape;126;p22"/>
          <p:cNvSpPr txBox="1"/>
          <p:nvPr>
            <p:ph idx="1" type="body"/>
          </p:nvPr>
        </p:nvSpPr>
        <p:spPr>
          <a:xfrm>
            <a:off x="456075" y="3833700"/>
            <a:ext cx="2634000" cy="511200"/>
          </a:xfrm>
          <a:prstGeom prst="rect">
            <a:avLst/>
          </a:prstGeom>
        </p:spPr>
        <p:txBody>
          <a:bodyPr anchorCtr="0" anchor="t" bIns="0" lIns="0" spcFirstLastPara="1" rIns="0" wrap="square" tIns="0">
            <a:noAutofit/>
          </a:bodyPr>
          <a:lstStyle>
            <a:lvl1pPr indent="-304800" lvl="0" marL="457200">
              <a:spcBef>
                <a:spcPts val="0"/>
              </a:spcBef>
              <a:spcAft>
                <a:spcPts val="0"/>
              </a:spcAft>
              <a:buSzPts val="1200"/>
              <a:buChar char="●"/>
              <a:defRPr sz="1200">
                <a:solidFill>
                  <a:schemeClr val="dk1"/>
                </a:solidFill>
              </a:defRPr>
            </a:lvl1pPr>
            <a:lvl2pPr indent="-304800" lvl="1" marL="914400">
              <a:spcBef>
                <a:spcPts val="1000"/>
              </a:spcBef>
              <a:spcAft>
                <a:spcPts val="0"/>
              </a:spcAft>
              <a:buSzPts val="1200"/>
              <a:buChar char="○"/>
              <a:defRPr sz="1200">
                <a:solidFill>
                  <a:schemeClr val="dk1"/>
                </a:solidFill>
              </a:defRPr>
            </a:lvl2pPr>
            <a:lvl3pPr indent="-304800" lvl="2" marL="1371600">
              <a:spcBef>
                <a:spcPts val="1000"/>
              </a:spcBef>
              <a:spcAft>
                <a:spcPts val="0"/>
              </a:spcAft>
              <a:buSzPts val="1200"/>
              <a:buChar char="■"/>
              <a:defRPr sz="1200">
                <a:solidFill>
                  <a:schemeClr val="dk1"/>
                </a:solidFill>
              </a:defRPr>
            </a:lvl3pPr>
            <a:lvl4pPr indent="-304800" lvl="3" marL="1828800">
              <a:spcBef>
                <a:spcPts val="1000"/>
              </a:spcBef>
              <a:spcAft>
                <a:spcPts val="0"/>
              </a:spcAft>
              <a:buSzPts val="1200"/>
              <a:buChar char="●"/>
              <a:defRPr sz="1200">
                <a:solidFill>
                  <a:schemeClr val="dk1"/>
                </a:solidFill>
              </a:defRPr>
            </a:lvl4pPr>
            <a:lvl5pPr indent="-304800" lvl="4" marL="2286000">
              <a:spcBef>
                <a:spcPts val="1000"/>
              </a:spcBef>
              <a:spcAft>
                <a:spcPts val="0"/>
              </a:spcAft>
              <a:buSzPts val="1200"/>
              <a:buChar char="○"/>
              <a:defRPr sz="1200">
                <a:solidFill>
                  <a:schemeClr val="dk1"/>
                </a:solidFill>
              </a:defRPr>
            </a:lvl5pPr>
            <a:lvl6pPr indent="-304800" lvl="5" marL="2743200">
              <a:spcBef>
                <a:spcPts val="1000"/>
              </a:spcBef>
              <a:spcAft>
                <a:spcPts val="0"/>
              </a:spcAft>
              <a:buSzPts val="1200"/>
              <a:buChar char="■"/>
              <a:defRPr sz="1200">
                <a:solidFill>
                  <a:schemeClr val="dk1"/>
                </a:solidFill>
              </a:defRPr>
            </a:lvl6pPr>
            <a:lvl7pPr indent="-304800" lvl="6" marL="3200400">
              <a:spcBef>
                <a:spcPts val="1000"/>
              </a:spcBef>
              <a:spcAft>
                <a:spcPts val="0"/>
              </a:spcAft>
              <a:buSzPts val="1200"/>
              <a:buChar char="●"/>
              <a:defRPr sz="1200">
                <a:solidFill>
                  <a:schemeClr val="dk1"/>
                </a:solidFill>
              </a:defRPr>
            </a:lvl7pPr>
            <a:lvl8pPr indent="-304800" lvl="7" marL="3657600">
              <a:spcBef>
                <a:spcPts val="1000"/>
              </a:spcBef>
              <a:spcAft>
                <a:spcPts val="0"/>
              </a:spcAft>
              <a:buSzPts val="1200"/>
              <a:buChar char="○"/>
              <a:defRPr sz="1200">
                <a:solidFill>
                  <a:schemeClr val="dk1"/>
                </a:solidFill>
              </a:defRPr>
            </a:lvl8pPr>
            <a:lvl9pPr indent="-304800" lvl="8" marL="4114800">
              <a:spcBef>
                <a:spcPts val="1000"/>
              </a:spcBef>
              <a:spcAft>
                <a:spcPts val="1000"/>
              </a:spcAft>
              <a:buSzPts val="1200"/>
              <a:buChar char="■"/>
              <a:defRPr sz="1200">
                <a:solidFill>
                  <a:schemeClr val="dk1"/>
                </a:solidFill>
              </a:defRPr>
            </a:lvl9pPr>
          </a:lstStyle>
          <a:p/>
        </p:txBody>
      </p:sp>
      <p:sp>
        <p:nvSpPr>
          <p:cNvPr id="127" name="Google Shape;127;p22"/>
          <p:cNvSpPr txBox="1"/>
          <p:nvPr>
            <p:ph idx="2" type="body"/>
          </p:nvPr>
        </p:nvSpPr>
        <p:spPr>
          <a:xfrm>
            <a:off x="3257850" y="3833700"/>
            <a:ext cx="2634000" cy="511200"/>
          </a:xfrm>
          <a:prstGeom prst="rect">
            <a:avLst/>
          </a:prstGeom>
        </p:spPr>
        <p:txBody>
          <a:bodyPr anchorCtr="0" anchor="t" bIns="0" lIns="0" spcFirstLastPara="1" rIns="0" wrap="square" tIns="0">
            <a:noAutofit/>
          </a:bodyPr>
          <a:lstStyle>
            <a:lvl1pPr indent="-304800" lvl="0" marL="457200">
              <a:spcBef>
                <a:spcPts val="0"/>
              </a:spcBef>
              <a:spcAft>
                <a:spcPts val="0"/>
              </a:spcAft>
              <a:buSzPts val="1200"/>
              <a:buChar char="●"/>
              <a:defRPr sz="1200">
                <a:solidFill>
                  <a:schemeClr val="dk1"/>
                </a:solidFill>
              </a:defRPr>
            </a:lvl1pPr>
            <a:lvl2pPr indent="-304800" lvl="1" marL="914400">
              <a:spcBef>
                <a:spcPts val="1000"/>
              </a:spcBef>
              <a:spcAft>
                <a:spcPts val="0"/>
              </a:spcAft>
              <a:buSzPts val="1200"/>
              <a:buChar char="○"/>
              <a:defRPr sz="1200">
                <a:solidFill>
                  <a:schemeClr val="dk1"/>
                </a:solidFill>
              </a:defRPr>
            </a:lvl2pPr>
            <a:lvl3pPr indent="-304800" lvl="2" marL="1371600">
              <a:spcBef>
                <a:spcPts val="1000"/>
              </a:spcBef>
              <a:spcAft>
                <a:spcPts val="0"/>
              </a:spcAft>
              <a:buSzPts val="1200"/>
              <a:buChar char="■"/>
              <a:defRPr sz="1200">
                <a:solidFill>
                  <a:schemeClr val="dk1"/>
                </a:solidFill>
              </a:defRPr>
            </a:lvl3pPr>
            <a:lvl4pPr indent="-304800" lvl="3" marL="1828800">
              <a:spcBef>
                <a:spcPts val="1000"/>
              </a:spcBef>
              <a:spcAft>
                <a:spcPts val="0"/>
              </a:spcAft>
              <a:buSzPts val="1200"/>
              <a:buChar char="●"/>
              <a:defRPr sz="1200">
                <a:solidFill>
                  <a:schemeClr val="dk1"/>
                </a:solidFill>
              </a:defRPr>
            </a:lvl4pPr>
            <a:lvl5pPr indent="-304800" lvl="4" marL="2286000">
              <a:spcBef>
                <a:spcPts val="1000"/>
              </a:spcBef>
              <a:spcAft>
                <a:spcPts val="0"/>
              </a:spcAft>
              <a:buSzPts val="1200"/>
              <a:buChar char="○"/>
              <a:defRPr sz="1200">
                <a:solidFill>
                  <a:schemeClr val="dk1"/>
                </a:solidFill>
              </a:defRPr>
            </a:lvl5pPr>
            <a:lvl6pPr indent="-304800" lvl="5" marL="2743200">
              <a:spcBef>
                <a:spcPts val="1000"/>
              </a:spcBef>
              <a:spcAft>
                <a:spcPts val="0"/>
              </a:spcAft>
              <a:buSzPts val="1200"/>
              <a:buChar char="■"/>
              <a:defRPr sz="1200">
                <a:solidFill>
                  <a:schemeClr val="dk1"/>
                </a:solidFill>
              </a:defRPr>
            </a:lvl6pPr>
            <a:lvl7pPr indent="-304800" lvl="6" marL="3200400">
              <a:spcBef>
                <a:spcPts val="1000"/>
              </a:spcBef>
              <a:spcAft>
                <a:spcPts val="0"/>
              </a:spcAft>
              <a:buSzPts val="1200"/>
              <a:buChar char="●"/>
              <a:defRPr sz="1200">
                <a:solidFill>
                  <a:schemeClr val="dk1"/>
                </a:solidFill>
              </a:defRPr>
            </a:lvl7pPr>
            <a:lvl8pPr indent="-304800" lvl="7" marL="3657600">
              <a:spcBef>
                <a:spcPts val="1000"/>
              </a:spcBef>
              <a:spcAft>
                <a:spcPts val="0"/>
              </a:spcAft>
              <a:buSzPts val="1200"/>
              <a:buChar char="○"/>
              <a:defRPr sz="1200">
                <a:solidFill>
                  <a:schemeClr val="dk1"/>
                </a:solidFill>
              </a:defRPr>
            </a:lvl8pPr>
            <a:lvl9pPr indent="-304800" lvl="8" marL="4114800">
              <a:spcBef>
                <a:spcPts val="1000"/>
              </a:spcBef>
              <a:spcAft>
                <a:spcPts val="1000"/>
              </a:spcAft>
              <a:buSzPts val="1200"/>
              <a:buChar char="■"/>
              <a:defRPr sz="1200">
                <a:solidFill>
                  <a:schemeClr val="dk1"/>
                </a:solidFill>
              </a:defRPr>
            </a:lvl9pPr>
          </a:lstStyle>
          <a:p/>
        </p:txBody>
      </p:sp>
      <p:sp>
        <p:nvSpPr>
          <p:cNvPr id="128" name="Google Shape;128;p22"/>
          <p:cNvSpPr txBox="1"/>
          <p:nvPr>
            <p:ph idx="3" type="body"/>
          </p:nvPr>
        </p:nvSpPr>
        <p:spPr>
          <a:xfrm>
            <a:off x="6059625" y="3833700"/>
            <a:ext cx="2634000" cy="511200"/>
          </a:xfrm>
          <a:prstGeom prst="rect">
            <a:avLst/>
          </a:prstGeom>
        </p:spPr>
        <p:txBody>
          <a:bodyPr anchorCtr="0" anchor="t" bIns="0" lIns="0" spcFirstLastPara="1" rIns="0" wrap="square" tIns="0">
            <a:noAutofit/>
          </a:bodyPr>
          <a:lstStyle>
            <a:lvl1pPr indent="-304800" lvl="0" marL="457200">
              <a:spcBef>
                <a:spcPts val="0"/>
              </a:spcBef>
              <a:spcAft>
                <a:spcPts val="0"/>
              </a:spcAft>
              <a:buSzPts val="1200"/>
              <a:buChar char="●"/>
              <a:defRPr sz="1200">
                <a:solidFill>
                  <a:schemeClr val="dk1"/>
                </a:solidFill>
              </a:defRPr>
            </a:lvl1pPr>
            <a:lvl2pPr indent="-304800" lvl="1" marL="914400">
              <a:spcBef>
                <a:spcPts val="1000"/>
              </a:spcBef>
              <a:spcAft>
                <a:spcPts val="0"/>
              </a:spcAft>
              <a:buSzPts val="1200"/>
              <a:buChar char="○"/>
              <a:defRPr sz="1200">
                <a:solidFill>
                  <a:schemeClr val="dk1"/>
                </a:solidFill>
              </a:defRPr>
            </a:lvl2pPr>
            <a:lvl3pPr indent="-304800" lvl="2" marL="1371600">
              <a:spcBef>
                <a:spcPts val="1000"/>
              </a:spcBef>
              <a:spcAft>
                <a:spcPts val="0"/>
              </a:spcAft>
              <a:buSzPts val="1200"/>
              <a:buChar char="■"/>
              <a:defRPr sz="1200">
                <a:solidFill>
                  <a:schemeClr val="dk1"/>
                </a:solidFill>
              </a:defRPr>
            </a:lvl3pPr>
            <a:lvl4pPr indent="-304800" lvl="3" marL="1828800">
              <a:spcBef>
                <a:spcPts val="1000"/>
              </a:spcBef>
              <a:spcAft>
                <a:spcPts val="0"/>
              </a:spcAft>
              <a:buSzPts val="1200"/>
              <a:buChar char="●"/>
              <a:defRPr sz="1200">
                <a:solidFill>
                  <a:schemeClr val="dk1"/>
                </a:solidFill>
              </a:defRPr>
            </a:lvl4pPr>
            <a:lvl5pPr indent="-304800" lvl="4" marL="2286000">
              <a:spcBef>
                <a:spcPts val="1000"/>
              </a:spcBef>
              <a:spcAft>
                <a:spcPts val="0"/>
              </a:spcAft>
              <a:buSzPts val="1200"/>
              <a:buChar char="○"/>
              <a:defRPr sz="1200">
                <a:solidFill>
                  <a:schemeClr val="dk1"/>
                </a:solidFill>
              </a:defRPr>
            </a:lvl5pPr>
            <a:lvl6pPr indent="-304800" lvl="5" marL="2743200">
              <a:spcBef>
                <a:spcPts val="1000"/>
              </a:spcBef>
              <a:spcAft>
                <a:spcPts val="0"/>
              </a:spcAft>
              <a:buSzPts val="1200"/>
              <a:buChar char="■"/>
              <a:defRPr sz="1200">
                <a:solidFill>
                  <a:schemeClr val="dk1"/>
                </a:solidFill>
              </a:defRPr>
            </a:lvl6pPr>
            <a:lvl7pPr indent="-304800" lvl="6" marL="3200400">
              <a:spcBef>
                <a:spcPts val="1000"/>
              </a:spcBef>
              <a:spcAft>
                <a:spcPts val="0"/>
              </a:spcAft>
              <a:buSzPts val="1200"/>
              <a:buChar char="●"/>
              <a:defRPr sz="1200">
                <a:solidFill>
                  <a:schemeClr val="dk1"/>
                </a:solidFill>
              </a:defRPr>
            </a:lvl7pPr>
            <a:lvl8pPr indent="-304800" lvl="7" marL="3657600">
              <a:spcBef>
                <a:spcPts val="1000"/>
              </a:spcBef>
              <a:spcAft>
                <a:spcPts val="0"/>
              </a:spcAft>
              <a:buSzPts val="1200"/>
              <a:buChar char="○"/>
              <a:defRPr sz="1200">
                <a:solidFill>
                  <a:schemeClr val="dk1"/>
                </a:solidFill>
              </a:defRPr>
            </a:lvl8pPr>
            <a:lvl9pPr indent="-304800" lvl="8" marL="4114800">
              <a:spcBef>
                <a:spcPts val="1000"/>
              </a:spcBef>
              <a:spcAft>
                <a:spcPts val="1000"/>
              </a:spcAft>
              <a:buSzPts val="1200"/>
              <a:buChar char="■"/>
              <a:defRPr sz="1200">
                <a:solidFill>
                  <a:schemeClr val="dk1"/>
                </a:solidFill>
              </a:defRPr>
            </a:lvl9pPr>
          </a:lstStyle>
          <a:p/>
        </p:txBody>
      </p:sp>
      <p:sp>
        <p:nvSpPr>
          <p:cNvPr id="129" name="Google Shape;129;p22"/>
          <p:cNvSpPr/>
          <p:nvPr>
            <p:ph idx="4" type="pic"/>
          </p:nvPr>
        </p:nvSpPr>
        <p:spPr>
          <a:xfrm>
            <a:off x="455700" y="1371600"/>
            <a:ext cx="2634300" cy="2328000"/>
          </a:xfrm>
          <a:prstGeom prst="roundRect">
            <a:avLst>
              <a:gd fmla="val 2630" name="adj"/>
            </a:avLst>
          </a:prstGeom>
          <a:noFill/>
          <a:ln>
            <a:noFill/>
          </a:ln>
        </p:spPr>
      </p:sp>
      <p:sp>
        <p:nvSpPr>
          <p:cNvPr id="130" name="Google Shape;130;p22"/>
          <p:cNvSpPr/>
          <p:nvPr>
            <p:ph idx="5" type="pic"/>
          </p:nvPr>
        </p:nvSpPr>
        <p:spPr>
          <a:xfrm>
            <a:off x="6053325" y="1371600"/>
            <a:ext cx="2640600" cy="2328000"/>
          </a:xfrm>
          <a:prstGeom prst="roundRect">
            <a:avLst>
              <a:gd fmla="val 2630" name="adj"/>
            </a:avLst>
          </a:prstGeom>
          <a:noFill/>
          <a:ln>
            <a:noFill/>
          </a:ln>
        </p:spPr>
      </p:sp>
      <p:sp>
        <p:nvSpPr>
          <p:cNvPr id="131" name="Google Shape;131;p22"/>
          <p:cNvSpPr/>
          <p:nvPr>
            <p:ph idx="6" type="pic"/>
          </p:nvPr>
        </p:nvSpPr>
        <p:spPr>
          <a:xfrm>
            <a:off x="3251438" y="1371600"/>
            <a:ext cx="2640600" cy="2328000"/>
          </a:xfrm>
          <a:prstGeom prst="roundRect">
            <a:avLst>
              <a:gd fmla="val 2630" name="adj"/>
            </a:avLst>
          </a:prstGeom>
          <a:noFill/>
          <a:ln>
            <a:noFill/>
          </a:ln>
        </p:spPr>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1: Quote">
  <p:cSld name="MAIN_POINT_1_1_1">
    <p:bg>
      <p:bgPr>
        <a:solidFill>
          <a:schemeClr val="lt2"/>
        </a:solidFill>
      </p:bgPr>
    </p:bg>
    <p:spTree>
      <p:nvGrpSpPr>
        <p:cNvPr id="132" name="Shape 132"/>
        <p:cNvGrpSpPr/>
        <p:nvPr/>
      </p:nvGrpSpPr>
      <p:grpSpPr>
        <a:xfrm>
          <a:off x="0" y="0"/>
          <a:ext cx="0" cy="0"/>
          <a:chOff x="0" y="0"/>
          <a:chExt cx="0" cy="0"/>
        </a:xfrm>
      </p:grpSpPr>
      <p:sp>
        <p:nvSpPr>
          <p:cNvPr id="133" name="Google Shape;133;p23"/>
          <p:cNvSpPr txBox="1"/>
          <p:nvPr>
            <p:ph idx="12" type="sldNum"/>
          </p:nvPr>
        </p:nvSpPr>
        <p:spPr>
          <a:xfrm>
            <a:off x="8256725" y="4708927"/>
            <a:ext cx="437100" cy="107400"/>
          </a:xfrm>
          <a:prstGeom prst="rect">
            <a:avLst/>
          </a:prstGeom>
        </p:spPr>
        <p:txBody>
          <a:bodyPr anchorCtr="0" anchor="t" bIns="0" lIns="0" spcFirstLastPara="1" rIns="0" wrap="square" tIns="0">
            <a:noAutofit/>
          </a:bodyPr>
          <a:lstStyle>
            <a:lvl1pPr lvl="0" algn="r">
              <a:lnSpc>
                <a:spcPct val="80000"/>
              </a:lnSpc>
              <a:buSzPts val="1000"/>
              <a:buNone/>
              <a:defRPr>
                <a:solidFill>
                  <a:srgbClr val="B0AEA5"/>
                </a:solidFill>
                <a:latin typeface="Poppins"/>
                <a:ea typeface="Poppins"/>
                <a:cs typeface="Poppins"/>
                <a:sym typeface="Poppins"/>
              </a:defRPr>
            </a:lvl1pPr>
            <a:lvl2pPr lvl="1" algn="r">
              <a:lnSpc>
                <a:spcPct val="80000"/>
              </a:lnSpc>
              <a:buSzPts val="1000"/>
              <a:buNone/>
              <a:defRPr>
                <a:solidFill>
                  <a:srgbClr val="B0AEA5"/>
                </a:solidFill>
                <a:latin typeface="Poppins"/>
                <a:ea typeface="Poppins"/>
                <a:cs typeface="Poppins"/>
                <a:sym typeface="Poppins"/>
              </a:defRPr>
            </a:lvl2pPr>
            <a:lvl3pPr lvl="2" algn="r">
              <a:lnSpc>
                <a:spcPct val="80000"/>
              </a:lnSpc>
              <a:buSzPts val="1000"/>
              <a:buNone/>
              <a:defRPr>
                <a:solidFill>
                  <a:srgbClr val="B0AEA5"/>
                </a:solidFill>
                <a:latin typeface="Poppins"/>
                <a:ea typeface="Poppins"/>
                <a:cs typeface="Poppins"/>
                <a:sym typeface="Poppins"/>
              </a:defRPr>
            </a:lvl3pPr>
            <a:lvl4pPr lvl="3" algn="r">
              <a:lnSpc>
                <a:spcPct val="80000"/>
              </a:lnSpc>
              <a:buSzPts val="1000"/>
              <a:buNone/>
              <a:defRPr>
                <a:solidFill>
                  <a:srgbClr val="B0AEA5"/>
                </a:solidFill>
                <a:latin typeface="Poppins"/>
                <a:ea typeface="Poppins"/>
                <a:cs typeface="Poppins"/>
                <a:sym typeface="Poppins"/>
              </a:defRPr>
            </a:lvl4pPr>
            <a:lvl5pPr lvl="4" algn="r">
              <a:lnSpc>
                <a:spcPct val="80000"/>
              </a:lnSpc>
              <a:buSzPts val="1000"/>
              <a:buNone/>
              <a:defRPr>
                <a:solidFill>
                  <a:srgbClr val="B0AEA5"/>
                </a:solidFill>
                <a:latin typeface="Poppins"/>
                <a:ea typeface="Poppins"/>
                <a:cs typeface="Poppins"/>
                <a:sym typeface="Poppins"/>
              </a:defRPr>
            </a:lvl5pPr>
            <a:lvl6pPr lvl="5" algn="r">
              <a:lnSpc>
                <a:spcPct val="80000"/>
              </a:lnSpc>
              <a:buSzPts val="1000"/>
              <a:buNone/>
              <a:defRPr>
                <a:solidFill>
                  <a:srgbClr val="B0AEA5"/>
                </a:solidFill>
                <a:latin typeface="Poppins"/>
                <a:ea typeface="Poppins"/>
                <a:cs typeface="Poppins"/>
                <a:sym typeface="Poppins"/>
              </a:defRPr>
            </a:lvl6pPr>
            <a:lvl7pPr lvl="6" algn="r">
              <a:lnSpc>
                <a:spcPct val="80000"/>
              </a:lnSpc>
              <a:buSzPts val="1000"/>
              <a:buNone/>
              <a:defRPr>
                <a:solidFill>
                  <a:srgbClr val="B0AEA5"/>
                </a:solidFill>
                <a:latin typeface="Poppins"/>
                <a:ea typeface="Poppins"/>
                <a:cs typeface="Poppins"/>
                <a:sym typeface="Poppins"/>
              </a:defRPr>
            </a:lvl7pPr>
            <a:lvl8pPr lvl="7" algn="r">
              <a:lnSpc>
                <a:spcPct val="80000"/>
              </a:lnSpc>
              <a:buSzPts val="1000"/>
              <a:buNone/>
              <a:defRPr>
                <a:solidFill>
                  <a:srgbClr val="B0AEA5"/>
                </a:solidFill>
                <a:latin typeface="Poppins"/>
                <a:ea typeface="Poppins"/>
                <a:cs typeface="Poppins"/>
                <a:sym typeface="Poppins"/>
              </a:defRPr>
            </a:lvl8pPr>
            <a:lvl9pPr lvl="8" algn="r">
              <a:lnSpc>
                <a:spcPct val="80000"/>
              </a:lnSpc>
              <a:buSzPts val="1000"/>
              <a:buNone/>
              <a:defRPr>
                <a:solidFill>
                  <a:srgbClr val="B0AEA5"/>
                </a:solidFill>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134" name="Google Shape;134;p23"/>
          <p:cNvSpPr txBox="1"/>
          <p:nvPr>
            <p:ph type="title"/>
          </p:nvPr>
        </p:nvSpPr>
        <p:spPr>
          <a:xfrm>
            <a:off x="455775" y="940426"/>
            <a:ext cx="6840600" cy="2253000"/>
          </a:xfrm>
          <a:prstGeom prst="rect">
            <a:avLst/>
          </a:prstGeom>
        </p:spPr>
        <p:txBody>
          <a:bodyPr anchorCtr="0" anchor="t" bIns="0" lIns="0" spcFirstLastPara="1" rIns="0" wrap="square" tIns="0">
            <a:noAutofit/>
          </a:bodyPr>
          <a:lstStyle>
            <a:lvl1pPr lvl="0">
              <a:spcBef>
                <a:spcPts val="0"/>
              </a:spcBef>
              <a:spcAft>
                <a:spcPts val="0"/>
              </a:spcAft>
              <a:buSzPts val="2600"/>
              <a:buFont typeface="Lora"/>
              <a:buNone/>
              <a:defRPr sz="2600">
                <a:latin typeface="Lora"/>
                <a:ea typeface="Lora"/>
                <a:cs typeface="Lora"/>
                <a:sym typeface="Lora"/>
              </a:defRPr>
            </a:lvl1pPr>
            <a:lvl2pPr lvl="1">
              <a:spcBef>
                <a:spcPts val="0"/>
              </a:spcBef>
              <a:spcAft>
                <a:spcPts val="0"/>
              </a:spcAft>
              <a:buSzPts val="4600"/>
              <a:buNone/>
              <a:defRPr sz="4600"/>
            </a:lvl2pPr>
            <a:lvl3pPr lvl="2">
              <a:spcBef>
                <a:spcPts val="0"/>
              </a:spcBef>
              <a:spcAft>
                <a:spcPts val="0"/>
              </a:spcAft>
              <a:buSzPts val="4600"/>
              <a:buNone/>
              <a:defRPr sz="4600"/>
            </a:lvl3pPr>
            <a:lvl4pPr lvl="3">
              <a:spcBef>
                <a:spcPts val="0"/>
              </a:spcBef>
              <a:spcAft>
                <a:spcPts val="0"/>
              </a:spcAft>
              <a:buSzPts val="4600"/>
              <a:buNone/>
              <a:defRPr sz="4600"/>
            </a:lvl4pPr>
            <a:lvl5pPr lvl="4">
              <a:spcBef>
                <a:spcPts val="0"/>
              </a:spcBef>
              <a:spcAft>
                <a:spcPts val="0"/>
              </a:spcAft>
              <a:buSzPts val="4600"/>
              <a:buNone/>
              <a:defRPr sz="4600"/>
            </a:lvl5pPr>
            <a:lvl6pPr lvl="5">
              <a:spcBef>
                <a:spcPts val="0"/>
              </a:spcBef>
              <a:spcAft>
                <a:spcPts val="0"/>
              </a:spcAft>
              <a:buSzPts val="4600"/>
              <a:buNone/>
              <a:defRPr sz="4600"/>
            </a:lvl6pPr>
            <a:lvl7pPr lvl="6">
              <a:spcBef>
                <a:spcPts val="0"/>
              </a:spcBef>
              <a:spcAft>
                <a:spcPts val="0"/>
              </a:spcAft>
              <a:buSzPts val="4600"/>
              <a:buNone/>
              <a:defRPr sz="4600"/>
            </a:lvl7pPr>
            <a:lvl8pPr lvl="7">
              <a:spcBef>
                <a:spcPts val="0"/>
              </a:spcBef>
              <a:spcAft>
                <a:spcPts val="0"/>
              </a:spcAft>
              <a:buSzPts val="4600"/>
              <a:buNone/>
              <a:defRPr sz="4600"/>
            </a:lvl8pPr>
            <a:lvl9pPr lvl="8">
              <a:spcBef>
                <a:spcPts val="0"/>
              </a:spcBef>
              <a:spcAft>
                <a:spcPts val="0"/>
              </a:spcAft>
              <a:buSzPts val="4600"/>
              <a:buNone/>
              <a:defRPr sz="4600"/>
            </a:lvl9pPr>
          </a:lstStyle>
          <a:p/>
        </p:txBody>
      </p:sp>
      <p:sp>
        <p:nvSpPr>
          <p:cNvPr id="135" name="Google Shape;135;p23"/>
          <p:cNvSpPr txBox="1"/>
          <p:nvPr>
            <p:ph idx="1" type="subTitle"/>
          </p:nvPr>
        </p:nvSpPr>
        <p:spPr>
          <a:xfrm>
            <a:off x="455775" y="3429000"/>
            <a:ext cx="3705000" cy="821100"/>
          </a:xfrm>
          <a:prstGeom prst="rect">
            <a:avLst/>
          </a:prstGeom>
        </p:spPr>
        <p:txBody>
          <a:bodyPr anchorCtr="0" anchor="t" bIns="0" lIns="0" spcFirstLastPara="1" rIns="0" wrap="square" tIns="0">
            <a:noAutofit/>
          </a:bodyPr>
          <a:lstStyle>
            <a:lvl1pPr lvl="0">
              <a:lnSpc>
                <a:spcPct val="100000"/>
              </a:lnSpc>
              <a:spcBef>
                <a:spcPts val="0"/>
              </a:spcBef>
              <a:spcAft>
                <a:spcPts val="0"/>
              </a:spcAft>
              <a:buClr>
                <a:schemeClr val="dk1"/>
              </a:buClr>
              <a:buSzPts val="1200"/>
              <a:buFont typeface="Poppins Medium"/>
              <a:buNone/>
              <a:defRPr sz="1200">
                <a:solidFill>
                  <a:schemeClr val="dk1"/>
                </a:solidFill>
                <a:latin typeface="Poppins Medium"/>
                <a:ea typeface="Poppins Medium"/>
                <a:cs typeface="Poppins Medium"/>
                <a:sym typeface="Poppins Medium"/>
              </a:defRPr>
            </a:lvl1pPr>
            <a:lvl2pPr lvl="1">
              <a:lnSpc>
                <a:spcPct val="90000"/>
              </a:lnSpc>
              <a:spcBef>
                <a:spcPts val="0"/>
              </a:spcBef>
              <a:spcAft>
                <a:spcPts val="0"/>
              </a:spcAft>
              <a:buClr>
                <a:schemeClr val="dk1"/>
              </a:buClr>
              <a:buSzPts val="1600"/>
              <a:buFont typeface="Poppins"/>
              <a:buNone/>
              <a:defRPr sz="1600">
                <a:solidFill>
                  <a:schemeClr val="dk1"/>
                </a:solidFill>
                <a:latin typeface="Poppins"/>
                <a:ea typeface="Poppins"/>
                <a:cs typeface="Poppins"/>
                <a:sym typeface="Poppins"/>
              </a:defRPr>
            </a:lvl2pPr>
            <a:lvl3pPr lvl="2">
              <a:lnSpc>
                <a:spcPct val="90000"/>
              </a:lnSpc>
              <a:spcBef>
                <a:spcPts val="0"/>
              </a:spcBef>
              <a:spcAft>
                <a:spcPts val="0"/>
              </a:spcAft>
              <a:buClr>
                <a:schemeClr val="dk1"/>
              </a:buClr>
              <a:buSzPts val="1600"/>
              <a:buFont typeface="Poppins"/>
              <a:buNone/>
              <a:defRPr sz="1600">
                <a:solidFill>
                  <a:schemeClr val="dk1"/>
                </a:solidFill>
                <a:latin typeface="Poppins"/>
                <a:ea typeface="Poppins"/>
                <a:cs typeface="Poppins"/>
                <a:sym typeface="Poppins"/>
              </a:defRPr>
            </a:lvl3pPr>
            <a:lvl4pPr lvl="3">
              <a:lnSpc>
                <a:spcPct val="90000"/>
              </a:lnSpc>
              <a:spcBef>
                <a:spcPts val="0"/>
              </a:spcBef>
              <a:spcAft>
                <a:spcPts val="0"/>
              </a:spcAft>
              <a:buClr>
                <a:schemeClr val="dk1"/>
              </a:buClr>
              <a:buSzPts val="1600"/>
              <a:buFont typeface="Poppins"/>
              <a:buNone/>
              <a:defRPr sz="1600">
                <a:solidFill>
                  <a:schemeClr val="dk1"/>
                </a:solidFill>
                <a:latin typeface="Poppins"/>
                <a:ea typeface="Poppins"/>
                <a:cs typeface="Poppins"/>
                <a:sym typeface="Poppins"/>
              </a:defRPr>
            </a:lvl4pPr>
            <a:lvl5pPr lvl="4">
              <a:lnSpc>
                <a:spcPct val="90000"/>
              </a:lnSpc>
              <a:spcBef>
                <a:spcPts val="0"/>
              </a:spcBef>
              <a:spcAft>
                <a:spcPts val="0"/>
              </a:spcAft>
              <a:buClr>
                <a:schemeClr val="dk1"/>
              </a:buClr>
              <a:buSzPts val="1600"/>
              <a:buFont typeface="Poppins"/>
              <a:buNone/>
              <a:defRPr sz="1600">
                <a:solidFill>
                  <a:schemeClr val="dk1"/>
                </a:solidFill>
                <a:latin typeface="Poppins"/>
                <a:ea typeface="Poppins"/>
                <a:cs typeface="Poppins"/>
                <a:sym typeface="Poppins"/>
              </a:defRPr>
            </a:lvl5pPr>
            <a:lvl6pPr lvl="5">
              <a:lnSpc>
                <a:spcPct val="90000"/>
              </a:lnSpc>
              <a:spcBef>
                <a:spcPts val="0"/>
              </a:spcBef>
              <a:spcAft>
                <a:spcPts val="0"/>
              </a:spcAft>
              <a:buClr>
                <a:schemeClr val="dk1"/>
              </a:buClr>
              <a:buSzPts val="1600"/>
              <a:buFont typeface="Poppins"/>
              <a:buNone/>
              <a:defRPr sz="1600">
                <a:solidFill>
                  <a:schemeClr val="dk1"/>
                </a:solidFill>
                <a:latin typeface="Poppins"/>
                <a:ea typeface="Poppins"/>
                <a:cs typeface="Poppins"/>
                <a:sym typeface="Poppins"/>
              </a:defRPr>
            </a:lvl6pPr>
            <a:lvl7pPr lvl="6">
              <a:lnSpc>
                <a:spcPct val="90000"/>
              </a:lnSpc>
              <a:spcBef>
                <a:spcPts val="0"/>
              </a:spcBef>
              <a:spcAft>
                <a:spcPts val="0"/>
              </a:spcAft>
              <a:buClr>
                <a:schemeClr val="dk1"/>
              </a:buClr>
              <a:buSzPts val="1600"/>
              <a:buFont typeface="Poppins"/>
              <a:buNone/>
              <a:defRPr sz="1600">
                <a:solidFill>
                  <a:schemeClr val="dk1"/>
                </a:solidFill>
                <a:latin typeface="Poppins"/>
                <a:ea typeface="Poppins"/>
                <a:cs typeface="Poppins"/>
                <a:sym typeface="Poppins"/>
              </a:defRPr>
            </a:lvl7pPr>
            <a:lvl8pPr lvl="7">
              <a:lnSpc>
                <a:spcPct val="90000"/>
              </a:lnSpc>
              <a:spcBef>
                <a:spcPts val="0"/>
              </a:spcBef>
              <a:spcAft>
                <a:spcPts val="0"/>
              </a:spcAft>
              <a:buClr>
                <a:schemeClr val="dk1"/>
              </a:buClr>
              <a:buSzPts val="1600"/>
              <a:buFont typeface="Poppins"/>
              <a:buNone/>
              <a:defRPr sz="1600">
                <a:solidFill>
                  <a:schemeClr val="dk1"/>
                </a:solidFill>
                <a:latin typeface="Poppins"/>
                <a:ea typeface="Poppins"/>
                <a:cs typeface="Poppins"/>
                <a:sym typeface="Poppins"/>
              </a:defRPr>
            </a:lvl8pPr>
            <a:lvl9pPr lvl="8">
              <a:lnSpc>
                <a:spcPct val="90000"/>
              </a:lnSpc>
              <a:spcBef>
                <a:spcPts val="0"/>
              </a:spcBef>
              <a:spcAft>
                <a:spcPts val="0"/>
              </a:spcAft>
              <a:buClr>
                <a:schemeClr val="dk1"/>
              </a:buClr>
              <a:buSzPts val="1600"/>
              <a:buFont typeface="Poppins"/>
              <a:buNone/>
              <a:defRPr sz="1600">
                <a:solidFill>
                  <a:schemeClr val="dk1"/>
                </a:solidFill>
                <a:latin typeface="Poppins"/>
                <a:ea typeface="Poppins"/>
                <a:cs typeface="Poppins"/>
                <a:sym typeface="Poppins"/>
              </a:defRPr>
            </a:lvl9pPr>
          </a:lstStyle>
          <a:p/>
        </p:txBody>
      </p:sp>
      <p:sp>
        <p:nvSpPr>
          <p:cNvPr id="136" name="Google Shape;136;p23"/>
          <p:cNvSpPr txBox="1"/>
          <p:nvPr/>
        </p:nvSpPr>
        <p:spPr>
          <a:xfrm>
            <a:off x="455775" y="296906"/>
            <a:ext cx="604500" cy="9234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 sz="7200">
                <a:solidFill>
                  <a:schemeClr val="dk1"/>
                </a:solidFill>
                <a:latin typeface="Lora SemiBold"/>
                <a:ea typeface="Lora SemiBold"/>
                <a:cs typeface="Lora SemiBold"/>
                <a:sym typeface="Lora SemiBold"/>
              </a:rPr>
              <a:t>“</a:t>
            </a:r>
            <a:endParaRPr sz="7200">
              <a:solidFill>
                <a:schemeClr val="dk1"/>
              </a:solidFill>
              <a:latin typeface="Lora SemiBold"/>
              <a:ea typeface="Lora SemiBold"/>
              <a:cs typeface="Lora SemiBold"/>
              <a:sym typeface="Lora SemiBo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2: Quote ">
  <p:cSld name="MAIN_POINT_1_1_1_2">
    <p:bg>
      <p:bgPr>
        <a:solidFill>
          <a:schemeClr val="lt1"/>
        </a:solidFill>
      </p:bgPr>
    </p:bg>
    <p:spTree>
      <p:nvGrpSpPr>
        <p:cNvPr id="137" name="Shape 137"/>
        <p:cNvGrpSpPr/>
        <p:nvPr/>
      </p:nvGrpSpPr>
      <p:grpSpPr>
        <a:xfrm>
          <a:off x="0" y="0"/>
          <a:ext cx="0" cy="0"/>
          <a:chOff x="0" y="0"/>
          <a:chExt cx="0" cy="0"/>
        </a:xfrm>
      </p:grpSpPr>
      <p:sp>
        <p:nvSpPr>
          <p:cNvPr id="138" name="Google Shape;138;p24"/>
          <p:cNvSpPr txBox="1"/>
          <p:nvPr>
            <p:ph idx="12" type="sldNum"/>
          </p:nvPr>
        </p:nvSpPr>
        <p:spPr>
          <a:xfrm>
            <a:off x="8256725" y="4708927"/>
            <a:ext cx="437100" cy="107400"/>
          </a:xfrm>
          <a:prstGeom prst="rect">
            <a:avLst/>
          </a:prstGeom>
        </p:spPr>
        <p:txBody>
          <a:bodyPr anchorCtr="0" anchor="t" bIns="0" lIns="0" spcFirstLastPara="1" rIns="0" wrap="square" tIns="0">
            <a:noAutofit/>
          </a:bodyPr>
          <a:lstStyle>
            <a:lvl1pPr lvl="0" algn="r">
              <a:lnSpc>
                <a:spcPct val="80000"/>
              </a:lnSpc>
              <a:buSzPts val="1000"/>
              <a:buNone/>
              <a:defRPr>
                <a:solidFill>
                  <a:srgbClr val="B0AEA5"/>
                </a:solidFill>
                <a:latin typeface="Poppins"/>
                <a:ea typeface="Poppins"/>
                <a:cs typeface="Poppins"/>
                <a:sym typeface="Poppins"/>
              </a:defRPr>
            </a:lvl1pPr>
            <a:lvl2pPr lvl="1" algn="r">
              <a:lnSpc>
                <a:spcPct val="80000"/>
              </a:lnSpc>
              <a:buSzPts val="1000"/>
              <a:buNone/>
              <a:defRPr>
                <a:solidFill>
                  <a:srgbClr val="B0AEA5"/>
                </a:solidFill>
                <a:latin typeface="Poppins"/>
                <a:ea typeface="Poppins"/>
                <a:cs typeface="Poppins"/>
                <a:sym typeface="Poppins"/>
              </a:defRPr>
            </a:lvl2pPr>
            <a:lvl3pPr lvl="2" algn="r">
              <a:lnSpc>
                <a:spcPct val="80000"/>
              </a:lnSpc>
              <a:buSzPts val="1000"/>
              <a:buNone/>
              <a:defRPr>
                <a:solidFill>
                  <a:srgbClr val="B0AEA5"/>
                </a:solidFill>
                <a:latin typeface="Poppins"/>
                <a:ea typeface="Poppins"/>
                <a:cs typeface="Poppins"/>
                <a:sym typeface="Poppins"/>
              </a:defRPr>
            </a:lvl3pPr>
            <a:lvl4pPr lvl="3" algn="r">
              <a:lnSpc>
                <a:spcPct val="80000"/>
              </a:lnSpc>
              <a:buSzPts val="1000"/>
              <a:buNone/>
              <a:defRPr>
                <a:solidFill>
                  <a:srgbClr val="B0AEA5"/>
                </a:solidFill>
                <a:latin typeface="Poppins"/>
                <a:ea typeface="Poppins"/>
                <a:cs typeface="Poppins"/>
                <a:sym typeface="Poppins"/>
              </a:defRPr>
            </a:lvl4pPr>
            <a:lvl5pPr lvl="4" algn="r">
              <a:lnSpc>
                <a:spcPct val="80000"/>
              </a:lnSpc>
              <a:buSzPts val="1000"/>
              <a:buNone/>
              <a:defRPr>
                <a:solidFill>
                  <a:srgbClr val="B0AEA5"/>
                </a:solidFill>
                <a:latin typeface="Poppins"/>
                <a:ea typeface="Poppins"/>
                <a:cs typeface="Poppins"/>
                <a:sym typeface="Poppins"/>
              </a:defRPr>
            </a:lvl5pPr>
            <a:lvl6pPr lvl="5" algn="r">
              <a:lnSpc>
                <a:spcPct val="80000"/>
              </a:lnSpc>
              <a:buSzPts val="1000"/>
              <a:buNone/>
              <a:defRPr>
                <a:solidFill>
                  <a:srgbClr val="B0AEA5"/>
                </a:solidFill>
                <a:latin typeface="Poppins"/>
                <a:ea typeface="Poppins"/>
                <a:cs typeface="Poppins"/>
                <a:sym typeface="Poppins"/>
              </a:defRPr>
            </a:lvl6pPr>
            <a:lvl7pPr lvl="6" algn="r">
              <a:lnSpc>
                <a:spcPct val="80000"/>
              </a:lnSpc>
              <a:buSzPts val="1000"/>
              <a:buNone/>
              <a:defRPr>
                <a:solidFill>
                  <a:srgbClr val="B0AEA5"/>
                </a:solidFill>
                <a:latin typeface="Poppins"/>
                <a:ea typeface="Poppins"/>
                <a:cs typeface="Poppins"/>
                <a:sym typeface="Poppins"/>
              </a:defRPr>
            </a:lvl7pPr>
            <a:lvl8pPr lvl="7" algn="r">
              <a:lnSpc>
                <a:spcPct val="80000"/>
              </a:lnSpc>
              <a:buSzPts val="1000"/>
              <a:buNone/>
              <a:defRPr>
                <a:solidFill>
                  <a:srgbClr val="B0AEA5"/>
                </a:solidFill>
                <a:latin typeface="Poppins"/>
                <a:ea typeface="Poppins"/>
                <a:cs typeface="Poppins"/>
                <a:sym typeface="Poppins"/>
              </a:defRPr>
            </a:lvl8pPr>
            <a:lvl9pPr lvl="8" algn="r">
              <a:lnSpc>
                <a:spcPct val="80000"/>
              </a:lnSpc>
              <a:buSzPts val="1000"/>
              <a:buNone/>
              <a:defRPr>
                <a:solidFill>
                  <a:srgbClr val="B0AEA5"/>
                </a:solidFill>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139" name="Google Shape;139;p24"/>
          <p:cNvSpPr txBox="1"/>
          <p:nvPr>
            <p:ph type="title"/>
          </p:nvPr>
        </p:nvSpPr>
        <p:spPr>
          <a:xfrm>
            <a:off x="455775" y="940425"/>
            <a:ext cx="2634300" cy="2253000"/>
          </a:xfrm>
          <a:prstGeom prst="rect">
            <a:avLst/>
          </a:prstGeom>
        </p:spPr>
        <p:txBody>
          <a:bodyPr anchorCtr="0" anchor="t" bIns="0" lIns="0" spcFirstLastPara="1" rIns="0" wrap="square" tIns="0">
            <a:noAutofit/>
          </a:bodyPr>
          <a:lstStyle>
            <a:lvl1pPr lvl="0">
              <a:spcBef>
                <a:spcPts val="0"/>
              </a:spcBef>
              <a:spcAft>
                <a:spcPts val="0"/>
              </a:spcAft>
              <a:buSzPts val="2600"/>
              <a:buFont typeface="Lora"/>
              <a:buNone/>
              <a:defRPr sz="2600">
                <a:latin typeface="Lora"/>
                <a:ea typeface="Lora"/>
                <a:cs typeface="Lora"/>
                <a:sym typeface="Lora"/>
              </a:defRPr>
            </a:lvl1pPr>
            <a:lvl2pPr lvl="1">
              <a:spcBef>
                <a:spcPts val="0"/>
              </a:spcBef>
              <a:spcAft>
                <a:spcPts val="0"/>
              </a:spcAft>
              <a:buSzPts val="4600"/>
              <a:buNone/>
              <a:defRPr sz="4600"/>
            </a:lvl2pPr>
            <a:lvl3pPr lvl="2">
              <a:spcBef>
                <a:spcPts val="0"/>
              </a:spcBef>
              <a:spcAft>
                <a:spcPts val="0"/>
              </a:spcAft>
              <a:buSzPts val="4600"/>
              <a:buNone/>
              <a:defRPr sz="4600"/>
            </a:lvl3pPr>
            <a:lvl4pPr lvl="3">
              <a:spcBef>
                <a:spcPts val="0"/>
              </a:spcBef>
              <a:spcAft>
                <a:spcPts val="0"/>
              </a:spcAft>
              <a:buSzPts val="4600"/>
              <a:buNone/>
              <a:defRPr sz="4600"/>
            </a:lvl4pPr>
            <a:lvl5pPr lvl="4">
              <a:spcBef>
                <a:spcPts val="0"/>
              </a:spcBef>
              <a:spcAft>
                <a:spcPts val="0"/>
              </a:spcAft>
              <a:buSzPts val="4600"/>
              <a:buNone/>
              <a:defRPr sz="4600"/>
            </a:lvl5pPr>
            <a:lvl6pPr lvl="5">
              <a:spcBef>
                <a:spcPts val="0"/>
              </a:spcBef>
              <a:spcAft>
                <a:spcPts val="0"/>
              </a:spcAft>
              <a:buSzPts val="4600"/>
              <a:buNone/>
              <a:defRPr sz="4600"/>
            </a:lvl6pPr>
            <a:lvl7pPr lvl="6">
              <a:spcBef>
                <a:spcPts val="0"/>
              </a:spcBef>
              <a:spcAft>
                <a:spcPts val="0"/>
              </a:spcAft>
              <a:buSzPts val="4600"/>
              <a:buNone/>
              <a:defRPr sz="4600"/>
            </a:lvl7pPr>
            <a:lvl8pPr lvl="7">
              <a:spcBef>
                <a:spcPts val="0"/>
              </a:spcBef>
              <a:spcAft>
                <a:spcPts val="0"/>
              </a:spcAft>
              <a:buSzPts val="4600"/>
              <a:buNone/>
              <a:defRPr sz="4600"/>
            </a:lvl8pPr>
            <a:lvl9pPr lvl="8">
              <a:spcBef>
                <a:spcPts val="0"/>
              </a:spcBef>
              <a:spcAft>
                <a:spcPts val="0"/>
              </a:spcAft>
              <a:buSzPts val="4600"/>
              <a:buNone/>
              <a:defRPr sz="4600"/>
            </a:lvl9pPr>
          </a:lstStyle>
          <a:p/>
        </p:txBody>
      </p:sp>
      <p:sp>
        <p:nvSpPr>
          <p:cNvPr id="140" name="Google Shape;140;p24"/>
          <p:cNvSpPr txBox="1"/>
          <p:nvPr>
            <p:ph idx="1" type="subTitle"/>
          </p:nvPr>
        </p:nvSpPr>
        <p:spPr>
          <a:xfrm>
            <a:off x="455775" y="3429000"/>
            <a:ext cx="2634300" cy="821100"/>
          </a:xfrm>
          <a:prstGeom prst="rect">
            <a:avLst/>
          </a:prstGeom>
        </p:spPr>
        <p:txBody>
          <a:bodyPr anchorCtr="0" anchor="t" bIns="0" lIns="0" spcFirstLastPara="1" rIns="0" wrap="square" tIns="0">
            <a:noAutofit/>
          </a:bodyPr>
          <a:lstStyle>
            <a:lvl1pPr lvl="0">
              <a:lnSpc>
                <a:spcPct val="100000"/>
              </a:lnSpc>
              <a:spcBef>
                <a:spcPts val="0"/>
              </a:spcBef>
              <a:spcAft>
                <a:spcPts val="0"/>
              </a:spcAft>
              <a:buClr>
                <a:schemeClr val="dk1"/>
              </a:buClr>
              <a:buSzPts val="1200"/>
              <a:buFont typeface="Poppins Medium"/>
              <a:buNone/>
              <a:defRPr sz="1200">
                <a:solidFill>
                  <a:schemeClr val="dk1"/>
                </a:solidFill>
                <a:latin typeface="Poppins Medium"/>
                <a:ea typeface="Poppins Medium"/>
                <a:cs typeface="Poppins Medium"/>
                <a:sym typeface="Poppins Medium"/>
              </a:defRPr>
            </a:lvl1pPr>
            <a:lvl2pPr lvl="1">
              <a:lnSpc>
                <a:spcPct val="90000"/>
              </a:lnSpc>
              <a:spcBef>
                <a:spcPts val="0"/>
              </a:spcBef>
              <a:spcAft>
                <a:spcPts val="0"/>
              </a:spcAft>
              <a:buClr>
                <a:schemeClr val="dk1"/>
              </a:buClr>
              <a:buSzPts val="1600"/>
              <a:buFont typeface="Poppins"/>
              <a:buNone/>
              <a:defRPr sz="1600">
                <a:solidFill>
                  <a:schemeClr val="dk1"/>
                </a:solidFill>
                <a:latin typeface="Poppins"/>
                <a:ea typeface="Poppins"/>
                <a:cs typeface="Poppins"/>
                <a:sym typeface="Poppins"/>
              </a:defRPr>
            </a:lvl2pPr>
            <a:lvl3pPr lvl="2">
              <a:lnSpc>
                <a:spcPct val="90000"/>
              </a:lnSpc>
              <a:spcBef>
                <a:spcPts val="0"/>
              </a:spcBef>
              <a:spcAft>
                <a:spcPts val="0"/>
              </a:spcAft>
              <a:buClr>
                <a:schemeClr val="dk1"/>
              </a:buClr>
              <a:buSzPts val="1600"/>
              <a:buFont typeface="Poppins"/>
              <a:buNone/>
              <a:defRPr sz="1600">
                <a:solidFill>
                  <a:schemeClr val="dk1"/>
                </a:solidFill>
                <a:latin typeface="Poppins"/>
                <a:ea typeface="Poppins"/>
                <a:cs typeface="Poppins"/>
                <a:sym typeface="Poppins"/>
              </a:defRPr>
            </a:lvl3pPr>
            <a:lvl4pPr lvl="3">
              <a:lnSpc>
                <a:spcPct val="90000"/>
              </a:lnSpc>
              <a:spcBef>
                <a:spcPts val="0"/>
              </a:spcBef>
              <a:spcAft>
                <a:spcPts val="0"/>
              </a:spcAft>
              <a:buClr>
                <a:schemeClr val="dk1"/>
              </a:buClr>
              <a:buSzPts val="1600"/>
              <a:buFont typeface="Poppins"/>
              <a:buNone/>
              <a:defRPr sz="1600">
                <a:solidFill>
                  <a:schemeClr val="dk1"/>
                </a:solidFill>
                <a:latin typeface="Poppins"/>
                <a:ea typeface="Poppins"/>
                <a:cs typeface="Poppins"/>
                <a:sym typeface="Poppins"/>
              </a:defRPr>
            </a:lvl4pPr>
            <a:lvl5pPr lvl="4">
              <a:lnSpc>
                <a:spcPct val="90000"/>
              </a:lnSpc>
              <a:spcBef>
                <a:spcPts val="0"/>
              </a:spcBef>
              <a:spcAft>
                <a:spcPts val="0"/>
              </a:spcAft>
              <a:buClr>
                <a:schemeClr val="dk1"/>
              </a:buClr>
              <a:buSzPts val="1600"/>
              <a:buFont typeface="Poppins"/>
              <a:buNone/>
              <a:defRPr sz="1600">
                <a:solidFill>
                  <a:schemeClr val="dk1"/>
                </a:solidFill>
                <a:latin typeface="Poppins"/>
                <a:ea typeface="Poppins"/>
                <a:cs typeface="Poppins"/>
                <a:sym typeface="Poppins"/>
              </a:defRPr>
            </a:lvl5pPr>
            <a:lvl6pPr lvl="5">
              <a:lnSpc>
                <a:spcPct val="90000"/>
              </a:lnSpc>
              <a:spcBef>
                <a:spcPts val="0"/>
              </a:spcBef>
              <a:spcAft>
                <a:spcPts val="0"/>
              </a:spcAft>
              <a:buClr>
                <a:schemeClr val="dk1"/>
              </a:buClr>
              <a:buSzPts val="1600"/>
              <a:buFont typeface="Poppins"/>
              <a:buNone/>
              <a:defRPr sz="1600">
                <a:solidFill>
                  <a:schemeClr val="dk1"/>
                </a:solidFill>
                <a:latin typeface="Poppins"/>
                <a:ea typeface="Poppins"/>
                <a:cs typeface="Poppins"/>
                <a:sym typeface="Poppins"/>
              </a:defRPr>
            </a:lvl6pPr>
            <a:lvl7pPr lvl="6">
              <a:lnSpc>
                <a:spcPct val="90000"/>
              </a:lnSpc>
              <a:spcBef>
                <a:spcPts val="0"/>
              </a:spcBef>
              <a:spcAft>
                <a:spcPts val="0"/>
              </a:spcAft>
              <a:buClr>
                <a:schemeClr val="dk1"/>
              </a:buClr>
              <a:buSzPts val="1600"/>
              <a:buFont typeface="Poppins"/>
              <a:buNone/>
              <a:defRPr sz="1600">
                <a:solidFill>
                  <a:schemeClr val="dk1"/>
                </a:solidFill>
                <a:latin typeface="Poppins"/>
                <a:ea typeface="Poppins"/>
                <a:cs typeface="Poppins"/>
                <a:sym typeface="Poppins"/>
              </a:defRPr>
            </a:lvl7pPr>
            <a:lvl8pPr lvl="7">
              <a:lnSpc>
                <a:spcPct val="90000"/>
              </a:lnSpc>
              <a:spcBef>
                <a:spcPts val="0"/>
              </a:spcBef>
              <a:spcAft>
                <a:spcPts val="0"/>
              </a:spcAft>
              <a:buClr>
                <a:schemeClr val="dk1"/>
              </a:buClr>
              <a:buSzPts val="1600"/>
              <a:buFont typeface="Poppins"/>
              <a:buNone/>
              <a:defRPr sz="1600">
                <a:solidFill>
                  <a:schemeClr val="dk1"/>
                </a:solidFill>
                <a:latin typeface="Poppins"/>
                <a:ea typeface="Poppins"/>
                <a:cs typeface="Poppins"/>
                <a:sym typeface="Poppins"/>
              </a:defRPr>
            </a:lvl8pPr>
            <a:lvl9pPr lvl="8">
              <a:lnSpc>
                <a:spcPct val="90000"/>
              </a:lnSpc>
              <a:spcBef>
                <a:spcPts val="0"/>
              </a:spcBef>
              <a:spcAft>
                <a:spcPts val="0"/>
              </a:spcAft>
              <a:buClr>
                <a:schemeClr val="dk1"/>
              </a:buClr>
              <a:buSzPts val="1600"/>
              <a:buFont typeface="Poppins"/>
              <a:buNone/>
              <a:defRPr sz="1600">
                <a:solidFill>
                  <a:schemeClr val="dk1"/>
                </a:solidFill>
                <a:latin typeface="Poppins"/>
                <a:ea typeface="Poppins"/>
                <a:cs typeface="Poppins"/>
                <a:sym typeface="Poppins"/>
              </a:defRPr>
            </a:lvl9pPr>
          </a:lstStyle>
          <a:p/>
        </p:txBody>
      </p:sp>
      <p:sp>
        <p:nvSpPr>
          <p:cNvPr id="141" name="Google Shape;141;p24"/>
          <p:cNvSpPr txBox="1"/>
          <p:nvPr/>
        </p:nvSpPr>
        <p:spPr>
          <a:xfrm>
            <a:off x="455775" y="296906"/>
            <a:ext cx="604500" cy="9234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 sz="7200">
                <a:solidFill>
                  <a:srgbClr val="B0AEA5"/>
                </a:solidFill>
                <a:latin typeface="Lora SemiBold"/>
                <a:ea typeface="Lora SemiBold"/>
                <a:cs typeface="Lora SemiBold"/>
                <a:sym typeface="Lora SemiBold"/>
              </a:rPr>
              <a:t>“</a:t>
            </a:r>
            <a:endParaRPr sz="7200">
              <a:solidFill>
                <a:srgbClr val="B0AEA5"/>
              </a:solidFill>
              <a:latin typeface="Lora SemiBold"/>
              <a:ea typeface="Lora SemiBold"/>
              <a:cs typeface="Lora SemiBold"/>
              <a:sym typeface="Lora SemiBold"/>
            </a:endParaRPr>
          </a:p>
        </p:txBody>
      </p:sp>
      <p:sp>
        <p:nvSpPr>
          <p:cNvPr id="142" name="Google Shape;142;p24"/>
          <p:cNvSpPr/>
          <p:nvPr>
            <p:ph idx="2" type="pic"/>
          </p:nvPr>
        </p:nvSpPr>
        <p:spPr>
          <a:xfrm>
            <a:off x="3254975" y="457206"/>
            <a:ext cx="5431800" cy="3887700"/>
          </a:xfrm>
          <a:prstGeom prst="roundRect">
            <a:avLst>
              <a:gd fmla="val 2630" name="adj"/>
            </a:avLst>
          </a:prstGeom>
          <a:noFill/>
          <a:ln>
            <a:noFill/>
          </a:ln>
        </p:spPr>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3: Statement">
  <p:cSld name="MAIN_POINT_1_1_1_1">
    <p:bg>
      <p:bgPr>
        <a:solidFill>
          <a:schemeClr val="lt2"/>
        </a:solidFill>
      </p:bgPr>
    </p:bg>
    <p:spTree>
      <p:nvGrpSpPr>
        <p:cNvPr id="143" name="Shape 143"/>
        <p:cNvGrpSpPr/>
        <p:nvPr/>
      </p:nvGrpSpPr>
      <p:grpSpPr>
        <a:xfrm>
          <a:off x="0" y="0"/>
          <a:ext cx="0" cy="0"/>
          <a:chOff x="0" y="0"/>
          <a:chExt cx="0" cy="0"/>
        </a:xfrm>
      </p:grpSpPr>
      <p:sp>
        <p:nvSpPr>
          <p:cNvPr id="144" name="Google Shape;144;p25"/>
          <p:cNvSpPr txBox="1"/>
          <p:nvPr>
            <p:ph idx="12" type="sldNum"/>
          </p:nvPr>
        </p:nvSpPr>
        <p:spPr>
          <a:xfrm>
            <a:off x="8256725" y="4708927"/>
            <a:ext cx="437100" cy="107400"/>
          </a:xfrm>
          <a:prstGeom prst="rect">
            <a:avLst/>
          </a:prstGeom>
        </p:spPr>
        <p:txBody>
          <a:bodyPr anchorCtr="0" anchor="t" bIns="0" lIns="0" spcFirstLastPara="1" rIns="0" wrap="square" tIns="0">
            <a:noAutofit/>
          </a:bodyPr>
          <a:lstStyle>
            <a:lvl1pPr lvl="0" algn="r">
              <a:lnSpc>
                <a:spcPct val="80000"/>
              </a:lnSpc>
              <a:buSzPts val="1000"/>
              <a:buNone/>
              <a:defRPr>
                <a:solidFill>
                  <a:srgbClr val="B0AEA5"/>
                </a:solidFill>
                <a:latin typeface="Poppins"/>
                <a:ea typeface="Poppins"/>
                <a:cs typeface="Poppins"/>
                <a:sym typeface="Poppins"/>
              </a:defRPr>
            </a:lvl1pPr>
            <a:lvl2pPr lvl="1" algn="r">
              <a:lnSpc>
                <a:spcPct val="80000"/>
              </a:lnSpc>
              <a:buSzPts val="1000"/>
              <a:buNone/>
              <a:defRPr>
                <a:solidFill>
                  <a:srgbClr val="B0AEA5"/>
                </a:solidFill>
                <a:latin typeface="Poppins"/>
                <a:ea typeface="Poppins"/>
                <a:cs typeface="Poppins"/>
                <a:sym typeface="Poppins"/>
              </a:defRPr>
            </a:lvl2pPr>
            <a:lvl3pPr lvl="2" algn="r">
              <a:lnSpc>
                <a:spcPct val="80000"/>
              </a:lnSpc>
              <a:buSzPts val="1000"/>
              <a:buNone/>
              <a:defRPr>
                <a:solidFill>
                  <a:srgbClr val="B0AEA5"/>
                </a:solidFill>
                <a:latin typeface="Poppins"/>
                <a:ea typeface="Poppins"/>
                <a:cs typeface="Poppins"/>
                <a:sym typeface="Poppins"/>
              </a:defRPr>
            </a:lvl3pPr>
            <a:lvl4pPr lvl="3" algn="r">
              <a:lnSpc>
                <a:spcPct val="80000"/>
              </a:lnSpc>
              <a:buSzPts val="1000"/>
              <a:buNone/>
              <a:defRPr>
                <a:solidFill>
                  <a:srgbClr val="B0AEA5"/>
                </a:solidFill>
                <a:latin typeface="Poppins"/>
                <a:ea typeface="Poppins"/>
                <a:cs typeface="Poppins"/>
                <a:sym typeface="Poppins"/>
              </a:defRPr>
            </a:lvl4pPr>
            <a:lvl5pPr lvl="4" algn="r">
              <a:lnSpc>
                <a:spcPct val="80000"/>
              </a:lnSpc>
              <a:buSzPts val="1000"/>
              <a:buNone/>
              <a:defRPr>
                <a:solidFill>
                  <a:srgbClr val="B0AEA5"/>
                </a:solidFill>
                <a:latin typeface="Poppins"/>
                <a:ea typeface="Poppins"/>
                <a:cs typeface="Poppins"/>
                <a:sym typeface="Poppins"/>
              </a:defRPr>
            </a:lvl5pPr>
            <a:lvl6pPr lvl="5" algn="r">
              <a:lnSpc>
                <a:spcPct val="80000"/>
              </a:lnSpc>
              <a:buSzPts val="1000"/>
              <a:buNone/>
              <a:defRPr>
                <a:solidFill>
                  <a:srgbClr val="B0AEA5"/>
                </a:solidFill>
                <a:latin typeface="Poppins"/>
                <a:ea typeface="Poppins"/>
                <a:cs typeface="Poppins"/>
                <a:sym typeface="Poppins"/>
              </a:defRPr>
            </a:lvl6pPr>
            <a:lvl7pPr lvl="6" algn="r">
              <a:lnSpc>
                <a:spcPct val="80000"/>
              </a:lnSpc>
              <a:buSzPts val="1000"/>
              <a:buNone/>
              <a:defRPr>
                <a:solidFill>
                  <a:srgbClr val="B0AEA5"/>
                </a:solidFill>
                <a:latin typeface="Poppins"/>
                <a:ea typeface="Poppins"/>
                <a:cs typeface="Poppins"/>
                <a:sym typeface="Poppins"/>
              </a:defRPr>
            </a:lvl7pPr>
            <a:lvl8pPr lvl="7" algn="r">
              <a:lnSpc>
                <a:spcPct val="80000"/>
              </a:lnSpc>
              <a:buSzPts val="1000"/>
              <a:buNone/>
              <a:defRPr>
                <a:solidFill>
                  <a:srgbClr val="B0AEA5"/>
                </a:solidFill>
                <a:latin typeface="Poppins"/>
                <a:ea typeface="Poppins"/>
                <a:cs typeface="Poppins"/>
                <a:sym typeface="Poppins"/>
              </a:defRPr>
            </a:lvl8pPr>
            <a:lvl9pPr lvl="8" algn="r">
              <a:lnSpc>
                <a:spcPct val="80000"/>
              </a:lnSpc>
              <a:buSzPts val="1000"/>
              <a:buNone/>
              <a:defRPr>
                <a:solidFill>
                  <a:srgbClr val="B0AEA5"/>
                </a:solidFill>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145" name="Google Shape;145;p25"/>
          <p:cNvSpPr txBox="1"/>
          <p:nvPr>
            <p:ph type="title"/>
          </p:nvPr>
        </p:nvSpPr>
        <p:spPr>
          <a:xfrm>
            <a:off x="455775" y="1371605"/>
            <a:ext cx="6840600" cy="1821900"/>
          </a:xfrm>
          <a:prstGeom prst="rect">
            <a:avLst/>
          </a:prstGeom>
        </p:spPr>
        <p:txBody>
          <a:bodyPr anchorCtr="0" anchor="t" bIns="0" lIns="0" spcFirstLastPara="1" rIns="0" wrap="square" tIns="0">
            <a:noAutofit/>
          </a:bodyPr>
          <a:lstStyle>
            <a:lvl1pPr lvl="0">
              <a:spcBef>
                <a:spcPts val="0"/>
              </a:spcBef>
              <a:spcAft>
                <a:spcPts val="0"/>
              </a:spcAft>
              <a:buSzPts val="2600"/>
              <a:buFont typeface="Lora"/>
              <a:buNone/>
              <a:defRPr sz="2600">
                <a:latin typeface="Lora"/>
                <a:ea typeface="Lora"/>
                <a:cs typeface="Lora"/>
                <a:sym typeface="Lora"/>
              </a:defRPr>
            </a:lvl1pPr>
            <a:lvl2pPr lvl="1">
              <a:spcBef>
                <a:spcPts val="0"/>
              </a:spcBef>
              <a:spcAft>
                <a:spcPts val="0"/>
              </a:spcAft>
              <a:buSzPts val="4600"/>
              <a:buNone/>
              <a:defRPr sz="4600"/>
            </a:lvl2pPr>
            <a:lvl3pPr lvl="2">
              <a:spcBef>
                <a:spcPts val="0"/>
              </a:spcBef>
              <a:spcAft>
                <a:spcPts val="0"/>
              </a:spcAft>
              <a:buSzPts val="4600"/>
              <a:buNone/>
              <a:defRPr sz="4600"/>
            </a:lvl3pPr>
            <a:lvl4pPr lvl="3">
              <a:spcBef>
                <a:spcPts val="0"/>
              </a:spcBef>
              <a:spcAft>
                <a:spcPts val="0"/>
              </a:spcAft>
              <a:buSzPts val="4600"/>
              <a:buNone/>
              <a:defRPr sz="4600"/>
            </a:lvl4pPr>
            <a:lvl5pPr lvl="4">
              <a:spcBef>
                <a:spcPts val="0"/>
              </a:spcBef>
              <a:spcAft>
                <a:spcPts val="0"/>
              </a:spcAft>
              <a:buSzPts val="4600"/>
              <a:buNone/>
              <a:defRPr sz="4600"/>
            </a:lvl5pPr>
            <a:lvl6pPr lvl="5">
              <a:spcBef>
                <a:spcPts val="0"/>
              </a:spcBef>
              <a:spcAft>
                <a:spcPts val="0"/>
              </a:spcAft>
              <a:buSzPts val="4600"/>
              <a:buNone/>
              <a:defRPr sz="4600"/>
            </a:lvl6pPr>
            <a:lvl7pPr lvl="6">
              <a:spcBef>
                <a:spcPts val="0"/>
              </a:spcBef>
              <a:spcAft>
                <a:spcPts val="0"/>
              </a:spcAft>
              <a:buSzPts val="4600"/>
              <a:buNone/>
              <a:defRPr sz="4600"/>
            </a:lvl7pPr>
            <a:lvl8pPr lvl="7">
              <a:spcBef>
                <a:spcPts val="0"/>
              </a:spcBef>
              <a:spcAft>
                <a:spcPts val="0"/>
              </a:spcAft>
              <a:buSzPts val="4600"/>
              <a:buNone/>
              <a:defRPr sz="4600"/>
            </a:lvl8pPr>
            <a:lvl9pPr lvl="8">
              <a:spcBef>
                <a:spcPts val="0"/>
              </a:spcBef>
              <a:spcAft>
                <a:spcPts val="0"/>
              </a:spcAft>
              <a:buSzPts val="4600"/>
              <a:buNone/>
              <a:defRPr sz="4600"/>
            </a:lvl9pPr>
          </a:lstStyle>
          <a:p/>
        </p:txBody>
      </p:sp>
      <p:sp>
        <p:nvSpPr>
          <p:cNvPr id="146" name="Google Shape;146;p25"/>
          <p:cNvSpPr txBox="1"/>
          <p:nvPr>
            <p:ph idx="1" type="subTitle"/>
          </p:nvPr>
        </p:nvSpPr>
        <p:spPr>
          <a:xfrm>
            <a:off x="455775" y="3429000"/>
            <a:ext cx="3705000" cy="821100"/>
          </a:xfrm>
          <a:prstGeom prst="rect">
            <a:avLst/>
          </a:prstGeom>
        </p:spPr>
        <p:txBody>
          <a:bodyPr anchorCtr="0" anchor="t" bIns="0" lIns="0" spcFirstLastPara="1" rIns="0" wrap="square" tIns="0">
            <a:noAutofit/>
          </a:bodyPr>
          <a:lstStyle>
            <a:lvl1pPr lvl="0">
              <a:lnSpc>
                <a:spcPct val="100000"/>
              </a:lnSpc>
              <a:spcBef>
                <a:spcPts val="0"/>
              </a:spcBef>
              <a:spcAft>
                <a:spcPts val="0"/>
              </a:spcAft>
              <a:buClr>
                <a:schemeClr val="dk1"/>
              </a:buClr>
              <a:buSzPts val="1200"/>
              <a:buFont typeface="Poppins Medium"/>
              <a:buNone/>
              <a:defRPr sz="1200">
                <a:solidFill>
                  <a:schemeClr val="dk1"/>
                </a:solidFill>
                <a:latin typeface="Poppins Medium"/>
                <a:ea typeface="Poppins Medium"/>
                <a:cs typeface="Poppins Medium"/>
                <a:sym typeface="Poppins Medium"/>
              </a:defRPr>
            </a:lvl1pPr>
            <a:lvl2pPr lvl="1">
              <a:lnSpc>
                <a:spcPct val="90000"/>
              </a:lnSpc>
              <a:spcBef>
                <a:spcPts val="0"/>
              </a:spcBef>
              <a:spcAft>
                <a:spcPts val="0"/>
              </a:spcAft>
              <a:buClr>
                <a:schemeClr val="dk1"/>
              </a:buClr>
              <a:buSzPts val="1600"/>
              <a:buFont typeface="Poppins"/>
              <a:buNone/>
              <a:defRPr sz="1600">
                <a:solidFill>
                  <a:schemeClr val="dk1"/>
                </a:solidFill>
                <a:latin typeface="Poppins"/>
                <a:ea typeface="Poppins"/>
                <a:cs typeface="Poppins"/>
                <a:sym typeface="Poppins"/>
              </a:defRPr>
            </a:lvl2pPr>
            <a:lvl3pPr lvl="2">
              <a:lnSpc>
                <a:spcPct val="90000"/>
              </a:lnSpc>
              <a:spcBef>
                <a:spcPts val="0"/>
              </a:spcBef>
              <a:spcAft>
                <a:spcPts val="0"/>
              </a:spcAft>
              <a:buClr>
                <a:schemeClr val="dk1"/>
              </a:buClr>
              <a:buSzPts val="1600"/>
              <a:buFont typeface="Poppins"/>
              <a:buNone/>
              <a:defRPr sz="1600">
                <a:solidFill>
                  <a:schemeClr val="dk1"/>
                </a:solidFill>
                <a:latin typeface="Poppins"/>
                <a:ea typeface="Poppins"/>
                <a:cs typeface="Poppins"/>
                <a:sym typeface="Poppins"/>
              </a:defRPr>
            </a:lvl3pPr>
            <a:lvl4pPr lvl="3">
              <a:lnSpc>
                <a:spcPct val="90000"/>
              </a:lnSpc>
              <a:spcBef>
                <a:spcPts val="0"/>
              </a:spcBef>
              <a:spcAft>
                <a:spcPts val="0"/>
              </a:spcAft>
              <a:buClr>
                <a:schemeClr val="dk1"/>
              </a:buClr>
              <a:buSzPts val="1600"/>
              <a:buFont typeface="Poppins"/>
              <a:buNone/>
              <a:defRPr sz="1600">
                <a:solidFill>
                  <a:schemeClr val="dk1"/>
                </a:solidFill>
                <a:latin typeface="Poppins"/>
                <a:ea typeface="Poppins"/>
                <a:cs typeface="Poppins"/>
                <a:sym typeface="Poppins"/>
              </a:defRPr>
            </a:lvl4pPr>
            <a:lvl5pPr lvl="4">
              <a:lnSpc>
                <a:spcPct val="90000"/>
              </a:lnSpc>
              <a:spcBef>
                <a:spcPts val="0"/>
              </a:spcBef>
              <a:spcAft>
                <a:spcPts val="0"/>
              </a:spcAft>
              <a:buClr>
                <a:schemeClr val="dk1"/>
              </a:buClr>
              <a:buSzPts val="1600"/>
              <a:buFont typeface="Poppins"/>
              <a:buNone/>
              <a:defRPr sz="1600">
                <a:solidFill>
                  <a:schemeClr val="dk1"/>
                </a:solidFill>
                <a:latin typeface="Poppins"/>
                <a:ea typeface="Poppins"/>
                <a:cs typeface="Poppins"/>
                <a:sym typeface="Poppins"/>
              </a:defRPr>
            </a:lvl5pPr>
            <a:lvl6pPr lvl="5">
              <a:lnSpc>
                <a:spcPct val="90000"/>
              </a:lnSpc>
              <a:spcBef>
                <a:spcPts val="0"/>
              </a:spcBef>
              <a:spcAft>
                <a:spcPts val="0"/>
              </a:spcAft>
              <a:buClr>
                <a:schemeClr val="dk1"/>
              </a:buClr>
              <a:buSzPts val="1600"/>
              <a:buFont typeface="Poppins"/>
              <a:buNone/>
              <a:defRPr sz="1600">
                <a:solidFill>
                  <a:schemeClr val="dk1"/>
                </a:solidFill>
                <a:latin typeface="Poppins"/>
                <a:ea typeface="Poppins"/>
                <a:cs typeface="Poppins"/>
                <a:sym typeface="Poppins"/>
              </a:defRPr>
            </a:lvl6pPr>
            <a:lvl7pPr lvl="6">
              <a:lnSpc>
                <a:spcPct val="90000"/>
              </a:lnSpc>
              <a:spcBef>
                <a:spcPts val="0"/>
              </a:spcBef>
              <a:spcAft>
                <a:spcPts val="0"/>
              </a:spcAft>
              <a:buClr>
                <a:schemeClr val="dk1"/>
              </a:buClr>
              <a:buSzPts val="1600"/>
              <a:buFont typeface="Poppins"/>
              <a:buNone/>
              <a:defRPr sz="1600">
                <a:solidFill>
                  <a:schemeClr val="dk1"/>
                </a:solidFill>
                <a:latin typeface="Poppins"/>
                <a:ea typeface="Poppins"/>
                <a:cs typeface="Poppins"/>
                <a:sym typeface="Poppins"/>
              </a:defRPr>
            </a:lvl7pPr>
            <a:lvl8pPr lvl="7">
              <a:lnSpc>
                <a:spcPct val="90000"/>
              </a:lnSpc>
              <a:spcBef>
                <a:spcPts val="0"/>
              </a:spcBef>
              <a:spcAft>
                <a:spcPts val="0"/>
              </a:spcAft>
              <a:buClr>
                <a:schemeClr val="dk1"/>
              </a:buClr>
              <a:buSzPts val="1600"/>
              <a:buFont typeface="Poppins"/>
              <a:buNone/>
              <a:defRPr sz="1600">
                <a:solidFill>
                  <a:schemeClr val="dk1"/>
                </a:solidFill>
                <a:latin typeface="Poppins"/>
                <a:ea typeface="Poppins"/>
                <a:cs typeface="Poppins"/>
                <a:sym typeface="Poppins"/>
              </a:defRPr>
            </a:lvl8pPr>
            <a:lvl9pPr lvl="8">
              <a:lnSpc>
                <a:spcPct val="90000"/>
              </a:lnSpc>
              <a:spcBef>
                <a:spcPts val="0"/>
              </a:spcBef>
              <a:spcAft>
                <a:spcPts val="0"/>
              </a:spcAft>
              <a:buClr>
                <a:schemeClr val="dk1"/>
              </a:buClr>
              <a:buSzPts val="1600"/>
              <a:buFont typeface="Poppins"/>
              <a:buNone/>
              <a:defRPr sz="1600">
                <a:solidFill>
                  <a:schemeClr val="dk1"/>
                </a:solidFill>
                <a:latin typeface="Poppins"/>
                <a:ea typeface="Poppins"/>
                <a:cs typeface="Poppins"/>
                <a:sym typeface="Poppins"/>
              </a:defRPr>
            </a:lvl9pPr>
          </a:lstStyle>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4: Statement with icon">
  <p:cSld name="MAIN_POINT_1_1_1_1_1">
    <p:bg>
      <p:bgPr>
        <a:solidFill>
          <a:schemeClr val="lt2"/>
        </a:solidFill>
      </p:bgPr>
    </p:bg>
    <p:spTree>
      <p:nvGrpSpPr>
        <p:cNvPr id="147" name="Shape 147"/>
        <p:cNvGrpSpPr/>
        <p:nvPr/>
      </p:nvGrpSpPr>
      <p:grpSpPr>
        <a:xfrm>
          <a:off x="0" y="0"/>
          <a:ext cx="0" cy="0"/>
          <a:chOff x="0" y="0"/>
          <a:chExt cx="0" cy="0"/>
        </a:xfrm>
      </p:grpSpPr>
      <p:sp>
        <p:nvSpPr>
          <p:cNvPr id="148" name="Google Shape;148;p26"/>
          <p:cNvSpPr txBox="1"/>
          <p:nvPr>
            <p:ph idx="12" type="sldNum"/>
          </p:nvPr>
        </p:nvSpPr>
        <p:spPr>
          <a:xfrm>
            <a:off x="8256725" y="4708927"/>
            <a:ext cx="437100" cy="107400"/>
          </a:xfrm>
          <a:prstGeom prst="rect">
            <a:avLst/>
          </a:prstGeom>
        </p:spPr>
        <p:txBody>
          <a:bodyPr anchorCtr="0" anchor="t" bIns="0" lIns="0" spcFirstLastPara="1" rIns="0" wrap="square" tIns="0">
            <a:noAutofit/>
          </a:bodyPr>
          <a:lstStyle>
            <a:lvl1pPr lvl="0" algn="r">
              <a:lnSpc>
                <a:spcPct val="80000"/>
              </a:lnSpc>
              <a:buSzPts val="1000"/>
              <a:buNone/>
              <a:defRPr>
                <a:solidFill>
                  <a:srgbClr val="B0AEA5"/>
                </a:solidFill>
                <a:latin typeface="Poppins"/>
                <a:ea typeface="Poppins"/>
                <a:cs typeface="Poppins"/>
                <a:sym typeface="Poppins"/>
              </a:defRPr>
            </a:lvl1pPr>
            <a:lvl2pPr lvl="1" algn="r">
              <a:lnSpc>
                <a:spcPct val="80000"/>
              </a:lnSpc>
              <a:buSzPts val="1000"/>
              <a:buNone/>
              <a:defRPr>
                <a:solidFill>
                  <a:srgbClr val="B0AEA5"/>
                </a:solidFill>
                <a:latin typeface="Poppins"/>
                <a:ea typeface="Poppins"/>
                <a:cs typeface="Poppins"/>
                <a:sym typeface="Poppins"/>
              </a:defRPr>
            </a:lvl2pPr>
            <a:lvl3pPr lvl="2" algn="r">
              <a:lnSpc>
                <a:spcPct val="80000"/>
              </a:lnSpc>
              <a:buSzPts val="1000"/>
              <a:buNone/>
              <a:defRPr>
                <a:solidFill>
                  <a:srgbClr val="B0AEA5"/>
                </a:solidFill>
                <a:latin typeface="Poppins"/>
                <a:ea typeface="Poppins"/>
                <a:cs typeface="Poppins"/>
                <a:sym typeface="Poppins"/>
              </a:defRPr>
            </a:lvl3pPr>
            <a:lvl4pPr lvl="3" algn="r">
              <a:lnSpc>
                <a:spcPct val="80000"/>
              </a:lnSpc>
              <a:buSzPts val="1000"/>
              <a:buNone/>
              <a:defRPr>
                <a:solidFill>
                  <a:srgbClr val="B0AEA5"/>
                </a:solidFill>
                <a:latin typeface="Poppins"/>
                <a:ea typeface="Poppins"/>
                <a:cs typeface="Poppins"/>
                <a:sym typeface="Poppins"/>
              </a:defRPr>
            </a:lvl4pPr>
            <a:lvl5pPr lvl="4" algn="r">
              <a:lnSpc>
                <a:spcPct val="80000"/>
              </a:lnSpc>
              <a:buSzPts val="1000"/>
              <a:buNone/>
              <a:defRPr>
                <a:solidFill>
                  <a:srgbClr val="B0AEA5"/>
                </a:solidFill>
                <a:latin typeface="Poppins"/>
                <a:ea typeface="Poppins"/>
                <a:cs typeface="Poppins"/>
                <a:sym typeface="Poppins"/>
              </a:defRPr>
            </a:lvl5pPr>
            <a:lvl6pPr lvl="5" algn="r">
              <a:lnSpc>
                <a:spcPct val="80000"/>
              </a:lnSpc>
              <a:buSzPts val="1000"/>
              <a:buNone/>
              <a:defRPr>
                <a:solidFill>
                  <a:srgbClr val="B0AEA5"/>
                </a:solidFill>
                <a:latin typeface="Poppins"/>
                <a:ea typeface="Poppins"/>
                <a:cs typeface="Poppins"/>
                <a:sym typeface="Poppins"/>
              </a:defRPr>
            </a:lvl6pPr>
            <a:lvl7pPr lvl="6" algn="r">
              <a:lnSpc>
                <a:spcPct val="80000"/>
              </a:lnSpc>
              <a:buSzPts val="1000"/>
              <a:buNone/>
              <a:defRPr>
                <a:solidFill>
                  <a:srgbClr val="B0AEA5"/>
                </a:solidFill>
                <a:latin typeface="Poppins"/>
                <a:ea typeface="Poppins"/>
                <a:cs typeface="Poppins"/>
                <a:sym typeface="Poppins"/>
              </a:defRPr>
            </a:lvl7pPr>
            <a:lvl8pPr lvl="7" algn="r">
              <a:lnSpc>
                <a:spcPct val="80000"/>
              </a:lnSpc>
              <a:buSzPts val="1000"/>
              <a:buNone/>
              <a:defRPr>
                <a:solidFill>
                  <a:srgbClr val="B0AEA5"/>
                </a:solidFill>
                <a:latin typeface="Poppins"/>
                <a:ea typeface="Poppins"/>
                <a:cs typeface="Poppins"/>
                <a:sym typeface="Poppins"/>
              </a:defRPr>
            </a:lvl8pPr>
            <a:lvl9pPr lvl="8" algn="r">
              <a:lnSpc>
                <a:spcPct val="80000"/>
              </a:lnSpc>
              <a:buSzPts val="1000"/>
              <a:buNone/>
              <a:defRPr>
                <a:solidFill>
                  <a:srgbClr val="B0AEA5"/>
                </a:solidFill>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149" name="Google Shape;149;p26"/>
          <p:cNvSpPr txBox="1"/>
          <p:nvPr>
            <p:ph type="title"/>
          </p:nvPr>
        </p:nvSpPr>
        <p:spPr>
          <a:xfrm>
            <a:off x="455775" y="2571755"/>
            <a:ext cx="6840600" cy="1821900"/>
          </a:xfrm>
          <a:prstGeom prst="rect">
            <a:avLst/>
          </a:prstGeom>
        </p:spPr>
        <p:txBody>
          <a:bodyPr anchorCtr="0" anchor="t" bIns="0" lIns="0" spcFirstLastPara="1" rIns="0" wrap="square" tIns="0">
            <a:noAutofit/>
          </a:bodyPr>
          <a:lstStyle>
            <a:lvl1pPr lvl="0">
              <a:spcBef>
                <a:spcPts val="0"/>
              </a:spcBef>
              <a:spcAft>
                <a:spcPts val="0"/>
              </a:spcAft>
              <a:buSzPts val="2600"/>
              <a:buFont typeface="Lora"/>
              <a:buNone/>
              <a:defRPr sz="2600">
                <a:latin typeface="Lora"/>
                <a:ea typeface="Lora"/>
                <a:cs typeface="Lora"/>
                <a:sym typeface="Lora"/>
              </a:defRPr>
            </a:lvl1pPr>
            <a:lvl2pPr lvl="1">
              <a:spcBef>
                <a:spcPts val="0"/>
              </a:spcBef>
              <a:spcAft>
                <a:spcPts val="0"/>
              </a:spcAft>
              <a:buSzPts val="4600"/>
              <a:buNone/>
              <a:defRPr sz="4600"/>
            </a:lvl2pPr>
            <a:lvl3pPr lvl="2">
              <a:spcBef>
                <a:spcPts val="0"/>
              </a:spcBef>
              <a:spcAft>
                <a:spcPts val="0"/>
              </a:spcAft>
              <a:buSzPts val="4600"/>
              <a:buNone/>
              <a:defRPr sz="4600"/>
            </a:lvl3pPr>
            <a:lvl4pPr lvl="3">
              <a:spcBef>
                <a:spcPts val="0"/>
              </a:spcBef>
              <a:spcAft>
                <a:spcPts val="0"/>
              </a:spcAft>
              <a:buSzPts val="4600"/>
              <a:buNone/>
              <a:defRPr sz="4600"/>
            </a:lvl4pPr>
            <a:lvl5pPr lvl="4">
              <a:spcBef>
                <a:spcPts val="0"/>
              </a:spcBef>
              <a:spcAft>
                <a:spcPts val="0"/>
              </a:spcAft>
              <a:buSzPts val="4600"/>
              <a:buNone/>
              <a:defRPr sz="4600"/>
            </a:lvl5pPr>
            <a:lvl6pPr lvl="5">
              <a:spcBef>
                <a:spcPts val="0"/>
              </a:spcBef>
              <a:spcAft>
                <a:spcPts val="0"/>
              </a:spcAft>
              <a:buSzPts val="4600"/>
              <a:buNone/>
              <a:defRPr sz="4600"/>
            </a:lvl6pPr>
            <a:lvl7pPr lvl="6">
              <a:spcBef>
                <a:spcPts val="0"/>
              </a:spcBef>
              <a:spcAft>
                <a:spcPts val="0"/>
              </a:spcAft>
              <a:buSzPts val="4600"/>
              <a:buNone/>
              <a:defRPr sz="4600"/>
            </a:lvl7pPr>
            <a:lvl8pPr lvl="7">
              <a:spcBef>
                <a:spcPts val="0"/>
              </a:spcBef>
              <a:spcAft>
                <a:spcPts val="0"/>
              </a:spcAft>
              <a:buSzPts val="4600"/>
              <a:buNone/>
              <a:defRPr sz="4600"/>
            </a:lvl8pPr>
            <a:lvl9pPr lvl="8">
              <a:spcBef>
                <a:spcPts val="0"/>
              </a:spcBef>
              <a:spcAft>
                <a:spcPts val="0"/>
              </a:spcAft>
              <a:buSzPts val="4600"/>
              <a:buNone/>
              <a:defRPr sz="4600"/>
            </a:lvl9pPr>
          </a:lstStyle>
          <a:p/>
        </p:txBody>
      </p:sp>
      <p:sp>
        <p:nvSpPr>
          <p:cNvPr id="150" name="Google Shape;150;p26"/>
          <p:cNvSpPr/>
          <p:nvPr>
            <p:ph idx="2" type="pic"/>
          </p:nvPr>
        </p:nvSpPr>
        <p:spPr>
          <a:xfrm>
            <a:off x="455775" y="457200"/>
            <a:ext cx="1631400" cy="1631400"/>
          </a:xfrm>
          <a:prstGeom prst="rect">
            <a:avLst/>
          </a:prstGeom>
          <a:noFill/>
          <a:ln>
            <a:noFill/>
          </a:ln>
        </p:spPr>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7: Blank">
  <p:cSld name="BLANK_3">
    <p:spTree>
      <p:nvGrpSpPr>
        <p:cNvPr id="151" name="Shape 151"/>
        <p:cNvGrpSpPr/>
        <p:nvPr/>
      </p:nvGrpSpPr>
      <p:grpSpPr>
        <a:xfrm>
          <a:off x="0" y="0"/>
          <a:ext cx="0" cy="0"/>
          <a:chOff x="0" y="0"/>
          <a:chExt cx="0" cy="0"/>
        </a:xfrm>
      </p:grpSpPr>
      <p:sp>
        <p:nvSpPr>
          <p:cNvPr id="152" name="Google Shape;152;p27"/>
          <p:cNvSpPr txBox="1"/>
          <p:nvPr>
            <p:ph idx="12" type="sldNum"/>
          </p:nvPr>
        </p:nvSpPr>
        <p:spPr>
          <a:xfrm>
            <a:off x="8256725" y="4708927"/>
            <a:ext cx="437100" cy="107400"/>
          </a:xfrm>
          <a:prstGeom prst="rect">
            <a:avLst/>
          </a:prstGeom>
        </p:spPr>
        <p:txBody>
          <a:bodyPr anchorCtr="0" anchor="t" bIns="0" lIns="0" spcFirstLastPara="1" rIns="0" wrap="square" tIns="0">
            <a:noAutofit/>
          </a:bodyPr>
          <a:lstStyle>
            <a:lvl1pPr lvl="0" algn="r">
              <a:lnSpc>
                <a:spcPct val="80000"/>
              </a:lnSpc>
              <a:buSzPts val="1000"/>
              <a:buNone/>
              <a:defRPr>
                <a:latin typeface="Poppins"/>
                <a:ea typeface="Poppins"/>
                <a:cs typeface="Poppins"/>
                <a:sym typeface="Poppins"/>
              </a:defRPr>
            </a:lvl1pPr>
            <a:lvl2pPr lvl="1" algn="r">
              <a:lnSpc>
                <a:spcPct val="80000"/>
              </a:lnSpc>
              <a:buSzPts val="1000"/>
              <a:buNone/>
              <a:defRPr>
                <a:latin typeface="Poppins"/>
                <a:ea typeface="Poppins"/>
                <a:cs typeface="Poppins"/>
                <a:sym typeface="Poppins"/>
              </a:defRPr>
            </a:lvl2pPr>
            <a:lvl3pPr lvl="2" algn="r">
              <a:lnSpc>
                <a:spcPct val="80000"/>
              </a:lnSpc>
              <a:buSzPts val="1000"/>
              <a:buNone/>
              <a:defRPr>
                <a:latin typeface="Poppins"/>
                <a:ea typeface="Poppins"/>
                <a:cs typeface="Poppins"/>
                <a:sym typeface="Poppins"/>
              </a:defRPr>
            </a:lvl3pPr>
            <a:lvl4pPr lvl="3" algn="r">
              <a:lnSpc>
                <a:spcPct val="80000"/>
              </a:lnSpc>
              <a:buSzPts val="1000"/>
              <a:buNone/>
              <a:defRPr>
                <a:latin typeface="Poppins"/>
                <a:ea typeface="Poppins"/>
                <a:cs typeface="Poppins"/>
                <a:sym typeface="Poppins"/>
              </a:defRPr>
            </a:lvl4pPr>
            <a:lvl5pPr lvl="4" algn="r">
              <a:lnSpc>
                <a:spcPct val="80000"/>
              </a:lnSpc>
              <a:buSzPts val="1000"/>
              <a:buNone/>
              <a:defRPr>
                <a:latin typeface="Poppins"/>
                <a:ea typeface="Poppins"/>
                <a:cs typeface="Poppins"/>
                <a:sym typeface="Poppins"/>
              </a:defRPr>
            </a:lvl5pPr>
            <a:lvl6pPr lvl="5" algn="r">
              <a:lnSpc>
                <a:spcPct val="80000"/>
              </a:lnSpc>
              <a:buSzPts val="1000"/>
              <a:buNone/>
              <a:defRPr>
                <a:latin typeface="Poppins"/>
                <a:ea typeface="Poppins"/>
                <a:cs typeface="Poppins"/>
                <a:sym typeface="Poppins"/>
              </a:defRPr>
            </a:lvl6pPr>
            <a:lvl7pPr lvl="6" algn="r">
              <a:lnSpc>
                <a:spcPct val="80000"/>
              </a:lnSpc>
              <a:buSzPts val="1000"/>
              <a:buNone/>
              <a:defRPr>
                <a:latin typeface="Poppins"/>
                <a:ea typeface="Poppins"/>
                <a:cs typeface="Poppins"/>
                <a:sym typeface="Poppins"/>
              </a:defRPr>
            </a:lvl7pPr>
            <a:lvl8pPr lvl="7" algn="r">
              <a:lnSpc>
                <a:spcPct val="80000"/>
              </a:lnSpc>
              <a:buSzPts val="1000"/>
              <a:buNone/>
              <a:defRPr>
                <a:latin typeface="Poppins"/>
                <a:ea typeface="Poppins"/>
                <a:cs typeface="Poppins"/>
                <a:sym typeface="Poppins"/>
              </a:defRPr>
            </a:lvl8pPr>
            <a:lvl9pPr lvl="8" algn="r">
              <a:lnSpc>
                <a:spcPct val="80000"/>
              </a:lnSpc>
              <a:buSzPts val="1000"/>
              <a:buNone/>
              <a:defRPr>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1: Closing">
  <p:cSld name="BLANK_2">
    <p:bg>
      <p:bgPr>
        <a:solidFill>
          <a:schemeClr val="dk1"/>
        </a:solidFill>
      </p:bgPr>
    </p:bg>
    <p:spTree>
      <p:nvGrpSpPr>
        <p:cNvPr id="153" name="Shape 153"/>
        <p:cNvGrpSpPr/>
        <p:nvPr/>
      </p:nvGrpSpPr>
      <p:grpSpPr>
        <a:xfrm>
          <a:off x="0" y="0"/>
          <a:ext cx="0" cy="0"/>
          <a:chOff x="0" y="0"/>
          <a:chExt cx="0" cy="0"/>
        </a:xfrm>
      </p:grpSpPr>
      <p:grpSp>
        <p:nvGrpSpPr>
          <p:cNvPr id="154" name="Google Shape;154;p28"/>
          <p:cNvGrpSpPr/>
          <p:nvPr/>
        </p:nvGrpSpPr>
        <p:grpSpPr>
          <a:xfrm>
            <a:off x="3172811" y="2417945"/>
            <a:ext cx="2798759" cy="307894"/>
            <a:chOff x="238125" y="2427150"/>
            <a:chExt cx="7112475" cy="782450"/>
          </a:xfrm>
        </p:grpSpPr>
        <p:sp>
          <p:nvSpPr>
            <p:cNvPr id="155" name="Google Shape;155;p28"/>
            <p:cNvSpPr/>
            <p:nvPr/>
          </p:nvSpPr>
          <p:spPr>
            <a:xfrm>
              <a:off x="1977750" y="2440175"/>
              <a:ext cx="685975" cy="756375"/>
            </a:xfrm>
            <a:custGeom>
              <a:rect b="b" l="l" r="r" t="t"/>
              <a:pathLst>
                <a:path extrusionOk="0" h="30255" w="27439">
                  <a:moveTo>
                    <a:pt x="1" y="1"/>
                  </a:moveTo>
                  <a:lnTo>
                    <a:pt x="1" y="5843"/>
                  </a:lnTo>
                  <a:lnTo>
                    <a:pt x="10433" y="5843"/>
                  </a:lnTo>
                  <a:lnTo>
                    <a:pt x="10433" y="30255"/>
                  </a:lnTo>
                  <a:lnTo>
                    <a:pt x="17006" y="30255"/>
                  </a:lnTo>
                  <a:lnTo>
                    <a:pt x="17006" y="5843"/>
                  </a:lnTo>
                  <a:lnTo>
                    <a:pt x="27439" y="5843"/>
                  </a:lnTo>
                  <a:lnTo>
                    <a:pt x="27439"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 name="Google Shape;156;p28"/>
            <p:cNvSpPr/>
            <p:nvPr/>
          </p:nvSpPr>
          <p:spPr>
            <a:xfrm>
              <a:off x="1150975" y="2440175"/>
              <a:ext cx="696400" cy="756375"/>
            </a:xfrm>
            <a:custGeom>
              <a:rect b="b" l="l" r="r" t="t"/>
              <a:pathLst>
                <a:path extrusionOk="0" h="30255" w="27856">
                  <a:moveTo>
                    <a:pt x="0" y="1"/>
                  </a:moveTo>
                  <a:lnTo>
                    <a:pt x="0" y="30255"/>
                  </a:lnTo>
                  <a:lnTo>
                    <a:pt x="6468" y="30255"/>
                  </a:lnTo>
                  <a:lnTo>
                    <a:pt x="6468" y="9077"/>
                  </a:lnTo>
                  <a:lnTo>
                    <a:pt x="20344" y="30255"/>
                  </a:lnTo>
                  <a:lnTo>
                    <a:pt x="27855" y="30255"/>
                  </a:lnTo>
                  <a:lnTo>
                    <a:pt x="27855" y="1"/>
                  </a:lnTo>
                  <a:lnTo>
                    <a:pt x="21387" y="1"/>
                  </a:lnTo>
                  <a:lnTo>
                    <a:pt x="21387" y="21178"/>
                  </a:lnTo>
                  <a:lnTo>
                    <a:pt x="7512"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 name="Google Shape;157;p28"/>
            <p:cNvSpPr/>
            <p:nvPr/>
          </p:nvSpPr>
          <p:spPr>
            <a:xfrm>
              <a:off x="2794100" y="2440175"/>
              <a:ext cx="696425" cy="756375"/>
            </a:xfrm>
            <a:custGeom>
              <a:rect b="b" l="l" r="r" t="t"/>
              <a:pathLst>
                <a:path extrusionOk="0" h="30255" w="27857">
                  <a:moveTo>
                    <a:pt x="1" y="1"/>
                  </a:moveTo>
                  <a:lnTo>
                    <a:pt x="1" y="30255"/>
                  </a:lnTo>
                  <a:lnTo>
                    <a:pt x="6678" y="30255"/>
                  </a:lnTo>
                  <a:lnTo>
                    <a:pt x="6678" y="17944"/>
                  </a:lnTo>
                  <a:lnTo>
                    <a:pt x="21179" y="17944"/>
                  </a:lnTo>
                  <a:lnTo>
                    <a:pt x="21179" y="30255"/>
                  </a:lnTo>
                  <a:lnTo>
                    <a:pt x="27856" y="30255"/>
                  </a:lnTo>
                  <a:lnTo>
                    <a:pt x="27856" y="1"/>
                  </a:lnTo>
                  <a:lnTo>
                    <a:pt x="21179" y="1"/>
                  </a:lnTo>
                  <a:lnTo>
                    <a:pt x="21179" y="12102"/>
                  </a:lnTo>
                  <a:lnTo>
                    <a:pt x="6678" y="12102"/>
                  </a:lnTo>
                  <a:lnTo>
                    <a:pt x="6678"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 name="Google Shape;158;p28"/>
            <p:cNvSpPr/>
            <p:nvPr/>
          </p:nvSpPr>
          <p:spPr>
            <a:xfrm>
              <a:off x="238125" y="2440175"/>
              <a:ext cx="792900" cy="756375"/>
            </a:xfrm>
            <a:custGeom>
              <a:rect b="b" l="l" r="r" t="t"/>
              <a:pathLst>
                <a:path extrusionOk="0" h="30255" w="31716">
                  <a:moveTo>
                    <a:pt x="15858" y="7616"/>
                  </a:moveTo>
                  <a:lnTo>
                    <a:pt x="20031" y="18257"/>
                  </a:lnTo>
                  <a:lnTo>
                    <a:pt x="11580" y="18257"/>
                  </a:lnTo>
                  <a:lnTo>
                    <a:pt x="15858" y="7616"/>
                  </a:lnTo>
                  <a:close/>
                  <a:moveTo>
                    <a:pt x="12311" y="1"/>
                  </a:moveTo>
                  <a:lnTo>
                    <a:pt x="0" y="30255"/>
                  </a:lnTo>
                  <a:lnTo>
                    <a:pt x="6886" y="30255"/>
                  </a:lnTo>
                  <a:lnTo>
                    <a:pt x="9389" y="23891"/>
                  </a:lnTo>
                  <a:lnTo>
                    <a:pt x="22326" y="23891"/>
                  </a:lnTo>
                  <a:lnTo>
                    <a:pt x="24830" y="30255"/>
                  </a:lnTo>
                  <a:lnTo>
                    <a:pt x="31715" y="30255"/>
                  </a:lnTo>
                  <a:lnTo>
                    <a:pt x="19405"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 name="Google Shape;159;p28"/>
            <p:cNvSpPr/>
            <p:nvPr/>
          </p:nvSpPr>
          <p:spPr>
            <a:xfrm>
              <a:off x="4481600" y="2427150"/>
              <a:ext cx="759000" cy="782450"/>
            </a:xfrm>
            <a:custGeom>
              <a:rect b="b" l="l" r="r" t="t"/>
              <a:pathLst>
                <a:path extrusionOk="0" h="31298" w="30360">
                  <a:moveTo>
                    <a:pt x="15232" y="6051"/>
                  </a:moveTo>
                  <a:cubicBezTo>
                    <a:pt x="20344" y="6051"/>
                    <a:pt x="23473" y="9702"/>
                    <a:pt x="23473" y="15649"/>
                  </a:cubicBezTo>
                  <a:cubicBezTo>
                    <a:pt x="23473" y="21595"/>
                    <a:pt x="20344" y="25246"/>
                    <a:pt x="15232" y="25246"/>
                  </a:cubicBezTo>
                  <a:cubicBezTo>
                    <a:pt x="10015" y="25246"/>
                    <a:pt x="6781" y="21595"/>
                    <a:pt x="6781" y="15649"/>
                  </a:cubicBezTo>
                  <a:cubicBezTo>
                    <a:pt x="6781" y="9702"/>
                    <a:pt x="10015" y="6051"/>
                    <a:pt x="15232" y="6051"/>
                  </a:cubicBezTo>
                  <a:close/>
                  <a:moveTo>
                    <a:pt x="15232" y="0"/>
                  </a:moveTo>
                  <a:cubicBezTo>
                    <a:pt x="6260" y="0"/>
                    <a:pt x="0" y="6468"/>
                    <a:pt x="0" y="15649"/>
                  </a:cubicBezTo>
                  <a:cubicBezTo>
                    <a:pt x="0" y="24829"/>
                    <a:pt x="6260" y="31297"/>
                    <a:pt x="15232" y="31297"/>
                  </a:cubicBezTo>
                  <a:cubicBezTo>
                    <a:pt x="24099" y="31297"/>
                    <a:pt x="30359" y="24829"/>
                    <a:pt x="30359" y="15649"/>
                  </a:cubicBezTo>
                  <a:cubicBezTo>
                    <a:pt x="30359" y="6468"/>
                    <a:pt x="24099" y="0"/>
                    <a:pt x="15232"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 name="Google Shape;160;p28"/>
            <p:cNvSpPr/>
            <p:nvPr/>
          </p:nvSpPr>
          <p:spPr>
            <a:xfrm>
              <a:off x="6630725" y="2427150"/>
              <a:ext cx="719875" cy="782450"/>
            </a:xfrm>
            <a:custGeom>
              <a:rect b="b" l="l" r="r" t="t"/>
              <a:pathLst>
                <a:path extrusionOk="0" h="31298" w="28795">
                  <a:moveTo>
                    <a:pt x="15232" y="0"/>
                  </a:moveTo>
                  <a:cubicBezTo>
                    <a:pt x="6260" y="0"/>
                    <a:pt x="0" y="6468"/>
                    <a:pt x="0" y="15649"/>
                  </a:cubicBezTo>
                  <a:cubicBezTo>
                    <a:pt x="0" y="24829"/>
                    <a:pt x="6260" y="31297"/>
                    <a:pt x="15232" y="31297"/>
                  </a:cubicBezTo>
                  <a:cubicBezTo>
                    <a:pt x="21909" y="31297"/>
                    <a:pt x="27125" y="27020"/>
                    <a:pt x="28794" y="20656"/>
                  </a:cubicBezTo>
                  <a:lnTo>
                    <a:pt x="21804" y="20656"/>
                  </a:lnTo>
                  <a:cubicBezTo>
                    <a:pt x="20657" y="23577"/>
                    <a:pt x="18361" y="25246"/>
                    <a:pt x="15232" y="25246"/>
                  </a:cubicBezTo>
                  <a:cubicBezTo>
                    <a:pt x="10015" y="25246"/>
                    <a:pt x="6781" y="21595"/>
                    <a:pt x="6781" y="15649"/>
                  </a:cubicBezTo>
                  <a:cubicBezTo>
                    <a:pt x="6781" y="9702"/>
                    <a:pt x="10015" y="6051"/>
                    <a:pt x="15232" y="6051"/>
                  </a:cubicBezTo>
                  <a:cubicBezTo>
                    <a:pt x="18361" y="6051"/>
                    <a:pt x="20657" y="7720"/>
                    <a:pt x="21804" y="10641"/>
                  </a:cubicBezTo>
                  <a:lnTo>
                    <a:pt x="28794" y="10641"/>
                  </a:lnTo>
                  <a:cubicBezTo>
                    <a:pt x="27021" y="4173"/>
                    <a:pt x="21909" y="0"/>
                    <a:pt x="15232"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 name="Google Shape;161;p28"/>
            <p:cNvSpPr/>
            <p:nvPr/>
          </p:nvSpPr>
          <p:spPr>
            <a:xfrm>
              <a:off x="6119525" y="2440175"/>
              <a:ext cx="477300" cy="756375"/>
            </a:xfrm>
            <a:custGeom>
              <a:rect b="b" l="l" r="r" t="t"/>
              <a:pathLst>
                <a:path extrusionOk="0" h="30255" w="19092">
                  <a:moveTo>
                    <a:pt x="0" y="1"/>
                  </a:moveTo>
                  <a:lnTo>
                    <a:pt x="12311" y="30255"/>
                  </a:lnTo>
                  <a:lnTo>
                    <a:pt x="19092" y="30255"/>
                  </a:lnTo>
                  <a:lnTo>
                    <a:pt x="6781"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 name="Google Shape;162;p28"/>
            <p:cNvSpPr/>
            <p:nvPr/>
          </p:nvSpPr>
          <p:spPr>
            <a:xfrm>
              <a:off x="5394450" y="2440175"/>
              <a:ext cx="659875" cy="756375"/>
            </a:xfrm>
            <a:custGeom>
              <a:rect b="b" l="l" r="r" t="t"/>
              <a:pathLst>
                <a:path extrusionOk="0" h="30255" w="26395">
                  <a:moveTo>
                    <a:pt x="14815" y="5843"/>
                  </a:moveTo>
                  <a:cubicBezTo>
                    <a:pt x="18049" y="5843"/>
                    <a:pt x="19718" y="7095"/>
                    <a:pt x="19718" y="9598"/>
                  </a:cubicBezTo>
                  <a:cubicBezTo>
                    <a:pt x="19718" y="12102"/>
                    <a:pt x="18049" y="13458"/>
                    <a:pt x="14815" y="13458"/>
                  </a:cubicBezTo>
                  <a:lnTo>
                    <a:pt x="6573" y="13458"/>
                  </a:lnTo>
                  <a:lnTo>
                    <a:pt x="6573" y="5843"/>
                  </a:lnTo>
                  <a:close/>
                  <a:moveTo>
                    <a:pt x="0" y="1"/>
                  </a:moveTo>
                  <a:lnTo>
                    <a:pt x="0" y="30255"/>
                  </a:lnTo>
                  <a:lnTo>
                    <a:pt x="6573" y="30255"/>
                  </a:lnTo>
                  <a:lnTo>
                    <a:pt x="6573" y="19301"/>
                  </a:lnTo>
                  <a:lnTo>
                    <a:pt x="15128" y="19301"/>
                  </a:lnTo>
                  <a:cubicBezTo>
                    <a:pt x="22117" y="19301"/>
                    <a:pt x="26395" y="15649"/>
                    <a:pt x="26395" y="9598"/>
                  </a:cubicBezTo>
                  <a:cubicBezTo>
                    <a:pt x="26395" y="3652"/>
                    <a:pt x="22117" y="1"/>
                    <a:pt x="15128"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 name="Google Shape;163;p28"/>
            <p:cNvSpPr/>
            <p:nvPr/>
          </p:nvSpPr>
          <p:spPr>
            <a:xfrm>
              <a:off x="3693925" y="2440175"/>
              <a:ext cx="699000" cy="756375"/>
            </a:xfrm>
            <a:custGeom>
              <a:rect b="b" l="l" r="r" t="t"/>
              <a:pathLst>
                <a:path extrusionOk="0" h="30255" w="27960">
                  <a:moveTo>
                    <a:pt x="14815" y="5843"/>
                  </a:moveTo>
                  <a:cubicBezTo>
                    <a:pt x="18049" y="5843"/>
                    <a:pt x="19822" y="6990"/>
                    <a:pt x="19822" y="9181"/>
                  </a:cubicBezTo>
                  <a:cubicBezTo>
                    <a:pt x="19822" y="11372"/>
                    <a:pt x="18049" y="12624"/>
                    <a:pt x="14815" y="12624"/>
                  </a:cubicBezTo>
                  <a:lnTo>
                    <a:pt x="6677" y="12624"/>
                  </a:lnTo>
                  <a:lnTo>
                    <a:pt x="6677" y="5843"/>
                  </a:lnTo>
                  <a:close/>
                  <a:moveTo>
                    <a:pt x="0" y="1"/>
                  </a:moveTo>
                  <a:lnTo>
                    <a:pt x="0" y="30255"/>
                  </a:lnTo>
                  <a:lnTo>
                    <a:pt x="6677" y="30255"/>
                  </a:lnTo>
                  <a:lnTo>
                    <a:pt x="6677" y="18362"/>
                  </a:lnTo>
                  <a:lnTo>
                    <a:pt x="13980" y="18362"/>
                  </a:lnTo>
                  <a:lnTo>
                    <a:pt x="20657" y="30255"/>
                  </a:lnTo>
                  <a:lnTo>
                    <a:pt x="27960" y="30255"/>
                  </a:lnTo>
                  <a:lnTo>
                    <a:pt x="20657" y="17527"/>
                  </a:lnTo>
                  <a:cubicBezTo>
                    <a:pt x="24309" y="16171"/>
                    <a:pt x="26395" y="13250"/>
                    <a:pt x="26395" y="9181"/>
                  </a:cubicBezTo>
                  <a:cubicBezTo>
                    <a:pt x="26395" y="3548"/>
                    <a:pt x="22118" y="1"/>
                    <a:pt x="15128"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64" name="Google Shape;164;p28"/>
          <p:cNvSpPr/>
          <p:nvPr/>
        </p:nvSpPr>
        <p:spPr>
          <a:xfrm>
            <a:off x="0" y="4509550"/>
            <a:ext cx="9144000" cy="633900"/>
          </a:xfrm>
          <a:prstGeom prst="rect">
            <a:avLst/>
          </a:prstGeom>
          <a:solidFill>
            <a:schemeClr val="dk1"/>
          </a:solidFill>
          <a:ln>
            <a:noFill/>
          </a:ln>
        </p:spPr>
        <p:txBody>
          <a:bodyPr anchorCtr="0" anchor="ctr" bIns="45725" lIns="45725" spcFirstLastPara="1" rIns="45725" wrap="square" tIns="45725">
            <a:noAutofit/>
          </a:bodyPr>
          <a:lstStyle/>
          <a:p>
            <a:pPr indent="0" lvl="0" marL="0" rtl="0" algn="ctr">
              <a:spcBef>
                <a:spcPts val="0"/>
              </a:spcBef>
              <a:spcAft>
                <a:spcPts val="0"/>
              </a:spcAft>
              <a:buNone/>
            </a:pPr>
            <a:r>
              <a:t/>
            </a:r>
            <a:endParaRPr sz="700">
              <a:latin typeface="Lora"/>
              <a:ea typeface="Lora"/>
              <a:cs typeface="Lora"/>
              <a:sym typeface="Lora"/>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2: Closing + Text">
  <p:cSld name="BLANK_2_1">
    <p:bg>
      <p:bgPr>
        <a:solidFill>
          <a:schemeClr val="dk1"/>
        </a:solidFill>
      </p:bgPr>
    </p:bg>
    <p:spTree>
      <p:nvGrpSpPr>
        <p:cNvPr id="165" name="Shape 165"/>
        <p:cNvGrpSpPr/>
        <p:nvPr/>
      </p:nvGrpSpPr>
      <p:grpSpPr>
        <a:xfrm>
          <a:off x="0" y="0"/>
          <a:ext cx="0" cy="0"/>
          <a:chOff x="0" y="0"/>
          <a:chExt cx="0" cy="0"/>
        </a:xfrm>
      </p:grpSpPr>
      <p:sp>
        <p:nvSpPr>
          <p:cNvPr id="166" name="Google Shape;166;p29"/>
          <p:cNvSpPr/>
          <p:nvPr/>
        </p:nvSpPr>
        <p:spPr>
          <a:xfrm>
            <a:off x="6752963" y="4344798"/>
            <a:ext cx="2391000" cy="798600"/>
          </a:xfrm>
          <a:prstGeom prst="rect">
            <a:avLst/>
          </a:prstGeom>
          <a:solidFill>
            <a:schemeClr val="dk1"/>
          </a:solidFill>
          <a:ln>
            <a:noFill/>
          </a:ln>
        </p:spPr>
        <p:txBody>
          <a:bodyPr anchorCtr="0" anchor="ctr" bIns="45725" lIns="45725" spcFirstLastPara="1" rIns="45725" wrap="square" tIns="45725">
            <a:noAutofit/>
          </a:bodyPr>
          <a:lstStyle/>
          <a:p>
            <a:pPr indent="0" lvl="0" marL="0" rtl="0" algn="ctr">
              <a:spcBef>
                <a:spcPts val="0"/>
              </a:spcBef>
              <a:spcAft>
                <a:spcPts val="0"/>
              </a:spcAft>
              <a:buNone/>
            </a:pPr>
            <a:r>
              <a:t/>
            </a:r>
            <a:endParaRPr sz="700">
              <a:latin typeface="Lora"/>
              <a:ea typeface="Lora"/>
              <a:cs typeface="Lora"/>
              <a:sym typeface="Lora"/>
            </a:endParaRPr>
          </a:p>
        </p:txBody>
      </p:sp>
      <p:sp>
        <p:nvSpPr>
          <p:cNvPr id="167" name="Google Shape;167;p29"/>
          <p:cNvSpPr txBox="1"/>
          <p:nvPr/>
        </p:nvSpPr>
        <p:spPr>
          <a:xfrm>
            <a:off x="4626925" y="4693688"/>
            <a:ext cx="4059900" cy="107400"/>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r>
              <a:rPr lang="en" sz="800">
                <a:solidFill>
                  <a:srgbClr val="B0AEA5"/>
                </a:solidFill>
                <a:latin typeface="Poppins"/>
                <a:ea typeface="Poppins"/>
                <a:cs typeface="Poppins"/>
                <a:sym typeface="Poppins"/>
              </a:rPr>
              <a:t>CONFIDENTIAL</a:t>
            </a:r>
            <a:endParaRPr sz="800">
              <a:solidFill>
                <a:srgbClr val="B0AEA5"/>
              </a:solidFill>
              <a:latin typeface="Poppins"/>
              <a:ea typeface="Poppins"/>
              <a:cs typeface="Poppins"/>
              <a:sym typeface="Poppins"/>
            </a:endParaRPr>
          </a:p>
        </p:txBody>
      </p:sp>
      <p:sp>
        <p:nvSpPr>
          <p:cNvPr id="168" name="Google Shape;168;p29"/>
          <p:cNvSpPr/>
          <p:nvPr/>
        </p:nvSpPr>
        <p:spPr>
          <a:xfrm>
            <a:off x="0" y="4509550"/>
            <a:ext cx="9144000" cy="633900"/>
          </a:xfrm>
          <a:prstGeom prst="rect">
            <a:avLst/>
          </a:prstGeom>
          <a:solidFill>
            <a:schemeClr val="dk1"/>
          </a:solidFill>
          <a:ln>
            <a:noFill/>
          </a:ln>
        </p:spPr>
        <p:txBody>
          <a:bodyPr anchorCtr="0" anchor="ctr" bIns="45725" lIns="45725" spcFirstLastPara="1" rIns="45725" wrap="square" tIns="45725">
            <a:noAutofit/>
          </a:bodyPr>
          <a:lstStyle/>
          <a:p>
            <a:pPr indent="0" lvl="0" marL="0" rtl="0" algn="ctr">
              <a:spcBef>
                <a:spcPts val="0"/>
              </a:spcBef>
              <a:spcAft>
                <a:spcPts val="0"/>
              </a:spcAft>
              <a:buNone/>
            </a:pPr>
            <a:r>
              <a:t/>
            </a:r>
            <a:endParaRPr sz="700">
              <a:latin typeface="Lora"/>
              <a:ea typeface="Lora"/>
              <a:cs typeface="Lora"/>
              <a:sym typeface="Lora"/>
            </a:endParaRPr>
          </a:p>
        </p:txBody>
      </p:sp>
      <p:grpSp>
        <p:nvGrpSpPr>
          <p:cNvPr id="169" name="Google Shape;169;p29"/>
          <p:cNvGrpSpPr/>
          <p:nvPr/>
        </p:nvGrpSpPr>
        <p:grpSpPr>
          <a:xfrm>
            <a:off x="7080093" y="4624022"/>
            <a:ext cx="1606708" cy="176755"/>
            <a:chOff x="238125" y="2427150"/>
            <a:chExt cx="7112475" cy="782450"/>
          </a:xfrm>
        </p:grpSpPr>
        <p:sp>
          <p:nvSpPr>
            <p:cNvPr id="170" name="Google Shape;170;p29"/>
            <p:cNvSpPr/>
            <p:nvPr/>
          </p:nvSpPr>
          <p:spPr>
            <a:xfrm>
              <a:off x="1977750" y="2440175"/>
              <a:ext cx="685975" cy="756375"/>
            </a:xfrm>
            <a:custGeom>
              <a:rect b="b" l="l" r="r" t="t"/>
              <a:pathLst>
                <a:path extrusionOk="0" h="30255" w="27439">
                  <a:moveTo>
                    <a:pt x="1" y="1"/>
                  </a:moveTo>
                  <a:lnTo>
                    <a:pt x="1" y="5843"/>
                  </a:lnTo>
                  <a:lnTo>
                    <a:pt x="10433" y="5843"/>
                  </a:lnTo>
                  <a:lnTo>
                    <a:pt x="10433" y="30255"/>
                  </a:lnTo>
                  <a:lnTo>
                    <a:pt x="17006" y="30255"/>
                  </a:lnTo>
                  <a:lnTo>
                    <a:pt x="17006" y="5843"/>
                  </a:lnTo>
                  <a:lnTo>
                    <a:pt x="27439" y="5843"/>
                  </a:lnTo>
                  <a:lnTo>
                    <a:pt x="27439"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 name="Google Shape;171;p29"/>
            <p:cNvSpPr/>
            <p:nvPr/>
          </p:nvSpPr>
          <p:spPr>
            <a:xfrm>
              <a:off x="1150975" y="2440175"/>
              <a:ext cx="696400" cy="756375"/>
            </a:xfrm>
            <a:custGeom>
              <a:rect b="b" l="l" r="r" t="t"/>
              <a:pathLst>
                <a:path extrusionOk="0" h="30255" w="27856">
                  <a:moveTo>
                    <a:pt x="0" y="1"/>
                  </a:moveTo>
                  <a:lnTo>
                    <a:pt x="0" y="30255"/>
                  </a:lnTo>
                  <a:lnTo>
                    <a:pt x="6468" y="30255"/>
                  </a:lnTo>
                  <a:lnTo>
                    <a:pt x="6468" y="9077"/>
                  </a:lnTo>
                  <a:lnTo>
                    <a:pt x="20344" y="30255"/>
                  </a:lnTo>
                  <a:lnTo>
                    <a:pt x="27855" y="30255"/>
                  </a:lnTo>
                  <a:lnTo>
                    <a:pt x="27855" y="1"/>
                  </a:lnTo>
                  <a:lnTo>
                    <a:pt x="21387" y="1"/>
                  </a:lnTo>
                  <a:lnTo>
                    <a:pt x="21387" y="21178"/>
                  </a:lnTo>
                  <a:lnTo>
                    <a:pt x="7512"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 name="Google Shape;172;p29"/>
            <p:cNvSpPr/>
            <p:nvPr/>
          </p:nvSpPr>
          <p:spPr>
            <a:xfrm>
              <a:off x="2794100" y="2440175"/>
              <a:ext cx="696425" cy="756375"/>
            </a:xfrm>
            <a:custGeom>
              <a:rect b="b" l="l" r="r" t="t"/>
              <a:pathLst>
                <a:path extrusionOk="0" h="30255" w="27857">
                  <a:moveTo>
                    <a:pt x="1" y="1"/>
                  </a:moveTo>
                  <a:lnTo>
                    <a:pt x="1" y="30255"/>
                  </a:lnTo>
                  <a:lnTo>
                    <a:pt x="6678" y="30255"/>
                  </a:lnTo>
                  <a:lnTo>
                    <a:pt x="6678" y="17944"/>
                  </a:lnTo>
                  <a:lnTo>
                    <a:pt x="21179" y="17944"/>
                  </a:lnTo>
                  <a:lnTo>
                    <a:pt x="21179" y="30255"/>
                  </a:lnTo>
                  <a:lnTo>
                    <a:pt x="27856" y="30255"/>
                  </a:lnTo>
                  <a:lnTo>
                    <a:pt x="27856" y="1"/>
                  </a:lnTo>
                  <a:lnTo>
                    <a:pt x="21179" y="1"/>
                  </a:lnTo>
                  <a:lnTo>
                    <a:pt x="21179" y="12102"/>
                  </a:lnTo>
                  <a:lnTo>
                    <a:pt x="6678" y="12102"/>
                  </a:lnTo>
                  <a:lnTo>
                    <a:pt x="6678"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 name="Google Shape;173;p29"/>
            <p:cNvSpPr/>
            <p:nvPr/>
          </p:nvSpPr>
          <p:spPr>
            <a:xfrm>
              <a:off x="238125" y="2440175"/>
              <a:ext cx="792900" cy="756375"/>
            </a:xfrm>
            <a:custGeom>
              <a:rect b="b" l="l" r="r" t="t"/>
              <a:pathLst>
                <a:path extrusionOk="0" h="30255" w="31716">
                  <a:moveTo>
                    <a:pt x="15858" y="7616"/>
                  </a:moveTo>
                  <a:lnTo>
                    <a:pt x="20031" y="18257"/>
                  </a:lnTo>
                  <a:lnTo>
                    <a:pt x="11580" y="18257"/>
                  </a:lnTo>
                  <a:lnTo>
                    <a:pt x="15858" y="7616"/>
                  </a:lnTo>
                  <a:close/>
                  <a:moveTo>
                    <a:pt x="12311" y="1"/>
                  </a:moveTo>
                  <a:lnTo>
                    <a:pt x="0" y="30255"/>
                  </a:lnTo>
                  <a:lnTo>
                    <a:pt x="6886" y="30255"/>
                  </a:lnTo>
                  <a:lnTo>
                    <a:pt x="9389" y="23891"/>
                  </a:lnTo>
                  <a:lnTo>
                    <a:pt x="22326" y="23891"/>
                  </a:lnTo>
                  <a:lnTo>
                    <a:pt x="24830" y="30255"/>
                  </a:lnTo>
                  <a:lnTo>
                    <a:pt x="31715" y="30255"/>
                  </a:lnTo>
                  <a:lnTo>
                    <a:pt x="19405"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 name="Google Shape;174;p29"/>
            <p:cNvSpPr/>
            <p:nvPr/>
          </p:nvSpPr>
          <p:spPr>
            <a:xfrm>
              <a:off x="4481600" y="2427150"/>
              <a:ext cx="759000" cy="782450"/>
            </a:xfrm>
            <a:custGeom>
              <a:rect b="b" l="l" r="r" t="t"/>
              <a:pathLst>
                <a:path extrusionOk="0" h="31298" w="30360">
                  <a:moveTo>
                    <a:pt x="15232" y="6051"/>
                  </a:moveTo>
                  <a:cubicBezTo>
                    <a:pt x="20344" y="6051"/>
                    <a:pt x="23473" y="9702"/>
                    <a:pt x="23473" y="15649"/>
                  </a:cubicBezTo>
                  <a:cubicBezTo>
                    <a:pt x="23473" y="21595"/>
                    <a:pt x="20344" y="25246"/>
                    <a:pt x="15232" y="25246"/>
                  </a:cubicBezTo>
                  <a:cubicBezTo>
                    <a:pt x="10015" y="25246"/>
                    <a:pt x="6781" y="21595"/>
                    <a:pt x="6781" y="15649"/>
                  </a:cubicBezTo>
                  <a:cubicBezTo>
                    <a:pt x="6781" y="9702"/>
                    <a:pt x="10015" y="6051"/>
                    <a:pt x="15232" y="6051"/>
                  </a:cubicBezTo>
                  <a:close/>
                  <a:moveTo>
                    <a:pt x="15232" y="0"/>
                  </a:moveTo>
                  <a:cubicBezTo>
                    <a:pt x="6260" y="0"/>
                    <a:pt x="0" y="6468"/>
                    <a:pt x="0" y="15649"/>
                  </a:cubicBezTo>
                  <a:cubicBezTo>
                    <a:pt x="0" y="24829"/>
                    <a:pt x="6260" y="31297"/>
                    <a:pt x="15232" y="31297"/>
                  </a:cubicBezTo>
                  <a:cubicBezTo>
                    <a:pt x="24099" y="31297"/>
                    <a:pt x="30359" y="24829"/>
                    <a:pt x="30359" y="15649"/>
                  </a:cubicBezTo>
                  <a:cubicBezTo>
                    <a:pt x="30359" y="6468"/>
                    <a:pt x="24099" y="0"/>
                    <a:pt x="15232"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 name="Google Shape;175;p29"/>
            <p:cNvSpPr/>
            <p:nvPr/>
          </p:nvSpPr>
          <p:spPr>
            <a:xfrm>
              <a:off x="6630725" y="2427150"/>
              <a:ext cx="719875" cy="782450"/>
            </a:xfrm>
            <a:custGeom>
              <a:rect b="b" l="l" r="r" t="t"/>
              <a:pathLst>
                <a:path extrusionOk="0" h="31298" w="28795">
                  <a:moveTo>
                    <a:pt x="15232" y="0"/>
                  </a:moveTo>
                  <a:cubicBezTo>
                    <a:pt x="6260" y="0"/>
                    <a:pt x="0" y="6468"/>
                    <a:pt x="0" y="15649"/>
                  </a:cubicBezTo>
                  <a:cubicBezTo>
                    <a:pt x="0" y="24829"/>
                    <a:pt x="6260" y="31297"/>
                    <a:pt x="15232" y="31297"/>
                  </a:cubicBezTo>
                  <a:cubicBezTo>
                    <a:pt x="21909" y="31297"/>
                    <a:pt x="27125" y="27020"/>
                    <a:pt x="28794" y="20656"/>
                  </a:cubicBezTo>
                  <a:lnTo>
                    <a:pt x="21804" y="20656"/>
                  </a:lnTo>
                  <a:cubicBezTo>
                    <a:pt x="20657" y="23577"/>
                    <a:pt x="18361" y="25246"/>
                    <a:pt x="15232" y="25246"/>
                  </a:cubicBezTo>
                  <a:cubicBezTo>
                    <a:pt x="10015" y="25246"/>
                    <a:pt x="6781" y="21595"/>
                    <a:pt x="6781" y="15649"/>
                  </a:cubicBezTo>
                  <a:cubicBezTo>
                    <a:pt x="6781" y="9702"/>
                    <a:pt x="10015" y="6051"/>
                    <a:pt x="15232" y="6051"/>
                  </a:cubicBezTo>
                  <a:cubicBezTo>
                    <a:pt x="18361" y="6051"/>
                    <a:pt x="20657" y="7720"/>
                    <a:pt x="21804" y="10641"/>
                  </a:cubicBezTo>
                  <a:lnTo>
                    <a:pt x="28794" y="10641"/>
                  </a:lnTo>
                  <a:cubicBezTo>
                    <a:pt x="27021" y="4173"/>
                    <a:pt x="21909" y="0"/>
                    <a:pt x="15232"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 name="Google Shape;176;p29"/>
            <p:cNvSpPr/>
            <p:nvPr/>
          </p:nvSpPr>
          <p:spPr>
            <a:xfrm>
              <a:off x="6119525" y="2440175"/>
              <a:ext cx="477300" cy="756375"/>
            </a:xfrm>
            <a:custGeom>
              <a:rect b="b" l="l" r="r" t="t"/>
              <a:pathLst>
                <a:path extrusionOk="0" h="30255" w="19092">
                  <a:moveTo>
                    <a:pt x="0" y="1"/>
                  </a:moveTo>
                  <a:lnTo>
                    <a:pt x="12311" y="30255"/>
                  </a:lnTo>
                  <a:lnTo>
                    <a:pt x="19092" y="30255"/>
                  </a:lnTo>
                  <a:lnTo>
                    <a:pt x="6781"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 name="Google Shape;177;p29"/>
            <p:cNvSpPr/>
            <p:nvPr/>
          </p:nvSpPr>
          <p:spPr>
            <a:xfrm>
              <a:off x="5394450" y="2440175"/>
              <a:ext cx="659875" cy="756375"/>
            </a:xfrm>
            <a:custGeom>
              <a:rect b="b" l="l" r="r" t="t"/>
              <a:pathLst>
                <a:path extrusionOk="0" h="30255" w="26395">
                  <a:moveTo>
                    <a:pt x="14815" y="5843"/>
                  </a:moveTo>
                  <a:cubicBezTo>
                    <a:pt x="18049" y="5843"/>
                    <a:pt x="19718" y="7095"/>
                    <a:pt x="19718" y="9598"/>
                  </a:cubicBezTo>
                  <a:cubicBezTo>
                    <a:pt x="19718" y="12102"/>
                    <a:pt x="18049" y="13458"/>
                    <a:pt x="14815" y="13458"/>
                  </a:cubicBezTo>
                  <a:lnTo>
                    <a:pt x="6573" y="13458"/>
                  </a:lnTo>
                  <a:lnTo>
                    <a:pt x="6573" y="5843"/>
                  </a:lnTo>
                  <a:close/>
                  <a:moveTo>
                    <a:pt x="0" y="1"/>
                  </a:moveTo>
                  <a:lnTo>
                    <a:pt x="0" y="30255"/>
                  </a:lnTo>
                  <a:lnTo>
                    <a:pt x="6573" y="30255"/>
                  </a:lnTo>
                  <a:lnTo>
                    <a:pt x="6573" y="19301"/>
                  </a:lnTo>
                  <a:lnTo>
                    <a:pt x="15128" y="19301"/>
                  </a:lnTo>
                  <a:cubicBezTo>
                    <a:pt x="22117" y="19301"/>
                    <a:pt x="26395" y="15649"/>
                    <a:pt x="26395" y="9598"/>
                  </a:cubicBezTo>
                  <a:cubicBezTo>
                    <a:pt x="26395" y="3652"/>
                    <a:pt x="22117" y="1"/>
                    <a:pt x="15128"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 name="Google Shape;178;p29"/>
            <p:cNvSpPr/>
            <p:nvPr/>
          </p:nvSpPr>
          <p:spPr>
            <a:xfrm>
              <a:off x="3693925" y="2440175"/>
              <a:ext cx="699000" cy="756375"/>
            </a:xfrm>
            <a:custGeom>
              <a:rect b="b" l="l" r="r" t="t"/>
              <a:pathLst>
                <a:path extrusionOk="0" h="30255" w="27960">
                  <a:moveTo>
                    <a:pt x="14815" y="5843"/>
                  </a:moveTo>
                  <a:cubicBezTo>
                    <a:pt x="18049" y="5843"/>
                    <a:pt x="19822" y="6990"/>
                    <a:pt x="19822" y="9181"/>
                  </a:cubicBezTo>
                  <a:cubicBezTo>
                    <a:pt x="19822" y="11372"/>
                    <a:pt x="18049" y="12624"/>
                    <a:pt x="14815" y="12624"/>
                  </a:cubicBezTo>
                  <a:lnTo>
                    <a:pt x="6677" y="12624"/>
                  </a:lnTo>
                  <a:lnTo>
                    <a:pt x="6677" y="5843"/>
                  </a:lnTo>
                  <a:close/>
                  <a:moveTo>
                    <a:pt x="0" y="1"/>
                  </a:moveTo>
                  <a:lnTo>
                    <a:pt x="0" y="30255"/>
                  </a:lnTo>
                  <a:lnTo>
                    <a:pt x="6677" y="30255"/>
                  </a:lnTo>
                  <a:lnTo>
                    <a:pt x="6677" y="18362"/>
                  </a:lnTo>
                  <a:lnTo>
                    <a:pt x="13980" y="18362"/>
                  </a:lnTo>
                  <a:lnTo>
                    <a:pt x="20657" y="30255"/>
                  </a:lnTo>
                  <a:lnTo>
                    <a:pt x="27960" y="30255"/>
                  </a:lnTo>
                  <a:lnTo>
                    <a:pt x="20657" y="17527"/>
                  </a:lnTo>
                  <a:cubicBezTo>
                    <a:pt x="24309" y="16171"/>
                    <a:pt x="26395" y="13250"/>
                    <a:pt x="26395" y="9181"/>
                  </a:cubicBezTo>
                  <a:cubicBezTo>
                    <a:pt x="26395" y="3548"/>
                    <a:pt x="22118" y="1"/>
                    <a:pt x="15128"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79" name="Google Shape;179;p29"/>
          <p:cNvSpPr txBox="1"/>
          <p:nvPr>
            <p:ph type="ctrTitle"/>
          </p:nvPr>
        </p:nvSpPr>
        <p:spPr>
          <a:xfrm>
            <a:off x="455775" y="1371600"/>
            <a:ext cx="6860400" cy="1654200"/>
          </a:xfrm>
          <a:prstGeom prst="rect">
            <a:avLst/>
          </a:prstGeom>
        </p:spPr>
        <p:txBody>
          <a:bodyPr anchorCtr="0" anchor="t" bIns="0" lIns="0" spcFirstLastPara="1" rIns="0" wrap="square" tIns="0">
            <a:noAutofit/>
          </a:bodyPr>
          <a:lstStyle>
            <a:lvl1pPr lvl="0">
              <a:lnSpc>
                <a:spcPct val="90000"/>
              </a:lnSpc>
              <a:spcBef>
                <a:spcPts val="0"/>
              </a:spcBef>
              <a:spcAft>
                <a:spcPts val="0"/>
              </a:spcAft>
              <a:buClr>
                <a:schemeClr val="lt1"/>
              </a:buClr>
              <a:buSzPts val="4800"/>
              <a:buNone/>
              <a:defRPr sz="4800">
                <a:solidFill>
                  <a:schemeClr val="lt1"/>
                </a:solidFill>
              </a:defRPr>
            </a:lvl1pPr>
            <a:lvl2pPr lvl="1" algn="ctr">
              <a:lnSpc>
                <a:spcPct val="90000"/>
              </a:lnSpc>
              <a:spcBef>
                <a:spcPts val="0"/>
              </a:spcBef>
              <a:spcAft>
                <a:spcPts val="0"/>
              </a:spcAft>
              <a:buClr>
                <a:schemeClr val="lt1"/>
              </a:buClr>
              <a:buSzPts val="5200"/>
              <a:buNone/>
              <a:defRPr sz="5200">
                <a:solidFill>
                  <a:schemeClr val="lt1"/>
                </a:solidFill>
              </a:defRPr>
            </a:lvl2pPr>
            <a:lvl3pPr lvl="2" algn="ctr">
              <a:lnSpc>
                <a:spcPct val="90000"/>
              </a:lnSpc>
              <a:spcBef>
                <a:spcPts val="0"/>
              </a:spcBef>
              <a:spcAft>
                <a:spcPts val="0"/>
              </a:spcAft>
              <a:buClr>
                <a:schemeClr val="lt1"/>
              </a:buClr>
              <a:buSzPts val="5200"/>
              <a:buNone/>
              <a:defRPr sz="5200">
                <a:solidFill>
                  <a:schemeClr val="lt1"/>
                </a:solidFill>
              </a:defRPr>
            </a:lvl3pPr>
            <a:lvl4pPr lvl="3" algn="ctr">
              <a:lnSpc>
                <a:spcPct val="90000"/>
              </a:lnSpc>
              <a:spcBef>
                <a:spcPts val="0"/>
              </a:spcBef>
              <a:spcAft>
                <a:spcPts val="0"/>
              </a:spcAft>
              <a:buClr>
                <a:schemeClr val="lt1"/>
              </a:buClr>
              <a:buSzPts val="5200"/>
              <a:buNone/>
              <a:defRPr sz="5200">
                <a:solidFill>
                  <a:schemeClr val="lt1"/>
                </a:solidFill>
              </a:defRPr>
            </a:lvl4pPr>
            <a:lvl5pPr lvl="4" algn="ctr">
              <a:lnSpc>
                <a:spcPct val="90000"/>
              </a:lnSpc>
              <a:spcBef>
                <a:spcPts val="0"/>
              </a:spcBef>
              <a:spcAft>
                <a:spcPts val="0"/>
              </a:spcAft>
              <a:buClr>
                <a:schemeClr val="lt1"/>
              </a:buClr>
              <a:buSzPts val="5200"/>
              <a:buNone/>
              <a:defRPr sz="5200">
                <a:solidFill>
                  <a:schemeClr val="lt1"/>
                </a:solidFill>
              </a:defRPr>
            </a:lvl5pPr>
            <a:lvl6pPr lvl="5" algn="ctr">
              <a:lnSpc>
                <a:spcPct val="90000"/>
              </a:lnSpc>
              <a:spcBef>
                <a:spcPts val="0"/>
              </a:spcBef>
              <a:spcAft>
                <a:spcPts val="0"/>
              </a:spcAft>
              <a:buClr>
                <a:schemeClr val="lt1"/>
              </a:buClr>
              <a:buSzPts val="5200"/>
              <a:buNone/>
              <a:defRPr sz="5200">
                <a:solidFill>
                  <a:schemeClr val="lt1"/>
                </a:solidFill>
              </a:defRPr>
            </a:lvl6pPr>
            <a:lvl7pPr lvl="6" algn="ctr">
              <a:lnSpc>
                <a:spcPct val="90000"/>
              </a:lnSpc>
              <a:spcBef>
                <a:spcPts val="0"/>
              </a:spcBef>
              <a:spcAft>
                <a:spcPts val="0"/>
              </a:spcAft>
              <a:buClr>
                <a:schemeClr val="lt1"/>
              </a:buClr>
              <a:buSzPts val="5200"/>
              <a:buNone/>
              <a:defRPr sz="5200">
                <a:solidFill>
                  <a:schemeClr val="lt1"/>
                </a:solidFill>
              </a:defRPr>
            </a:lvl7pPr>
            <a:lvl8pPr lvl="7" algn="ctr">
              <a:lnSpc>
                <a:spcPct val="90000"/>
              </a:lnSpc>
              <a:spcBef>
                <a:spcPts val="0"/>
              </a:spcBef>
              <a:spcAft>
                <a:spcPts val="0"/>
              </a:spcAft>
              <a:buClr>
                <a:schemeClr val="lt1"/>
              </a:buClr>
              <a:buSzPts val="5200"/>
              <a:buNone/>
              <a:defRPr sz="5200">
                <a:solidFill>
                  <a:schemeClr val="lt1"/>
                </a:solidFill>
              </a:defRPr>
            </a:lvl8pPr>
            <a:lvl9pPr lvl="8" algn="ctr">
              <a:lnSpc>
                <a:spcPct val="90000"/>
              </a:lnSpc>
              <a:spcBef>
                <a:spcPts val="0"/>
              </a:spcBef>
              <a:spcAft>
                <a:spcPts val="0"/>
              </a:spcAft>
              <a:buClr>
                <a:schemeClr val="lt1"/>
              </a:buClr>
              <a:buSzPts val="5200"/>
              <a:buNone/>
              <a:defRPr sz="5200">
                <a:solidFill>
                  <a:schemeClr val="lt1"/>
                </a:solidFill>
              </a:defRPr>
            </a:lvl9pPr>
          </a:lstStyle>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1: Cover">
  <p:cSld name="TITLE_1_2_2">
    <p:bg>
      <p:bgPr>
        <a:solidFill>
          <a:schemeClr val="dk1"/>
        </a:solidFill>
      </p:bgPr>
    </p:bg>
    <p:spTree>
      <p:nvGrpSpPr>
        <p:cNvPr id="180" name="Shape 180"/>
        <p:cNvGrpSpPr/>
        <p:nvPr/>
      </p:nvGrpSpPr>
      <p:grpSpPr>
        <a:xfrm>
          <a:off x="0" y="0"/>
          <a:ext cx="0" cy="0"/>
          <a:chOff x="0" y="0"/>
          <a:chExt cx="0" cy="0"/>
        </a:xfrm>
      </p:grpSpPr>
      <p:sp>
        <p:nvSpPr>
          <p:cNvPr id="181" name="Google Shape;181;p30"/>
          <p:cNvSpPr txBox="1"/>
          <p:nvPr>
            <p:ph type="ctrTitle"/>
          </p:nvPr>
        </p:nvSpPr>
        <p:spPr>
          <a:xfrm>
            <a:off x="455775" y="1371600"/>
            <a:ext cx="6860400" cy="1654200"/>
          </a:xfrm>
          <a:prstGeom prst="rect">
            <a:avLst/>
          </a:prstGeom>
        </p:spPr>
        <p:txBody>
          <a:bodyPr anchorCtr="0" anchor="t" bIns="0" lIns="0" spcFirstLastPara="1" rIns="0" wrap="square" tIns="0">
            <a:noAutofit/>
          </a:bodyPr>
          <a:lstStyle>
            <a:lvl1pPr lvl="0">
              <a:lnSpc>
                <a:spcPct val="90000"/>
              </a:lnSpc>
              <a:spcBef>
                <a:spcPts val="0"/>
              </a:spcBef>
              <a:spcAft>
                <a:spcPts val="0"/>
              </a:spcAft>
              <a:buClr>
                <a:schemeClr val="lt1"/>
              </a:buClr>
              <a:buSzPts val="4800"/>
              <a:buNone/>
              <a:defRPr sz="4800">
                <a:solidFill>
                  <a:schemeClr val="lt1"/>
                </a:solidFill>
              </a:defRPr>
            </a:lvl1pPr>
            <a:lvl2pPr lvl="1" algn="ctr">
              <a:lnSpc>
                <a:spcPct val="90000"/>
              </a:lnSpc>
              <a:spcBef>
                <a:spcPts val="0"/>
              </a:spcBef>
              <a:spcAft>
                <a:spcPts val="0"/>
              </a:spcAft>
              <a:buClr>
                <a:schemeClr val="lt1"/>
              </a:buClr>
              <a:buSzPts val="5200"/>
              <a:buNone/>
              <a:defRPr sz="5200">
                <a:solidFill>
                  <a:schemeClr val="lt1"/>
                </a:solidFill>
              </a:defRPr>
            </a:lvl2pPr>
            <a:lvl3pPr lvl="2" algn="ctr">
              <a:lnSpc>
                <a:spcPct val="90000"/>
              </a:lnSpc>
              <a:spcBef>
                <a:spcPts val="0"/>
              </a:spcBef>
              <a:spcAft>
                <a:spcPts val="0"/>
              </a:spcAft>
              <a:buClr>
                <a:schemeClr val="lt1"/>
              </a:buClr>
              <a:buSzPts val="5200"/>
              <a:buNone/>
              <a:defRPr sz="5200">
                <a:solidFill>
                  <a:schemeClr val="lt1"/>
                </a:solidFill>
              </a:defRPr>
            </a:lvl3pPr>
            <a:lvl4pPr lvl="3" algn="ctr">
              <a:lnSpc>
                <a:spcPct val="90000"/>
              </a:lnSpc>
              <a:spcBef>
                <a:spcPts val="0"/>
              </a:spcBef>
              <a:spcAft>
                <a:spcPts val="0"/>
              </a:spcAft>
              <a:buClr>
                <a:schemeClr val="lt1"/>
              </a:buClr>
              <a:buSzPts val="5200"/>
              <a:buNone/>
              <a:defRPr sz="5200">
                <a:solidFill>
                  <a:schemeClr val="lt1"/>
                </a:solidFill>
              </a:defRPr>
            </a:lvl4pPr>
            <a:lvl5pPr lvl="4" algn="ctr">
              <a:lnSpc>
                <a:spcPct val="90000"/>
              </a:lnSpc>
              <a:spcBef>
                <a:spcPts val="0"/>
              </a:spcBef>
              <a:spcAft>
                <a:spcPts val="0"/>
              </a:spcAft>
              <a:buClr>
                <a:schemeClr val="lt1"/>
              </a:buClr>
              <a:buSzPts val="5200"/>
              <a:buNone/>
              <a:defRPr sz="5200">
                <a:solidFill>
                  <a:schemeClr val="lt1"/>
                </a:solidFill>
              </a:defRPr>
            </a:lvl5pPr>
            <a:lvl6pPr lvl="5" algn="ctr">
              <a:lnSpc>
                <a:spcPct val="90000"/>
              </a:lnSpc>
              <a:spcBef>
                <a:spcPts val="0"/>
              </a:spcBef>
              <a:spcAft>
                <a:spcPts val="0"/>
              </a:spcAft>
              <a:buClr>
                <a:schemeClr val="lt1"/>
              </a:buClr>
              <a:buSzPts val="5200"/>
              <a:buNone/>
              <a:defRPr sz="5200">
                <a:solidFill>
                  <a:schemeClr val="lt1"/>
                </a:solidFill>
              </a:defRPr>
            </a:lvl6pPr>
            <a:lvl7pPr lvl="6" algn="ctr">
              <a:lnSpc>
                <a:spcPct val="90000"/>
              </a:lnSpc>
              <a:spcBef>
                <a:spcPts val="0"/>
              </a:spcBef>
              <a:spcAft>
                <a:spcPts val="0"/>
              </a:spcAft>
              <a:buClr>
                <a:schemeClr val="lt1"/>
              </a:buClr>
              <a:buSzPts val="5200"/>
              <a:buNone/>
              <a:defRPr sz="5200">
                <a:solidFill>
                  <a:schemeClr val="lt1"/>
                </a:solidFill>
              </a:defRPr>
            </a:lvl7pPr>
            <a:lvl8pPr lvl="7" algn="ctr">
              <a:lnSpc>
                <a:spcPct val="90000"/>
              </a:lnSpc>
              <a:spcBef>
                <a:spcPts val="0"/>
              </a:spcBef>
              <a:spcAft>
                <a:spcPts val="0"/>
              </a:spcAft>
              <a:buClr>
                <a:schemeClr val="lt1"/>
              </a:buClr>
              <a:buSzPts val="5200"/>
              <a:buNone/>
              <a:defRPr sz="5200">
                <a:solidFill>
                  <a:schemeClr val="lt1"/>
                </a:solidFill>
              </a:defRPr>
            </a:lvl8pPr>
            <a:lvl9pPr lvl="8" algn="ctr">
              <a:lnSpc>
                <a:spcPct val="90000"/>
              </a:lnSpc>
              <a:spcBef>
                <a:spcPts val="0"/>
              </a:spcBef>
              <a:spcAft>
                <a:spcPts val="0"/>
              </a:spcAft>
              <a:buClr>
                <a:schemeClr val="lt1"/>
              </a:buClr>
              <a:buSzPts val="5200"/>
              <a:buNone/>
              <a:defRPr sz="5200">
                <a:solidFill>
                  <a:schemeClr val="lt1"/>
                </a:solidFill>
              </a:defRPr>
            </a:lvl9pPr>
          </a:lstStyle>
          <a:p/>
        </p:txBody>
      </p:sp>
      <p:sp>
        <p:nvSpPr>
          <p:cNvPr id="182" name="Google Shape;182;p30"/>
          <p:cNvSpPr/>
          <p:nvPr/>
        </p:nvSpPr>
        <p:spPr>
          <a:xfrm>
            <a:off x="248825" y="4618350"/>
            <a:ext cx="8679000" cy="2934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400">
              <a:latin typeface="Lora"/>
              <a:ea typeface="Lora"/>
              <a:cs typeface="Lora"/>
              <a:sym typeface="Lora"/>
            </a:endParaRPr>
          </a:p>
        </p:txBody>
      </p:sp>
      <p:sp>
        <p:nvSpPr>
          <p:cNvPr id="183" name="Google Shape;183;p30"/>
          <p:cNvSpPr txBox="1"/>
          <p:nvPr>
            <p:ph idx="1" type="subTitle"/>
          </p:nvPr>
        </p:nvSpPr>
        <p:spPr>
          <a:xfrm>
            <a:off x="455775" y="3171600"/>
            <a:ext cx="6860400" cy="792600"/>
          </a:xfrm>
          <a:prstGeom prst="rect">
            <a:avLst/>
          </a:prstGeom>
        </p:spPr>
        <p:txBody>
          <a:bodyPr anchorCtr="0" anchor="t" bIns="0" lIns="0" spcFirstLastPara="1" rIns="0" wrap="square" tIns="0">
            <a:noAutofit/>
          </a:bodyPr>
          <a:lstStyle>
            <a:lvl1pPr lvl="0">
              <a:lnSpc>
                <a:spcPct val="115000"/>
              </a:lnSpc>
              <a:spcBef>
                <a:spcPts val="0"/>
              </a:spcBef>
              <a:spcAft>
                <a:spcPts val="0"/>
              </a:spcAft>
              <a:buClr>
                <a:schemeClr val="lt1"/>
              </a:buClr>
              <a:buSzPts val="1600"/>
              <a:buFont typeface="Lora Medium"/>
              <a:buNone/>
              <a:defRPr sz="1600">
                <a:solidFill>
                  <a:schemeClr val="lt1"/>
                </a:solidFill>
                <a:latin typeface="Lora Medium"/>
                <a:ea typeface="Lora Medium"/>
                <a:cs typeface="Lora Medium"/>
                <a:sym typeface="Lora Medium"/>
              </a:defRPr>
            </a:lvl1pPr>
            <a:lvl2pPr lvl="1">
              <a:lnSpc>
                <a:spcPct val="90000"/>
              </a:lnSpc>
              <a:spcBef>
                <a:spcPts val="0"/>
              </a:spcBef>
              <a:spcAft>
                <a:spcPts val="0"/>
              </a:spcAft>
              <a:buClr>
                <a:schemeClr val="lt1"/>
              </a:buClr>
              <a:buSzPts val="1800"/>
              <a:buFont typeface="Poppins"/>
              <a:buNone/>
              <a:defRPr sz="1800">
                <a:solidFill>
                  <a:schemeClr val="lt1"/>
                </a:solidFill>
                <a:latin typeface="Poppins"/>
                <a:ea typeface="Poppins"/>
                <a:cs typeface="Poppins"/>
                <a:sym typeface="Poppins"/>
              </a:defRPr>
            </a:lvl2pPr>
            <a:lvl3pPr lvl="2">
              <a:lnSpc>
                <a:spcPct val="90000"/>
              </a:lnSpc>
              <a:spcBef>
                <a:spcPts val="0"/>
              </a:spcBef>
              <a:spcAft>
                <a:spcPts val="0"/>
              </a:spcAft>
              <a:buClr>
                <a:schemeClr val="lt1"/>
              </a:buClr>
              <a:buSzPts val="1800"/>
              <a:buFont typeface="Poppins"/>
              <a:buNone/>
              <a:defRPr sz="1800">
                <a:solidFill>
                  <a:schemeClr val="lt1"/>
                </a:solidFill>
                <a:latin typeface="Poppins"/>
                <a:ea typeface="Poppins"/>
                <a:cs typeface="Poppins"/>
                <a:sym typeface="Poppins"/>
              </a:defRPr>
            </a:lvl3pPr>
            <a:lvl4pPr lvl="3">
              <a:lnSpc>
                <a:spcPct val="90000"/>
              </a:lnSpc>
              <a:spcBef>
                <a:spcPts val="0"/>
              </a:spcBef>
              <a:spcAft>
                <a:spcPts val="0"/>
              </a:spcAft>
              <a:buClr>
                <a:schemeClr val="lt1"/>
              </a:buClr>
              <a:buSzPts val="1800"/>
              <a:buFont typeface="Poppins"/>
              <a:buNone/>
              <a:defRPr sz="1800">
                <a:solidFill>
                  <a:schemeClr val="lt1"/>
                </a:solidFill>
                <a:latin typeface="Poppins"/>
                <a:ea typeface="Poppins"/>
                <a:cs typeface="Poppins"/>
                <a:sym typeface="Poppins"/>
              </a:defRPr>
            </a:lvl4pPr>
            <a:lvl5pPr lvl="4">
              <a:lnSpc>
                <a:spcPct val="90000"/>
              </a:lnSpc>
              <a:spcBef>
                <a:spcPts val="0"/>
              </a:spcBef>
              <a:spcAft>
                <a:spcPts val="0"/>
              </a:spcAft>
              <a:buClr>
                <a:schemeClr val="lt1"/>
              </a:buClr>
              <a:buSzPts val="1800"/>
              <a:buFont typeface="Poppins"/>
              <a:buNone/>
              <a:defRPr sz="1800">
                <a:solidFill>
                  <a:schemeClr val="lt1"/>
                </a:solidFill>
                <a:latin typeface="Poppins"/>
                <a:ea typeface="Poppins"/>
                <a:cs typeface="Poppins"/>
                <a:sym typeface="Poppins"/>
              </a:defRPr>
            </a:lvl5pPr>
            <a:lvl6pPr lvl="5">
              <a:lnSpc>
                <a:spcPct val="90000"/>
              </a:lnSpc>
              <a:spcBef>
                <a:spcPts val="0"/>
              </a:spcBef>
              <a:spcAft>
                <a:spcPts val="0"/>
              </a:spcAft>
              <a:buClr>
                <a:schemeClr val="lt1"/>
              </a:buClr>
              <a:buSzPts val="1800"/>
              <a:buFont typeface="Poppins"/>
              <a:buNone/>
              <a:defRPr sz="1800">
                <a:solidFill>
                  <a:schemeClr val="lt1"/>
                </a:solidFill>
                <a:latin typeface="Poppins"/>
                <a:ea typeface="Poppins"/>
                <a:cs typeface="Poppins"/>
                <a:sym typeface="Poppins"/>
              </a:defRPr>
            </a:lvl6pPr>
            <a:lvl7pPr lvl="6">
              <a:lnSpc>
                <a:spcPct val="90000"/>
              </a:lnSpc>
              <a:spcBef>
                <a:spcPts val="0"/>
              </a:spcBef>
              <a:spcAft>
                <a:spcPts val="0"/>
              </a:spcAft>
              <a:buClr>
                <a:schemeClr val="lt1"/>
              </a:buClr>
              <a:buSzPts val="1800"/>
              <a:buFont typeface="Poppins"/>
              <a:buNone/>
              <a:defRPr sz="1800">
                <a:solidFill>
                  <a:schemeClr val="lt1"/>
                </a:solidFill>
                <a:latin typeface="Poppins"/>
                <a:ea typeface="Poppins"/>
                <a:cs typeface="Poppins"/>
                <a:sym typeface="Poppins"/>
              </a:defRPr>
            </a:lvl7pPr>
            <a:lvl8pPr lvl="7">
              <a:lnSpc>
                <a:spcPct val="90000"/>
              </a:lnSpc>
              <a:spcBef>
                <a:spcPts val="0"/>
              </a:spcBef>
              <a:spcAft>
                <a:spcPts val="0"/>
              </a:spcAft>
              <a:buClr>
                <a:schemeClr val="lt1"/>
              </a:buClr>
              <a:buSzPts val="1800"/>
              <a:buFont typeface="Poppins"/>
              <a:buNone/>
              <a:defRPr sz="1800">
                <a:solidFill>
                  <a:schemeClr val="lt1"/>
                </a:solidFill>
                <a:latin typeface="Poppins"/>
                <a:ea typeface="Poppins"/>
                <a:cs typeface="Poppins"/>
                <a:sym typeface="Poppins"/>
              </a:defRPr>
            </a:lvl8pPr>
            <a:lvl9pPr lvl="8">
              <a:lnSpc>
                <a:spcPct val="90000"/>
              </a:lnSpc>
              <a:spcBef>
                <a:spcPts val="0"/>
              </a:spcBef>
              <a:spcAft>
                <a:spcPts val="0"/>
              </a:spcAft>
              <a:buClr>
                <a:schemeClr val="lt1"/>
              </a:buClr>
              <a:buSzPts val="1800"/>
              <a:buFont typeface="Poppins"/>
              <a:buNone/>
              <a:defRPr sz="1800">
                <a:solidFill>
                  <a:schemeClr val="lt1"/>
                </a:solidFill>
                <a:latin typeface="Poppins"/>
                <a:ea typeface="Poppins"/>
                <a:cs typeface="Poppins"/>
                <a:sym typeface="Poppins"/>
              </a:defRPr>
            </a:lvl9pPr>
          </a:lstStyle>
          <a:p/>
        </p:txBody>
      </p:sp>
      <p:sp>
        <p:nvSpPr>
          <p:cNvPr id="184" name="Google Shape;184;p30"/>
          <p:cNvSpPr txBox="1"/>
          <p:nvPr>
            <p:ph idx="2" type="subTitle"/>
          </p:nvPr>
        </p:nvSpPr>
        <p:spPr>
          <a:xfrm>
            <a:off x="455775" y="4078849"/>
            <a:ext cx="4058100" cy="647100"/>
          </a:xfrm>
          <a:prstGeom prst="rect">
            <a:avLst/>
          </a:prstGeom>
        </p:spPr>
        <p:txBody>
          <a:bodyPr anchorCtr="0" anchor="b" bIns="0" lIns="0" spcFirstLastPara="1" rIns="0" wrap="square" tIns="0">
            <a:noAutofit/>
          </a:bodyPr>
          <a:lstStyle>
            <a:lvl1pPr lvl="0">
              <a:lnSpc>
                <a:spcPct val="100000"/>
              </a:lnSpc>
              <a:spcBef>
                <a:spcPts val="0"/>
              </a:spcBef>
              <a:spcAft>
                <a:spcPts val="0"/>
              </a:spcAft>
              <a:buClr>
                <a:schemeClr val="lt1"/>
              </a:buClr>
              <a:buSzPts val="1000"/>
              <a:buFont typeface="Poppins"/>
              <a:buNone/>
              <a:defRPr sz="1000">
                <a:solidFill>
                  <a:schemeClr val="lt1"/>
                </a:solidFill>
                <a:latin typeface="Poppins"/>
                <a:ea typeface="Poppins"/>
                <a:cs typeface="Poppins"/>
                <a:sym typeface="Poppins"/>
              </a:defRPr>
            </a:lvl1pPr>
            <a:lvl2pPr lvl="1">
              <a:lnSpc>
                <a:spcPct val="100000"/>
              </a:lnSpc>
              <a:spcBef>
                <a:spcPts val="0"/>
              </a:spcBef>
              <a:spcAft>
                <a:spcPts val="0"/>
              </a:spcAft>
              <a:buClr>
                <a:schemeClr val="lt1"/>
              </a:buClr>
              <a:buSzPts val="1000"/>
              <a:buFont typeface="Poppins"/>
              <a:buNone/>
              <a:defRPr sz="1000">
                <a:solidFill>
                  <a:schemeClr val="lt1"/>
                </a:solidFill>
                <a:latin typeface="Poppins"/>
                <a:ea typeface="Poppins"/>
                <a:cs typeface="Poppins"/>
                <a:sym typeface="Poppins"/>
              </a:defRPr>
            </a:lvl2pPr>
            <a:lvl3pPr lvl="2">
              <a:lnSpc>
                <a:spcPct val="100000"/>
              </a:lnSpc>
              <a:spcBef>
                <a:spcPts val="0"/>
              </a:spcBef>
              <a:spcAft>
                <a:spcPts val="0"/>
              </a:spcAft>
              <a:buClr>
                <a:schemeClr val="lt1"/>
              </a:buClr>
              <a:buSzPts val="1000"/>
              <a:buFont typeface="Poppins"/>
              <a:buNone/>
              <a:defRPr sz="1000">
                <a:solidFill>
                  <a:schemeClr val="lt1"/>
                </a:solidFill>
                <a:latin typeface="Poppins"/>
                <a:ea typeface="Poppins"/>
                <a:cs typeface="Poppins"/>
                <a:sym typeface="Poppins"/>
              </a:defRPr>
            </a:lvl3pPr>
            <a:lvl4pPr lvl="3">
              <a:lnSpc>
                <a:spcPct val="100000"/>
              </a:lnSpc>
              <a:spcBef>
                <a:spcPts val="0"/>
              </a:spcBef>
              <a:spcAft>
                <a:spcPts val="0"/>
              </a:spcAft>
              <a:buClr>
                <a:schemeClr val="lt1"/>
              </a:buClr>
              <a:buSzPts val="1000"/>
              <a:buFont typeface="Poppins"/>
              <a:buNone/>
              <a:defRPr sz="1000">
                <a:solidFill>
                  <a:schemeClr val="lt1"/>
                </a:solidFill>
                <a:latin typeface="Poppins"/>
                <a:ea typeface="Poppins"/>
                <a:cs typeface="Poppins"/>
                <a:sym typeface="Poppins"/>
              </a:defRPr>
            </a:lvl4pPr>
            <a:lvl5pPr lvl="4">
              <a:lnSpc>
                <a:spcPct val="100000"/>
              </a:lnSpc>
              <a:spcBef>
                <a:spcPts val="0"/>
              </a:spcBef>
              <a:spcAft>
                <a:spcPts val="0"/>
              </a:spcAft>
              <a:buClr>
                <a:schemeClr val="lt1"/>
              </a:buClr>
              <a:buSzPts val="1000"/>
              <a:buFont typeface="Poppins"/>
              <a:buNone/>
              <a:defRPr sz="1000">
                <a:solidFill>
                  <a:schemeClr val="lt1"/>
                </a:solidFill>
                <a:latin typeface="Poppins"/>
                <a:ea typeface="Poppins"/>
                <a:cs typeface="Poppins"/>
                <a:sym typeface="Poppins"/>
              </a:defRPr>
            </a:lvl5pPr>
            <a:lvl6pPr lvl="5">
              <a:lnSpc>
                <a:spcPct val="100000"/>
              </a:lnSpc>
              <a:spcBef>
                <a:spcPts val="0"/>
              </a:spcBef>
              <a:spcAft>
                <a:spcPts val="0"/>
              </a:spcAft>
              <a:buClr>
                <a:schemeClr val="lt1"/>
              </a:buClr>
              <a:buSzPts val="1000"/>
              <a:buFont typeface="Poppins"/>
              <a:buNone/>
              <a:defRPr sz="1000">
                <a:solidFill>
                  <a:schemeClr val="lt1"/>
                </a:solidFill>
                <a:latin typeface="Poppins"/>
                <a:ea typeface="Poppins"/>
                <a:cs typeface="Poppins"/>
                <a:sym typeface="Poppins"/>
              </a:defRPr>
            </a:lvl6pPr>
            <a:lvl7pPr lvl="6">
              <a:lnSpc>
                <a:spcPct val="100000"/>
              </a:lnSpc>
              <a:spcBef>
                <a:spcPts val="0"/>
              </a:spcBef>
              <a:spcAft>
                <a:spcPts val="0"/>
              </a:spcAft>
              <a:buClr>
                <a:schemeClr val="lt1"/>
              </a:buClr>
              <a:buSzPts val="1000"/>
              <a:buFont typeface="Poppins"/>
              <a:buNone/>
              <a:defRPr sz="1000">
                <a:solidFill>
                  <a:schemeClr val="lt1"/>
                </a:solidFill>
                <a:latin typeface="Poppins"/>
                <a:ea typeface="Poppins"/>
                <a:cs typeface="Poppins"/>
                <a:sym typeface="Poppins"/>
              </a:defRPr>
            </a:lvl7pPr>
            <a:lvl8pPr lvl="7">
              <a:lnSpc>
                <a:spcPct val="100000"/>
              </a:lnSpc>
              <a:spcBef>
                <a:spcPts val="0"/>
              </a:spcBef>
              <a:spcAft>
                <a:spcPts val="0"/>
              </a:spcAft>
              <a:buClr>
                <a:schemeClr val="lt1"/>
              </a:buClr>
              <a:buSzPts val="1000"/>
              <a:buFont typeface="Poppins"/>
              <a:buNone/>
              <a:defRPr sz="1000">
                <a:solidFill>
                  <a:schemeClr val="lt1"/>
                </a:solidFill>
                <a:latin typeface="Poppins"/>
                <a:ea typeface="Poppins"/>
                <a:cs typeface="Poppins"/>
                <a:sym typeface="Poppins"/>
              </a:defRPr>
            </a:lvl8pPr>
            <a:lvl9pPr lvl="8">
              <a:lnSpc>
                <a:spcPct val="100000"/>
              </a:lnSpc>
              <a:spcBef>
                <a:spcPts val="0"/>
              </a:spcBef>
              <a:spcAft>
                <a:spcPts val="0"/>
              </a:spcAft>
              <a:buClr>
                <a:schemeClr val="lt1"/>
              </a:buClr>
              <a:buSzPts val="1000"/>
              <a:buFont typeface="Poppins"/>
              <a:buNone/>
              <a:defRPr sz="1000">
                <a:solidFill>
                  <a:schemeClr val="lt1"/>
                </a:solidFill>
                <a:latin typeface="Poppins"/>
                <a:ea typeface="Poppins"/>
                <a:cs typeface="Poppins"/>
                <a:sym typeface="Poppins"/>
              </a:defRPr>
            </a:lvl9pPr>
          </a:lstStyle>
          <a:p/>
        </p:txBody>
      </p:sp>
      <p:grpSp>
        <p:nvGrpSpPr>
          <p:cNvPr id="185" name="Google Shape;185;p30"/>
          <p:cNvGrpSpPr/>
          <p:nvPr/>
        </p:nvGrpSpPr>
        <p:grpSpPr>
          <a:xfrm>
            <a:off x="455775" y="457222"/>
            <a:ext cx="1606708" cy="176755"/>
            <a:chOff x="238125" y="2427150"/>
            <a:chExt cx="7112475" cy="782450"/>
          </a:xfrm>
        </p:grpSpPr>
        <p:sp>
          <p:nvSpPr>
            <p:cNvPr id="186" name="Google Shape;186;p30"/>
            <p:cNvSpPr/>
            <p:nvPr/>
          </p:nvSpPr>
          <p:spPr>
            <a:xfrm>
              <a:off x="1977750" y="2440175"/>
              <a:ext cx="685975" cy="756375"/>
            </a:xfrm>
            <a:custGeom>
              <a:rect b="b" l="l" r="r" t="t"/>
              <a:pathLst>
                <a:path extrusionOk="0" h="30255" w="27439">
                  <a:moveTo>
                    <a:pt x="1" y="1"/>
                  </a:moveTo>
                  <a:lnTo>
                    <a:pt x="1" y="5843"/>
                  </a:lnTo>
                  <a:lnTo>
                    <a:pt x="10433" y="5843"/>
                  </a:lnTo>
                  <a:lnTo>
                    <a:pt x="10433" y="30255"/>
                  </a:lnTo>
                  <a:lnTo>
                    <a:pt x="17006" y="30255"/>
                  </a:lnTo>
                  <a:lnTo>
                    <a:pt x="17006" y="5843"/>
                  </a:lnTo>
                  <a:lnTo>
                    <a:pt x="27439" y="5843"/>
                  </a:lnTo>
                  <a:lnTo>
                    <a:pt x="27439"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 name="Google Shape;187;p30"/>
            <p:cNvSpPr/>
            <p:nvPr/>
          </p:nvSpPr>
          <p:spPr>
            <a:xfrm>
              <a:off x="1150975" y="2440175"/>
              <a:ext cx="696400" cy="756375"/>
            </a:xfrm>
            <a:custGeom>
              <a:rect b="b" l="l" r="r" t="t"/>
              <a:pathLst>
                <a:path extrusionOk="0" h="30255" w="27856">
                  <a:moveTo>
                    <a:pt x="0" y="1"/>
                  </a:moveTo>
                  <a:lnTo>
                    <a:pt x="0" y="30255"/>
                  </a:lnTo>
                  <a:lnTo>
                    <a:pt x="6468" y="30255"/>
                  </a:lnTo>
                  <a:lnTo>
                    <a:pt x="6468" y="9077"/>
                  </a:lnTo>
                  <a:lnTo>
                    <a:pt x="20344" y="30255"/>
                  </a:lnTo>
                  <a:lnTo>
                    <a:pt x="27855" y="30255"/>
                  </a:lnTo>
                  <a:lnTo>
                    <a:pt x="27855" y="1"/>
                  </a:lnTo>
                  <a:lnTo>
                    <a:pt x="21387" y="1"/>
                  </a:lnTo>
                  <a:lnTo>
                    <a:pt x="21387" y="21178"/>
                  </a:lnTo>
                  <a:lnTo>
                    <a:pt x="7512"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 name="Google Shape;188;p30"/>
            <p:cNvSpPr/>
            <p:nvPr/>
          </p:nvSpPr>
          <p:spPr>
            <a:xfrm>
              <a:off x="2794100" y="2440175"/>
              <a:ext cx="696425" cy="756375"/>
            </a:xfrm>
            <a:custGeom>
              <a:rect b="b" l="l" r="r" t="t"/>
              <a:pathLst>
                <a:path extrusionOk="0" h="30255" w="27857">
                  <a:moveTo>
                    <a:pt x="1" y="1"/>
                  </a:moveTo>
                  <a:lnTo>
                    <a:pt x="1" y="30255"/>
                  </a:lnTo>
                  <a:lnTo>
                    <a:pt x="6678" y="30255"/>
                  </a:lnTo>
                  <a:lnTo>
                    <a:pt x="6678" y="17944"/>
                  </a:lnTo>
                  <a:lnTo>
                    <a:pt x="21179" y="17944"/>
                  </a:lnTo>
                  <a:lnTo>
                    <a:pt x="21179" y="30255"/>
                  </a:lnTo>
                  <a:lnTo>
                    <a:pt x="27856" y="30255"/>
                  </a:lnTo>
                  <a:lnTo>
                    <a:pt x="27856" y="1"/>
                  </a:lnTo>
                  <a:lnTo>
                    <a:pt x="21179" y="1"/>
                  </a:lnTo>
                  <a:lnTo>
                    <a:pt x="21179" y="12102"/>
                  </a:lnTo>
                  <a:lnTo>
                    <a:pt x="6678" y="12102"/>
                  </a:lnTo>
                  <a:lnTo>
                    <a:pt x="6678"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 name="Google Shape;189;p30"/>
            <p:cNvSpPr/>
            <p:nvPr/>
          </p:nvSpPr>
          <p:spPr>
            <a:xfrm>
              <a:off x="238125" y="2440175"/>
              <a:ext cx="792900" cy="756375"/>
            </a:xfrm>
            <a:custGeom>
              <a:rect b="b" l="l" r="r" t="t"/>
              <a:pathLst>
                <a:path extrusionOk="0" h="30255" w="31716">
                  <a:moveTo>
                    <a:pt x="15858" y="7616"/>
                  </a:moveTo>
                  <a:lnTo>
                    <a:pt x="20031" y="18257"/>
                  </a:lnTo>
                  <a:lnTo>
                    <a:pt x="11580" y="18257"/>
                  </a:lnTo>
                  <a:lnTo>
                    <a:pt x="15858" y="7616"/>
                  </a:lnTo>
                  <a:close/>
                  <a:moveTo>
                    <a:pt x="12311" y="1"/>
                  </a:moveTo>
                  <a:lnTo>
                    <a:pt x="0" y="30255"/>
                  </a:lnTo>
                  <a:lnTo>
                    <a:pt x="6886" y="30255"/>
                  </a:lnTo>
                  <a:lnTo>
                    <a:pt x="9389" y="23891"/>
                  </a:lnTo>
                  <a:lnTo>
                    <a:pt x="22326" y="23891"/>
                  </a:lnTo>
                  <a:lnTo>
                    <a:pt x="24830" y="30255"/>
                  </a:lnTo>
                  <a:lnTo>
                    <a:pt x="31715" y="30255"/>
                  </a:lnTo>
                  <a:lnTo>
                    <a:pt x="19405"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 name="Google Shape;190;p30"/>
            <p:cNvSpPr/>
            <p:nvPr/>
          </p:nvSpPr>
          <p:spPr>
            <a:xfrm>
              <a:off x="4481600" y="2427150"/>
              <a:ext cx="759000" cy="782450"/>
            </a:xfrm>
            <a:custGeom>
              <a:rect b="b" l="l" r="r" t="t"/>
              <a:pathLst>
                <a:path extrusionOk="0" h="31298" w="30360">
                  <a:moveTo>
                    <a:pt x="15232" y="6051"/>
                  </a:moveTo>
                  <a:cubicBezTo>
                    <a:pt x="20344" y="6051"/>
                    <a:pt x="23473" y="9702"/>
                    <a:pt x="23473" y="15649"/>
                  </a:cubicBezTo>
                  <a:cubicBezTo>
                    <a:pt x="23473" y="21595"/>
                    <a:pt x="20344" y="25246"/>
                    <a:pt x="15232" y="25246"/>
                  </a:cubicBezTo>
                  <a:cubicBezTo>
                    <a:pt x="10015" y="25246"/>
                    <a:pt x="6781" y="21595"/>
                    <a:pt x="6781" y="15649"/>
                  </a:cubicBezTo>
                  <a:cubicBezTo>
                    <a:pt x="6781" y="9702"/>
                    <a:pt x="10015" y="6051"/>
                    <a:pt x="15232" y="6051"/>
                  </a:cubicBezTo>
                  <a:close/>
                  <a:moveTo>
                    <a:pt x="15232" y="0"/>
                  </a:moveTo>
                  <a:cubicBezTo>
                    <a:pt x="6260" y="0"/>
                    <a:pt x="0" y="6468"/>
                    <a:pt x="0" y="15649"/>
                  </a:cubicBezTo>
                  <a:cubicBezTo>
                    <a:pt x="0" y="24829"/>
                    <a:pt x="6260" y="31297"/>
                    <a:pt x="15232" y="31297"/>
                  </a:cubicBezTo>
                  <a:cubicBezTo>
                    <a:pt x="24099" y="31297"/>
                    <a:pt x="30359" y="24829"/>
                    <a:pt x="30359" y="15649"/>
                  </a:cubicBezTo>
                  <a:cubicBezTo>
                    <a:pt x="30359" y="6468"/>
                    <a:pt x="24099" y="0"/>
                    <a:pt x="15232"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 name="Google Shape;191;p30"/>
            <p:cNvSpPr/>
            <p:nvPr/>
          </p:nvSpPr>
          <p:spPr>
            <a:xfrm>
              <a:off x="6630725" y="2427150"/>
              <a:ext cx="719875" cy="782450"/>
            </a:xfrm>
            <a:custGeom>
              <a:rect b="b" l="l" r="r" t="t"/>
              <a:pathLst>
                <a:path extrusionOk="0" h="31298" w="28795">
                  <a:moveTo>
                    <a:pt x="15232" y="0"/>
                  </a:moveTo>
                  <a:cubicBezTo>
                    <a:pt x="6260" y="0"/>
                    <a:pt x="0" y="6468"/>
                    <a:pt x="0" y="15649"/>
                  </a:cubicBezTo>
                  <a:cubicBezTo>
                    <a:pt x="0" y="24829"/>
                    <a:pt x="6260" y="31297"/>
                    <a:pt x="15232" y="31297"/>
                  </a:cubicBezTo>
                  <a:cubicBezTo>
                    <a:pt x="21909" y="31297"/>
                    <a:pt x="27125" y="27020"/>
                    <a:pt x="28794" y="20656"/>
                  </a:cubicBezTo>
                  <a:lnTo>
                    <a:pt x="21804" y="20656"/>
                  </a:lnTo>
                  <a:cubicBezTo>
                    <a:pt x="20657" y="23577"/>
                    <a:pt x="18361" y="25246"/>
                    <a:pt x="15232" y="25246"/>
                  </a:cubicBezTo>
                  <a:cubicBezTo>
                    <a:pt x="10015" y="25246"/>
                    <a:pt x="6781" y="21595"/>
                    <a:pt x="6781" y="15649"/>
                  </a:cubicBezTo>
                  <a:cubicBezTo>
                    <a:pt x="6781" y="9702"/>
                    <a:pt x="10015" y="6051"/>
                    <a:pt x="15232" y="6051"/>
                  </a:cubicBezTo>
                  <a:cubicBezTo>
                    <a:pt x="18361" y="6051"/>
                    <a:pt x="20657" y="7720"/>
                    <a:pt x="21804" y="10641"/>
                  </a:cubicBezTo>
                  <a:lnTo>
                    <a:pt x="28794" y="10641"/>
                  </a:lnTo>
                  <a:cubicBezTo>
                    <a:pt x="27021" y="4173"/>
                    <a:pt x="21909" y="0"/>
                    <a:pt x="15232"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 name="Google Shape;192;p30"/>
            <p:cNvSpPr/>
            <p:nvPr/>
          </p:nvSpPr>
          <p:spPr>
            <a:xfrm>
              <a:off x="6119525" y="2440175"/>
              <a:ext cx="477300" cy="756375"/>
            </a:xfrm>
            <a:custGeom>
              <a:rect b="b" l="l" r="r" t="t"/>
              <a:pathLst>
                <a:path extrusionOk="0" h="30255" w="19092">
                  <a:moveTo>
                    <a:pt x="0" y="1"/>
                  </a:moveTo>
                  <a:lnTo>
                    <a:pt x="12311" y="30255"/>
                  </a:lnTo>
                  <a:lnTo>
                    <a:pt x="19092" y="30255"/>
                  </a:lnTo>
                  <a:lnTo>
                    <a:pt x="6781"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 name="Google Shape;193;p30"/>
            <p:cNvSpPr/>
            <p:nvPr/>
          </p:nvSpPr>
          <p:spPr>
            <a:xfrm>
              <a:off x="5394450" y="2440175"/>
              <a:ext cx="659875" cy="756375"/>
            </a:xfrm>
            <a:custGeom>
              <a:rect b="b" l="l" r="r" t="t"/>
              <a:pathLst>
                <a:path extrusionOk="0" h="30255" w="26395">
                  <a:moveTo>
                    <a:pt x="14815" y="5843"/>
                  </a:moveTo>
                  <a:cubicBezTo>
                    <a:pt x="18049" y="5843"/>
                    <a:pt x="19718" y="7095"/>
                    <a:pt x="19718" y="9598"/>
                  </a:cubicBezTo>
                  <a:cubicBezTo>
                    <a:pt x="19718" y="12102"/>
                    <a:pt x="18049" y="13458"/>
                    <a:pt x="14815" y="13458"/>
                  </a:cubicBezTo>
                  <a:lnTo>
                    <a:pt x="6573" y="13458"/>
                  </a:lnTo>
                  <a:lnTo>
                    <a:pt x="6573" y="5843"/>
                  </a:lnTo>
                  <a:close/>
                  <a:moveTo>
                    <a:pt x="0" y="1"/>
                  </a:moveTo>
                  <a:lnTo>
                    <a:pt x="0" y="30255"/>
                  </a:lnTo>
                  <a:lnTo>
                    <a:pt x="6573" y="30255"/>
                  </a:lnTo>
                  <a:lnTo>
                    <a:pt x="6573" y="19301"/>
                  </a:lnTo>
                  <a:lnTo>
                    <a:pt x="15128" y="19301"/>
                  </a:lnTo>
                  <a:cubicBezTo>
                    <a:pt x="22117" y="19301"/>
                    <a:pt x="26395" y="15649"/>
                    <a:pt x="26395" y="9598"/>
                  </a:cubicBezTo>
                  <a:cubicBezTo>
                    <a:pt x="26395" y="3652"/>
                    <a:pt x="22117" y="1"/>
                    <a:pt x="15128"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 name="Google Shape;194;p30"/>
            <p:cNvSpPr/>
            <p:nvPr/>
          </p:nvSpPr>
          <p:spPr>
            <a:xfrm>
              <a:off x="3693925" y="2440175"/>
              <a:ext cx="699000" cy="756375"/>
            </a:xfrm>
            <a:custGeom>
              <a:rect b="b" l="l" r="r" t="t"/>
              <a:pathLst>
                <a:path extrusionOk="0" h="30255" w="27960">
                  <a:moveTo>
                    <a:pt x="14815" y="5843"/>
                  </a:moveTo>
                  <a:cubicBezTo>
                    <a:pt x="18049" y="5843"/>
                    <a:pt x="19822" y="6990"/>
                    <a:pt x="19822" y="9181"/>
                  </a:cubicBezTo>
                  <a:cubicBezTo>
                    <a:pt x="19822" y="11372"/>
                    <a:pt x="18049" y="12624"/>
                    <a:pt x="14815" y="12624"/>
                  </a:cubicBezTo>
                  <a:lnTo>
                    <a:pt x="6677" y="12624"/>
                  </a:lnTo>
                  <a:lnTo>
                    <a:pt x="6677" y="5843"/>
                  </a:lnTo>
                  <a:close/>
                  <a:moveTo>
                    <a:pt x="0" y="1"/>
                  </a:moveTo>
                  <a:lnTo>
                    <a:pt x="0" y="30255"/>
                  </a:lnTo>
                  <a:lnTo>
                    <a:pt x="6677" y="30255"/>
                  </a:lnTo>
                  <a:lnTo>
                    <a:pt x="6677" y="18362"/>
                  </a:lnTo>
                  <a:lnTo>
                    <a:pt x="13980" y="18362"/>
                  </a:lnTo>
                  <a:lnTo>
                    <a:pt x="20657" y="30255"/>
                  </a:lnTo>
                  <a:lnTo>
                    <a:pt x="27960" y="30255"/>
                  </a:lnTo>
                  <a:lnTo>
                    <a:pt x="20657" y="17527"/>
                  </a:lnTo>
                  <a:cubicBezTo>
                    <a:pt x="24309" y="16171"/>
                    <a:pt x="26395" y="13250"/>
                    <a:pt x="26395" y="9181"/>
                  </a:cubicBezTo>
                  <a:cubicBezTo>
                    <a:pt x="26395" y="3548"/>
                    <a:pt x="22118" y="1"/>
                    <a:pt x="15128"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1: Chapter ">
  <p:cSld name="SECTION_HEADER_3_1">
    <p:bg>
      <p:bgPr>
        <a:solidFill>
          <a:schemeClr val="accent1"/>
        </a:solidFill>
      </p:bgPr>
    </p:bg>
    <p:spTree>
      <p:nvGrpSpPr>
        <p:cNvPr id="195" name="Shape 195"/>
        <p:cNvGrpSpPr/>
        <p:nvPr/>
      </p:nvGrpSpPr>
      <p:grpSpPr>
        <a:xfrm>
          <a:off x="0" y="0"/>
          <a:ext cx="0" cy="0"/>
          <a:chOff x="0" y="0"/>
          <a:chExt cx="0" cy="0"/>
        </a:xfrm>
      </p:grpSpPr>
      <p:sp>
        <p:nvSpPr>
          <p:cNvPr id="196" name="Google Shape;196;p31"/>
          <p:cNvSpPr txBox="1"/>
          <p:nvPr>
            <p:ph idx="1" type="subTitle"/>
          </p:nvPr>
        </p:nvSpPr>
        <p:spPr>
          <a:xfrm>
            <a:off x="474092" y="1092300"/>
            <a:ext cx="3705000" cy="320700"/>
          </a:xfrm>
          <a:prstGeom prst="rect">
            <a:avLst/>
          </a:prstGeom>
        </p:spPr>
        <p:txBody>
          <a:bodyPr anchorCtr="0" anchor="b" bIns="0" lIns="0" spcFirstLastPara="1" rIns="0" wrap="square" tIns="0">
            <a:noAutofit/>
          </a:bodyPr>
          <a:lstStyle>
            <a:lvl1pPr lvl="0">
              <a:lnSpc>
                <a:spcPct val="90000"/>
              </a:lnSpc>
              <a:spcBef>
                <a:spcPts val="0"/>
              </a:spcBef>
              <a:spcAft>
                <a:spcPts val="0"/>
              </a:spcAft>
              <a:buClr>
                <a:schemeClr val="dk1"/>
              </a:buClr>
              <a:buSzPts val="1400"/>
              <a:buFont typeface="Lora Medium"/>
              <a:buNone/>
              <a:defRPr>
                <a:solidFill>
                  <a:schemeClr val="dk1"/>
                </a:solidFill>
                <a:latin typeface="Lora Medium"/>
                <a:ea typeface="Lora Medium"/>
                <a:cs typeface="Lora Medium"/>
                <a:sym typeface="Lora Medium"/>
              </a:defRPr>
            </a:lvl1pPr>
            <a:lvl2pPr lvl="1">
              <a:lnSpc>
                <a:spcPct val="90000"/>
              </a:lnSpc>
              <a:spcBef>
                <a:spcPts val="0"/>
              </a:spcBef>
              <a:spcAft>
                <a:spcPts val="0"/>
              </a:spcAft>
              <a:buClr>
                <a:schemeClr val="dk1"/>
              </a:buClr>
              <a:buSzPts val="1600"/>
              <a:buNone/>
              <a:defRPr sz="1600">
                <a:solidFill>
                  <a:schemeClr val="dk1"/>
                </a:solidFill>
              </a:defRPr>
            </a:lvl2pPr>
            <a:lvl3pPr lvl="2">
              <a:lnSpc>
                <a:spcPct val="90000"/>
              </a:lnSpc>
              <a:spcBef>
                <a:spcPts val="0"/>
              </a:spcBef>
              <a:spcAft>
                <a:spcPts val="0"/>
              </a:spcAft>
              <a:buClr>
                <a:schemeClr val="dk1"/>
              </a:buClr>
              <a:buSzPts val="1600"/>
              <a:buNone/>
              <a:defRPr sz="1600">
                <a:solidFill>
                  <a:schemeClr val="dk1"/>
                </a:solidFill>
              </a:defRPr>
            </a:lvl3pPr>
            <a:lvl4pPr lvl="3">
              <a:lnSpc>
                <a:spcPct val="90000"/>
              </a:lnSpc>
              <a:spcBef>
                <a:spcPts val="0"/>
              </a:spcBef>
              <a:spcAft>
                <a:spcPts val="0"/>
              </a:spcAft>
              <a:buClr>
                <a:schemeClr val="dk1"/>
              </a:buClr>
              <a:buSzPts val="1600"/>
              <a:buNone/>
              <a:defRPr sz="1600">
                <a:solidFill>
                  <a:schemeClr val="dk1"/>
                </a:solidFill>
              </a:defRPr>
            </a:lvl4pPr>
            <a:lvl5pPr lvl="4">
              <a:lnSpc>
                <a:spcPct val="90000"/>
              </a:lnSpc>
              <a:spcBef>
                <a:spcPts val="0"/>
              </a:spcBef>
              <a:spcAft>
                <a:spcPts val="0"/>
              </a:spcAft>
              <a:buClr>
                <a:schemeClr val="dk1"/>
              </a:buClr>
              <a:buSzPts val="1600"/>
              <a:buNone/>
              <a:defRPr sz="1600">
                <a:solidFill>
                  <a:schemeClr val="dk1"/>
                </a:solidFill>
              </a:defRPr>
            </a:lvl5pPr>
            <a:lvl6pPr lvl="5">
              <a:lnSpc>
                <a:spcPct val="90000"/>
              </a:lnSpc>
              <a:spcBef>
                <a:spcPts val="0"/>
              </a:spcBef>
              <a:spcAft>
                <a:spcPts val="0"/>
              </a:spcAft>
              <a:buClr>
                <a:schemeClr val="dk1"/>
              </a:buClr>
              <a:buSzPts val="1600"/>
              <a:buNone/>
              <a:defRPr sz="1600">
                <a:solidFill>
                  <a:schemeClr val="dk1"/>
                </a:solidFill>
              </a:defRPr>
            </a:lvl6pPr>
            <a:lvl7pPr lvl="6">
              <a:lnSpc>
                <a:spcPct val="90000"/>
              </a:lnSpc>
              <a:spcBef>
                <a:spcPts val="0"/>
              </a:spcBef>
              <a:spcAft>
                <a:spcPts val="0"/>
              </a:spcAft>
              <a:buClr>
                <a:schemeClr val="dk1"/>
              </a:buClr>
              <a:buSzPts val="1600"/>
              <a:buNone/>
              <a:defRPr sz="1600">
                <a:solidFill>
                  <a:schemeClr val="dk1"/>
                </a:solidFill>
              </a:defRPr>
            </a:lvl7pPr>
            <a:lvl8pPr lvl="7">
              <a:lnSpc>
                <a:spcPct val="90000"/>
              </a:lnSpc>
              <a:spcBef>
                <a:spcPts val="0"/>
              </a:spcBef>
              <a:spcAft>
                <a:spcPts val="0"/>
              </a:spcAft>
              <a:buClr>
                <a:schemeClr val="dk1"/>
              </a:buClr>
              <a:buSzPts val="1600"/>
              <a:buNone/>
              <a:defRPr sz="1600">
                <a:solidFill>
                  <a:schemeClr val="dk1"/>
                </a:solidFill>
              </a:defRPr>
            </a:lvl8pPr>
            <a:lvl9pPr lvl="8">
              <a:lnSpc>
                <a:spcPct val="90000"/>
              </a:lnSpc>
              <a:spcBef>
                <a:spcPts val="0"/>
              </a:spcBef>
              <a:spcAft>
                <a:spcPts val="0"/>
              </a:spcAft>
              <a:buClr>
                <a:schemeClr val="dk1"/>
              </a:buClr>
              <a:buSzPts val="1600"/>
              <a:buNone/>
              <a:defRPr sz="1600">
                <a:solidFill>
                  <a:schemeClr val="dk1"/>
                </a:solidFill>
              </a:defRPr>
            </a:lvl9pPr>
          </a:lstStyle>
          <a:p/>
        </p:txBody>
      </p:sp>
      <p:sp>
        <p:nvSpPr>
          <p:cNvPr id="197" name="Google Shape;197;p31"/>
          <p:cNvSpPr txBox="1"/>
          <p:nvPr>
            <p:ph type="ctrTitle"/>
          </p:nvPr>
        </p:nvSpPr>
        <p:spPr>
          <a:xfrm>
            <a:off x="455775" y="1554700"/>
            <a:ext cx="6402300" cy="16542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4400"/>
              <a:buNone/>
              <a:defRPr sz="4400"/>
            </a:lvl1pPr>
            <a:lvl2pPr lvl="1" algn="ctr">
              <a:lnSpc>
                <a:spcPct val="90000"/>
              </a:lnSpc>
              <a:spcBef>
                <a:spcPts val="0"/>
              </a:spcBef>
              <a:spcAft>
                <a:spcPts val="0"/>
              </a:spcAft>
              <a:buSzPts val="5200"/>
              <a:buFont typeface="Poppins SemiBold"/>
              <a:buNone/>
              <a:defRPr sz="5200">
                <a:latin typeface="Poppins SemiBold"/>
                <a:ea typeface="Poppins SemiBold"/>
                <a:cs typeface="Poppins SemiBold"/>
                <a:sym typeface="Poppins SemiBold"/>
              </a:defRPr>
            </a:lvl2pPr>
            <a:lvl3pPr lvl="2" algn="ctr">
              <a:lnSpc>
                <a:spcPct val="90000"/>
              </a:lnSpc>
              <a:spcBef>
                <a:spcPts val="0"/>
              </a:spcBef>
              <a:spcAft>
                <a:spcPts val="0"/>
              </a:spcAft>
              <a:buSzPts val="5200"/>
              <a:buFont typeface="Poppins SemiBold"/>
              <a:buNone/>
              <a:defRPr sz="5200">
                <a:latin typeface="Poppins SemiBold"/>
                <a:ea typeface="Poppins SemiBold"/>
                <a:cs typeface="Poppins SemiBold"/>
                <a:sym typeface="Poppins SemiBold"/>
              </a:defRPr>
            </a:lvl3pPr>
            <a:lvl4pPr lvl="3" algn="ctr">
              <a:lnSpc>
                <a:spcPct val="90000"/>
              </a:lnSpc>
              <a:spcBef>
                <a:spcPts val="0"/>
              </a:spcBef>
              <a:spcAft>
                <a:spcPts val="0"/>
              </a:spcAft>
              <a:buSzPts val="5200"/>
              <a:buFont typeface="Poppins SemiBold"/>
              <a:buNone/>
              <a:defRPr sz="5200">
                <a:latin typeface="Poppins SemiBold"/>
                <a:ea typeface="Poppins SemiBold"/>
                <a:cs typeface="Poppins SemiBold"/>
                <a:sym typeface="Poppins SemiBold"/>
              </a:defRPr>
            </a:lvl4pPr>
            <a:lvl5pPr lvl="4" algn="ctr">
              <a:lnSpc>
                <a:spcPct val="90000"/>
              </a:lnSpc>
              <a:spcBef>
                <a:spcPts val="0"/>
              </a:spcBef>
              <a:spcAft>
                <a:spcPts val="0"/>
              </a:spcAft>
              <a:buSzPts val="5200"/>
              <a:buFont typeface="Poppins SemiBold"/>
              <a:buNone/>
              <a:defRPr sz="5200">
                <a:latin typeface="Poppins SemiBold"/>
                <a:ea typeface="Poppins SemiBold"/>
                <a:cs typeface="Poppins SemiBold"/>
                <a:sym typeface="Poppins SemiBold"/>
              </a:defRPr>
            </a:lvl5pPr>
            <a:lvl6pPr lvl="5" algn="ctr">
              <a:lnSpc>
                <a:spcPct val="90000"/>
              </a:lnSpc>
              <a:spcBef>
                <a:spcPts val="0"/>
              </a:spcBef>
              <a:spcAft>
                <a:spcPts val="0"/>
              </a:spcAft>
              <a:buSzPts val="5200"/>
              <a:buFont typeface="Poppins SemiBold"/>
              <a:buNone/>
              <a:defRPr sz="5200">
                <a:latin typeface="Poppins SemiBold"/>
                <a:ea typeface="Poppins SemiBold"/>
                <a:cs typeface="Poppins SemiBold"/>
                <a:sym typeface="Poppins SemiBold"/>
              </a:defRPr>
            </a:lvl6pPr>
            <a:lvl7pPr lvl="6" algn="ctr">
              <a:lnSpc>
                <a:spcPct val="90000"/>
              </a:lnSpc>
              <a:spcBef>
                <a:spcPts val="0"/>
              </a:spcBef>
              <a:spcAft>
                <a:spcPts val="0"/>
              </a:spcAft>
              <a:buSzPts val="5200"/>
              <a:buFont typeface="Poppins SemiBold"/>
              <a:buNone/>
              <a:defRPr sz="5200">
                <a:latin typeface="Poppins SemiBold"/>
                <a:ea typeface="Poppins SemiBold"/>
                <a:cs typeface="Poppins SemiBold"/>
                <a:sym typeface="Poppins SemiBold"/>
              </a:defRPr>
            </a:lvl7pPr>
            <a:lvl8pPr lvl="7" algn="ctr">
              <a:lnSpc>
                <a:spcPct val="90000"/>
              </a:lnSpc>
              <a:spcBef>
                <a:spcPts val="0"/>
              </a:spcBef>
              <a:spcAft>
                <a:spcPts val="0"/>
              </a:spcAft>
              <a:buSzPts val="5200"/>
              <a:buFont typeface="Poppins SemiBold"/>
              <a:buNone/>
              <a:defRPr sz="5200">
                <a:latin typeface="Poppins SemiBold"/>
                <a:ea typeface="Poppins SemiBold"/>
                <a:cs typeface="Poppins SemiBold"/>
                <a:sym typeface="Poppins SemiBold"/>
              </a:defRPr>
            </a:lvl8pPr>
            <a:lvl9pPr lvl="8" algn="ctr">
              <a:lnSpc>
                <a:spcPct val="90000"/>
              </a:lnSpc>
              <a:spcBef>
                <a:spcPts val="0"/>
              </a:spcBef>
              <a:spcAft>
                <a:spcPts val="0"/>
              </a:spcAft>
              <a:buSzPts val="5200"/>
              <a:buFont typeface="Poppins SemiBold"/>
              <a:buNone/>
              <a:defRPr sz="5200">
                <a:latin typeface="Poppins SemiBold"/>
                <a:ea typeface="Poppins SemiBold"/>
                <a:cs typeface="Poppins SemiBold"/>
                <a:sym typeface="Poppins SemiBold"/>
              </a:defRPr>
            </a:lvl9pPr>
          </a:lstStyle>
          <a:p/>
        </p:txBody>
      </p:sp>
      <p:sp>
        <p:nvSpPr>
          <p:cNvPr id="198" name="Google Shape;198;p31"/>
          <p:cNvSpPr txBox="1"/>
          <p:nvPr/>
        </p:nvSpPr>
        <p:spPr>
          <a:xfrm>
            <a:off x="4626925" y="4693506"/>
            <a:ext cx="3346500" cy="107400"/>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r>
              <a:rPr lang="en" sz="800">
                <a:solidFill>
                  <a:schemeClr val="dk1"/>
                </a:solidFill>
                <a:latin typeface="Poppins"/>
                <a:ea typeface="Poppins"/>
                <a:cs typeface="Poppins"/>
                <a:sym typeface="Poppins"/>
              </a:rPr>
              <a:t>CONFIDENTIAL</a:t>
            </a:r>
            <a:endParaRPr sz="800">
              <a:solidFill>
                <a:schemeClr val="dk1"/>
              </a:solidFill>
              <a:latin typeface="Poppins"/>
              <a:ea typeface="Poppins"/>
              <a:cs typeface="Poppins"/>
              <a:sym typeface="Poppins"/>
            </a:endParaRPr>
          </a:p>
        </p:txBody>
      </p:sp>
      <p:sp>
        <p:nvSpPr>
          <p:cNvPr id="199" name="Google Shape;199;p31"/>
          <p:cNvSpPr txBox="1"/>
          <p:nvPr>
            <p:ph idx="12" type="sldNum"/>
          </p:nvPr>
        </p:nvSpPr>
        <p:spPr>
          <a:xfrm>
            <a:off x="8256725" y="4708927"/>
            <a:ext cx="437100" cy="107400"/>
          </a:xfrm>
          <a:prstGeom prst="rect">
            <a:avLst/>
          </a:prstGeom>
        </p:spPr>
        <p:txBody>
          <a:bodyPr anchorCtr="0" anchor="t" bIns="0" lIns="0" spcFirstLastPara="1" rIns="0" wrap="square" tIns="0">
            <a:noAutofit/>
          </a:bodyPr>
          <a:lstStyle>
            <a:lvl1pPr lvl="0" algn="r">
              <a:lnSpc>
                <a:spcPct val="80000"/>
              </a:lnSpc>
              <a:buSzPts val="1000"/>
              <a:buNone/>
              <a:defRPr>
                <a:solidFill>
                  <a:schemeClr val="dk1"/>
                </a:solidFill>
                <a:latin typeface="Poppins"/>
                <a:ea typeface="Poppins"/>
                <a:cs typeface="Poppins"/>
                <a:sym typeface="Poppins"/>
              </a:defRPr>
            </a:lvl1pPr>
            <a:lvl2pPr lvl="1" algn="r">
              <a:lnSpc>
                <a:spcPct val="80000"/>
              </a:lnSpc>
              <a:buSzPts val="1000"/>
              <a:buNone/>
              <a:defRPr>
                <a:solidFill>
                  <a:schemeClr val="dk1"/>
                </a:solidFill>
                <a:latin typeface="Poppins"/>
                <a:ea typeface="Poppins"/>
                <a:cs typeface="Poppins"/>
                <a:sym typeface="Poppins"/>
              </a:defRPr>
            </a:lvl2pPr>
            <a:lvl3pPr lvl="2" algn="r">
              <a:lnSpc>
                <a:spcPct val="80000"/>
              </a:lnSpc>
              <a:buSzPts val="1000"/>
              <a:buNone/>
              <a:defRPr>
                <a:solidFill>
                  <a:schemeClr val="dk1"/>
                </a:solidFill>
                <a:latin typeface="Poppins"/>
                <a:ea typeface="Poppins"/>
                <a:cs typeface="Poppins"/>
                <a:sym typeface="Poppins"/>
              </a:defRPr>
            </a:lvl3pPr>
            <a:lvl4pPr lvl="3" algn="r">
              <a:lnSpc>
                <a:spcPct val="80000"/>
              </a:lnSpc>
              <a:buSzPts val="1000"/>
              <a:buNone/>
              <a:defRPr>
                <a:solidFill>
                  <a:schemeClr val="dk1"/>
                </a:solidFill>
                <a:latin typeface="Poppins"/>
                <a:ea typeface="Poppins"/>
                <a:cs typeface="Poppins"/>
                <a:sym typeface="Poppins"/>
              </a:defRPr>
            </a:lvl4pPr>
            <a:lvl5pPr lvl="4" algn="r">
              <a:lnSpc>
                <a:spcPct val="80000"/>
              </a:lnSpc>
              <a:buSzPts val="1000"/>
              <a:buNone/>
              <a:defRPr>
                <a:solidFill>
                  <a:schemeClr val="dk1"/>
                </a:solidFill>
                <a:latin typeface="Poppins"/>
                <a:ea typeface="Poppins"/>
                <a:cs typeface="Poppins"/>
                <a:sym typeface="Poppins"/>
              </a:defRPr>
            </a:lvl5pPr>
            <a:lvl6pPr lvl="5" algn="r">
              <a:lnSpc>
                <a:spcPct val="80000"/>
              </a:lnSpc>
              <a:buSzPts val="1000"/>
              <a:buNone/>
              <a:defRPr>
                <a:solidFill>
                  <a:schemeClr val="dk1"/>
                </a:solidFill>
                <a:latin typeface="Poppins"/>
                <a:ea typeface="Poppins"/>
                <a:cs typeface="Poppins"/>
                <a:sym typeface="Poppins"/>
              </a:defRPr>
            </a:lvl6pPr>
            <a:lvl7pPr lvl="6" algn="r">
              <a:lnSpc>
                <a:spcPct val="80000"/>
              </a:lnSpc>
              <a:buSzPts val="1000"/>
              <a:buNone/>
              <a:defRPr>
                <a:solidFill>
                  <a:schemeClr val="dk1"/>
                </a:solidFill>
                <a:latin typeface="Poppins"/>
                <a:ea typeface="Poppins"/>
                <a:cs typeface="Poppins"/>
                <a:sym typeface="Poppins"/>
              </a:defRPr>
            </a:lvl7pPr>
            <a:lvl8pPr lvl="7" algn="r">
              <a:lnSpc>
                <a:spcPct val="80000"/>
              </a:lnSpc>
              <a:buSzPts val="1000"/>
              <a:buNone/>
              <a:defRPr>
                <a:solidFill>
                  <a:schemeClr val="dk1"/>
                </a:solidFill>
                <a:latin typeface="Poppins"/>
                <a:ea typeface="Poppins"/>
                <a:cs typeface="Poppins"/>
                <a:sym typeface="Poppins"/>
              </a:defRPr>
            </a:lvl8pPr>
            <a:lvl9pPr lvl="8" algn="r">
              <a:lnSpc>
                <a:spcPct val="80000"/>
              </a:lnSpc>
              <a:buSzPts val="1000"/>
              <a:buNone/>
              <a:defRPr>
                <a:solidFill>
                  <a:schemeClr val="dk1"/>
                </a:solidFill>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grpSp>
        <p:nvGrpSpPr>
          <p:cNvPr id="200" name="Google Shape;200;p31"/>
          <p:cNvGrpSpPr/>
          <p:nvPr/>
        </p:nvGrpSpPr>
        <p:grpSpPr>
          <a:xfrm>
            <a:off x="455766" y="4701868"/>
            <a:ext cx="824336" cy="90686"/>
            <a:chOff x="238125" y="2427150"/>
            <a:chExt cx="7112475" cy="782450"/>
          </a:xfrm>
        </p:grpSpPr>
        <p:sp>
          <p:nvSpPr>
            <p:cNvPr id="201" name="Google Shape;201;p31"/>
            <p:cNvSpPr/>
            <p:nvPr/>
          </p:nvSpPr>
          <p:spPr>
            <a:xfrm>
              <a:off x="1977750" y="2440175"/>
              <a:ext cx="685975" cy="756375"/>
            </a:xfrm>
            <a:custGeom>
              <a:rect b="b" l="l" r="r" t="t"/>
              <a:pathLst>
                <a:path extrusionOk="0" h="30255" w="27439">
                  <a:moveTo>
                    <a:pt x="1" y="1"/>
                  </a:moveTo>
                  <a:lnTo>
                    <a:pt x="1" y="5843"/>
                  </a:lnTo>
                  <a:lnTo>
                    <a:pt x="10433" y="5843"/>
                  </a:lnTo>
                  <a:lnTo>
                    <a:pt x="10433" y="30255"/>
                  </a:lnTo>
                  <a:lnTo>
                    <a:pt x="17006" y="30255"/>
                  </a:lnTo>
                  <a:lnTo>
                    <a:pt x="17006" y="5843"/>
                  </a:lnTo>
                  <a:lnTo>
                    <a:pt x="27439" y="5843"/>
                  </a:lnTo>
                  <a:lnTo>
                    <a:pt x="27439"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 name="Google Shape;202;p31"/>
            <p:cNvSpPr/>
            <p:nvPr/>
          </p:nvSpPr>
          <p:spPr>
            <a:xfrm>
              <a:off x="1150975" y="2440175"/>
              <a:ext cx="696400" cy="756375"/>
            </a:xfrm>
            <a:custGeom>
              <a:rect b="b" l="l" r="r" t="t"/>
              <a:pathLst>
                <a:path extrusionOk="0" h="30255" w="27856">
                  <a:moveTo>
                    <a:pt x="0" y="1"/>
                  </a:moveTo>
                  <a:lnTo>
                    <a:pt x="0" y="30255"/>
                  </a:lnTo>
                  <a:lnTo>
                    <a:pt x="6468" y="30255"/>
                  </a:lnTo>
                  <a:lnTo>
                    <a:pt x="6468" y="9077"/>
                  </a:lnTo>
                  <a:lnTo>
                    <a:pt x="20344" y="30255"/>
                  </a:lnTo>
                  <a:lnTo>
                    <a:pt x="27855" y="30255"/>
                  </a:lnTo>
                  <a:lnTo>
                    <a:pt x="27855" y="1"/>
                  </a:lnTo>
                  <a:lnTo>
                    <a:pt x="21387" y="1"/>
                  </a:lnTo>
                  <a:lnTo>
                    <a:pt x="21387" y="21178"/>
                  </a:lnTo>
                  <a:lnTo>
                    <a:pt x="7512"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 name="Google Shape;203;p31"/>
            <p:cNvSpPr/>
            <p:nvPr/>
          </p:nvSpPr>
          <p:spPr>
            <a:xfrm>
              <a:off x="2794100" y="2440175"/>
              <a:ext cx="696425" cy="756375"/>
            </a:xfrm>
            <a:custGeom>
              <a:rect b="b" l="l" r="r" t="t"/>
              <a:pathLst>
                <a:path extrusionOk="0" h="30255" w="27857">
                  <a:moveTo>
                    <a:pt x="1" y="1"/>
                  </a:moveTo>
                  <a:lnTo>
                    <a:pt x="1" y="30255"/>
                  </a:lnTo>
                  <a:lnTo>
                    <a:pt x="6678" y="30255"/>
                  </a:lnTo>
                  <a:lnTo>
                    <a:pt x="6678" y="17944"/>
                  </a:lnTo>
                  <a:lnTo>
                    <a:pt x="21179" y="17944"/>
                  </a:lnTo>
                  <a:lnTo>
                    <a:pt x="21179" y="30255"/>
                  </a:lnTo>
                  <a:lnTo>
                    <a:pt x="27856" y="30255"/>
                  </a:lnTo>
                  <a:lnTo>
                    <a:pt x="27856" y="1"/>
                  </a:lnTo>
                  <a:lnTo>
                    <a:pt x="21179" y="1"/>
                  </a:lnTo>
                  <a:lnTo>
                    <a:pt x="21179" y="12102"/>
                  </a:lnTo>
                  <a:lnTo>
                    <a:pt x="6678" y="12102"/>
                  </a:lnTo>
                  <a:lnTo>
                    <a:pt x="667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 name="Google Shape;204;p31"/>
            <p:cNvSpPr/>
            <p:nvPr/>
          </p:nvSpPr>
          <p:spPr>
            <a:xfrm>
              <a:off x="238125" y="2440175"/>
              <a:ext cx="792900" cy="756375"/>
            </a:xfrm>
            <a:custGeom>
              <a:rect b="b" l="l" r="r" t="t"/>
              <a:pathLst>
                <a:path extrusionOk="0" h="30255" w="31716">
                  <a:moveTo>
                    <a:pt x="15858" y="7616"/>
                  </a:moveTo>
                  <a:lnTo>
                    <a:pt x="20031" y="18257"/>
                  </a:lnTo>
                  <a:lnTo>
                    <a:pt x="11580" y="18257"/>
                  </a:lnTo>
                  <a:lnTo>
                    <a:pt x="15858" y="7616"/>
                  </a:lnTo>
                  <a:close/>
                  <a:moveTo>
                    <a:pt x="12311" y="1"/>
                  </a:moveTo>
                  <a:lnTo>
                    <a:pt x="0" y="30255"/>
                  </a:lnTo>
                  <a:lnTo>
                    <a:pt x="6886" y="30255"/>
                  </a:lnTo>
                  <a:lnTo>
                    <a:pt x="9389" y="23891"/>
                  </a:lnTo>
                  <a:lnTo>
                    <a:pt x="22326" y="23891"/>
                  </a:lnTo>
                  <a:lnTo>
                    <a:pt x="24830" y="30255"/>
                  </a:lnTo>
                  <a:lnTo>
                    <a:pt x="31715" y="30255"/>
                  </a:lnTo>
                  <a:lnTo>
                    <a:pt x="1940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 name="Google Shape;205;p31"/>
            <p:cNvSpPr/>
            <p:nvPr/>
          </p:nvSpPr>
          <p:spPr>
            <a:xfrm>
              <a:off x="4481600" y="2427150"/>
              <a:ext cx="759000" cy="782450"/>
            </a:xfrm>
            <a:custGeom>
              <a:rect b="b" l="l" r="r" t="t"/>
              <a:pathLst>
                <a:path extrusionOk="0" h="31298" w="30360">
                  <a:moveTo>
                    <a:pt x="15232" y="6051"/>
                  </a:moveTo>
                  <a:cubicBezTo>
                    <a:pt x="20344" y="6051"/>
                    <a:pt x="23473" y="9702"/>
                    <a:pt x="23473" y="15649"/>
                  </a:cubicBezTo>
                  <a:cubicBezTo>
                    <a:pt x="23473" y="21595"/>
                    <a:pt x="20344" y="25246"/>
                    <a:pt x="15232" y="25246"/>
                  </a:cubicBezTo>
                  <a:cubicBezTo>
                    <a:pt x="10015" y="25246"/>
                    <a:pt x="6781" y="21595"/>
                    <a:pt x="6781" y="15649"/>
                  </a:cubicBezTo>
                  <a:cubicBezTo>
                    <a:pt x="6781" y="9702"/>
                    <a:pt x="10015" y="6051"/>
                    <a:pt x="15232" y="6051"/>
                  </a:cubicBezTo>
                  <a:close/>
                  <a:moveTo>
                    <a:pt x="15232" y="0"/>
                  </a:moveTo>
                  <a:cubicBezTo>
                    <a:pt x="6260" y="0"/>
                    <a:pt x="0" y="6468"/>
                    <a:pt x="0" y="15649"/>
                  </a:cubicBezTo>
                  <a:cubicBezTo>
                    <a:pt x="0" y="24829"/>
                    <a:pt x="6260" y="31297"/>
                    <a:pt x="15232" y="31297"/>
                  </a:cubicBezTo>
                  <a:cubicBezTo>
                    <a:pt x="24099" y="31297"/>
                    <a:pt x="30359" y="24829"/>
                    <a:pt x="30359" y="15649"/>
                  </a:cubicBezTo>
                  <a:cubicBezTo>
                    <a:pt x="30359" y="6468"/>
                    <a:pt x="24099" y="0"/>
                    <a:pt x="1523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 name="Google Shape;206;p31"/>
            <p:cNvSpPr/>
            <p:nvPr/>
          </p:nvSpPr>
          <p:spPr>
            <a:xfrm>
              <a:off x="6630725" y="2427150"/>
              <a:ext cx="719875" cy="782450"/>
            </a:xfrm>
            <a:custGeom>
              <a:rect b="b" l="l" r="r" t="t"/>
              <a:pathLst>
                <a:path extrusionOk="0" h="31298" w="28795">
                  <a:moveTo>
                    <a:pt x="15232" y="0"/>
                  </a:moveTo>
                  <a:cubicBezTo>
                    <a:pt x="6260" y="0"/>
                    <a:pt x="0" y="6468"/>
                    <a:pt x="0" y="15649"/>
                  </a:cubicBezTo>
                  <a:cubicBezTo>
                    <a:pt x="0" y="24829"/>
                    <a:pt x="6260" y="31297"/>
                    <a:pt x="15232" y="31297"/>
                  </a:cubicBezTo>
                  <a:cubicBezTo>
                    <a:pt x="21909" y="31297"/>
                    <a:pt x="27125" y="27020"/>
                    <a:pt x="28794" y="20656"/>
                  </a:cubicBezTo>
                  <a:lnTo>
                    <a:pt x="21804" y="20656"/>
                  </a:lnTo>
                  <a:cubicBezTo>
                    <a:pt x="20657" y="23577"/>
                    <a:pt x="18361" y="25246"/>
                    <a:pt x="15232" y="25246"/>
                  </a:cubicBezTo>
                  <a:cubicBezTo>
                    <a:pt x="10015" y="25246"/>
                    <a:pt x="6781" y="21595"/>
                    <a:pt x="6781" y="15649"/>
                  </a:cubicBezTo>
                  <a:cubicBezTo>
                    <a:pt x="6781" y="9702"/>
                    <a:pt x="10015" y="6051"/>
                    <a:pt x="15232" y="6051"/>
                  </a:cubicBezTo>
                  <a:cubicBezTo>
                    <a:pt x="18361" y="6051"/>
                    <a:pt x="20657" y="7720"/>
                    <a:pt x="21804" y="10641"/>
                  </a:cubicBezTo>
                  <a:lnTo>
                    <a:pt x="28794" y="10641"/>
                  </a:lnTo>
                  <a:cubicBezTo>
                    <a:pt x="27021" y="4173"/>
                    <a:pt x="21909" y="0"/>
                    <a:pt x="1523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 name="Google Shape;207;p31"/>
            <p:cNvSpPr/>
            <p:nvPr/>
          </p:nvSpPr>
          <p:spPr>
            <a:xfrm>
              <a:off x="6119525" y="2440175"/>
              <a:ext cx="477300" cy="756375"/>
            </a:xfrm>
            <a:custGeom>
              <a:rect b="b" l="l" r="r" t="t"/>
              <a:pathLst>
                <a:path extrusionOk="0" h="30255" w="19092">
                  <a:moveTo>
                    <a:pt x="0" y="1"/>
                  </a:moveTo>
                  <a:lnTo>
                    <a:pt x="12311" y="30255"/>
                  </a:lnTo>
                  <a:lnTo>
                    <a:pt x="19092" y="30255"/>
                  </a:lnTo>
                  <a:lnTo>
                    <a:pt x="6781"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 name="Google Shape;208;p31"/>
            <p:cNvSpPr/>
            <p:nvPr/>
          </p:nvSpPr>
          <p:spPr>
            <a:xfrm>
              <a:off x="5394450" y="2440175"/>
              <a:ext cx="659875" cy="756375"/>
            </a:xfrm>
            <a:custGeom>
              <a:rect b="b" l="l" r="r" t="t"/>
              <a:pathLst>
                <a:path extrusionOk="0" h="30255" w="26395">
                  <a:moveTo>
                    <a:pt x="14815" y="5843"/>
                  </a:moveTo>
                  <a:cubicBezTo>
                    <a:pt x="18049" y="5843"/>
                    <a:pt x="19718" y="7095"/>
                    <a:pt x="19718" y="9598"/>
                  </a:cubicBezTo>
                  <a:cubicBezTo>
                    <a:pt x="19718" y="12102"/>
                    <a:pt x="18049" y="13458"/>
                    <a:pt x="14815" y="13458"/>
                  </a:cubicBezTo>
                  <a:lnTo>
                    <a:pt x="6573" y="13458"/>
                  </a:lnTo>
                  <a:lnTo>
                    <a:pt x="6573" y="5843"/>
                  </a:lnTo>
                  <a:close/>
                  <a:moveTo>
                    <a:pt x="0" y="1"/>
                  </a:moveTo>
                  <a:lnTo>
                    <a:pt x="0" y="30255"/>
                  </a:lnTo>
                  <a:lnTo>
                    <a:pt x="6573" y="30255"/>
                  </a:lnTo>
                  <a:lnTo>
                    <a:pt x="6573" y="19301"/>
                  </a:lnTo>
                  <a:lnTo>
                    <a:pt x="15128" y="19301"/>
                  </a:lnTo>
                  <a:cubicBezTo>
                    <a:pt x="22117" y="19301"/>
                    <a:pt x="26395" y="15649"/>
                    <a:pt x="26395" y="9598"/>
                  </a:cubicBezTo>
                  <a:cubicBezTo>
                    <a:pt x="26395" y="3652"/>
                    <a:pt x="22117" y="1"/>
                    <a:pt x="1512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 name="Google Shape;209;p31"/>
            <p:cNvSpPr/>
            <p:nvPr/>
          </p:nvSpPr>
          <p:spPr>
            <a:xfrm>
              <a:off x="3693925" y="2440175"/>
              <a:ext cx="699000" cy="756375"/>
            </a:xfrm>
            <a:custGeom>
              <a:rect b="b" l="l" r="r" t="t"/>
              <a:pathLst>
                <a:path extrusionOk="0" h="30255" w="27960">
                  <a:moveTo>
                    <a:pt x="14815" y="5843"/>
                  </a:moveTo>
                  <a:cubicBezTo>
                    <a:pt x="18049" y="5843"/>
                    <a:pt x="19822" y="6990"/>
                    <a:pt x="19822" y="9181"/>
                  </a:cubicBezTo>
                  <a:cubicBezTo>
                    <a:pt x="19822" y="11372"/>
                    <a:pt x="18049" y="12624"/>
                    <a:pt x="14815" y="12624"/>
                  </a:cubicBezTo>
                  <a:lnTo>
                    <a:pt x="6677" y="12624"/>
                  </a:lnTo>
                  <a:lnTo>
                    <a:pt x="6677" y="5843"/>
                  </a:lnTo>
                  <a:close/>
                  <a:moveTo>
                    <a:pt x="0" y="1"/>
                  </a:moveTo>
                  <a:lnTo>
                    <a:pt x="0" y="30255"/>
                  </a:lnTo>
                  <a:lnTo>
                    <a:pt x="6677" y="30255"/>
                  </a:lnTo>
                  <a:lnTo>
                    <a:pt x="6677" y="18362"/>
                  </a:lnTo>
                  <a:lnTo>
                    <a:pt x="13980" y="18362"/>
                  </a:lnTo>
                  <a:lnTo>
                    <a:pt x="20657" y="30255"/>
                  </a:lnTo>
                  <a:lnTo>
                    <a:pt x="27960" y="30255"/>
                  </a:lnTo>
                  <a:lnTo>
                    <a:pt x="20657" y="17527"/>
                  </a:lnTo>
                  <a:cubicBezTo>
                    <a:pt x="24309" y="16171"/>
                    <a:pt x="26395" y="13250"/>
                    <a:pt x="26395" y="9181"/>
                  </a:cubicBezTo>
                  <a:cubicBezTo>
                    <a:pt x="26395" y="3548"/>
                    <a:pt x="22118" y="1"/>
                    <a:pt x="1512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1: Title and 2 icons ">
  <p:cSld name="TITLE_ONLY_1_1">
    <p:spTree>
      <p:nvGrpSpPr>
        <p:cNvPr id="210" name="Shape 210"/>
        <p:cNvGrpSpPr/>
        <p:nvPr/>
      </p:nvGrpSpPr>
      <p:grpSpPr>
        <a:xfrm>
          <a:off x="0" y="0"/>
          <a:ext cx="0" cy="0"/>
          <a:chOff x="0" y="0"/>
          <a:chExt cx="0" cy="0"/>
        </a:xfrm>
      </p:grpSpPr>
      <p:sp>
        <p:nvSpPr>
          <p:cNvPr id="211" name="Google Shape;211;p32"/>
          <p:cNvSpPr txBox="1"/>
          <p:nvPr>
            <p:ph idx="1" type="body"/>
          </p:nvPr>
        </p:nvSpPr>
        <p:spPr>
          <a:xfrm>
            <a:off x="455775" y="2762100"/>
            <a:ext cx="4033500" cy="1582800"/>
          </a:xfrm>
          <a:prstGeom prst="rect">
            <a:avLst/>
          </a:prstGeom>
        </p:spPr>
        <p:txBody>
          <a:bodyPr anchorCtr="0" anchor="t" bIns="0" lIns="0" spcFirstLastPara="1" rIns="0" wrap="square" tIns="0">
            <a:noAutofit/>
          </a:bodyPr>
          <a:lstStyle>
            <a:lvl1pPr indent="-317500" lvl="0" marL="457200" algn="ctr">
              <a:spcBef>
                <a:spcPts val="0"/>
              </a:spcBef>
              <a:spcAft>
                <a:spcPts val="0"/>
              </a:spcAft>
              <a:buSzPts val="1400"/>
              <a:buChar char="●"/>
              <a:defRPr sz="1400">
                <a:solidFill>
                  <a:schemeClr val="dk1"/>
                </a:solidFill>
              </a:defRPr>
            </a:lvl1pPr>
            <a:lvl2pPr indent="-304800" lvl="1" marL="914400" algn="ctr">
              <a:spcBef>
                <a:spcPts val="1000"/>
              </a:spcBef>
              <a:spcAft>
                <a:spcPts val="0"/>
              </a:spcAft>
              <a:buSzPts val="1200"/>
              <a:buChar char="○"/>
              <a:defRPr sz="1200">
                <a:solidFill>
                  <a:schemeClr val="dk1"/>
                </a:solidFill>
              </a:defRPr>
            </a:lvl2pPr>
            <a:lvl3pPr indent="-304800" lvl="2" marL="1371600" algn="ctr">
              <a:spcBef>
                <a:spcPts val="1000"/>
              </a:spcBef>
              <a:spcAft>
                <a:spcPts val="0"/>
              </a:spcAft>
              <a:buSzPts val="1200"/>
              <a:buChar char="■"/>
              <a:defRPr sz="1200">
                <a:solidFill>
                  <a:schemeClr val="dk1"/>
                </a:solidFill>
              </a:defRPr>
            </a:lvl3pPr>
            <a:lvl4pPr indent="-304800" lvl="3" marL="1828800" algn="ctr">
              <a:spcBef>
                <a:spcPts val="1000"/>
              </a:spcBef>
              <a:spcAft>
                <a:spcPts val="0"/>
              </a:spcAft>
              <a:buSzPts val="1200"/>
              <a:buChar char="●"/>
              <a:defRPr sz="1200">
                <a:solidFill>
                  <a:schemeClr val="dk1"/>
                </a:solidFill>
              </a:defRPr>
            </a:lvl4pPr>
            <a:lvl5pPr indent="-304800" lvl="4" marL="2286000" algn="ctr">
              <a:spcBef>
                <a:spcPts val="1000"/>
              </a:spcBef>
              <a:spcAft>
                <a:spcPts val="0"/>
              </a:spcAft>
              <a:buSzPts val="1200"/>
              <a:buChar char="○"/>
              <a:defRPr sz="1200">
                <a:solidFill>
                  <a:schemeClr val="dk1"/>
                </a:solidFill>
              </a:defRPr>
            </a:lvl5pPr>
            <a:lvl6pPr indent="-304800" lvl="5" marL="2743200" algn="ctr">
              <a:spcBef>
                <a:spcPts val="1000"/>
              </a:spcBef>
              <a:spcAft>
                <a:spcPts val="0"/>
              </a:spcAft>
              <a:buSzPts val="1200"/>
              <a:buChar char="■"/>
              <a:defRPr sz="1200">
                <a:solidFill>
                  <a:schemeClr val="dk1"/>
                </a:solidFill>
              </a:defRPr>
            </a:lvl6pPr>
            <a:lvl7pPr indent="-304800" lvl="6" marL="3200400" algn="ctr">
              <a:spcBef>
                <a:spcPts val="1000"/>
              </a:spcBef>
              <a:spcAft>
                <a:spcPts val="0"/>
              </a:spcAft>
              <a:buSzPts val="1200"/>
              <a:buChar char="●"/>
              <a:defRPr sz="1200">
                <a:solidFill>
                  <a:schemeClr val="dk1"/>
                </a:solidFill>
              </a:defRPr>
            </a:lvl7pPr>
            <a:lvl8pPr indent="-304800" lvl="7" marL="3657600" algn="ctr">
              <a:spcBef>
                <a:spcPts val="1000"/>
              </a:spcBef>
              <a:spcAft>
                <a:spcPts val="0"/>
              </a:spcAft>
              <a:buSzPts val="1200"/>
              <a:buChar char="○"/>
              <a:defRPr sz="1200">
                <a:solidFill>
                  <a:schemeClr val="dk1"/>
                </a:solidFill>
              </a:defRPr>
            </a:lvl8pPr>
            <a:lvl9pPr indent="-304800" lvl="8" marL="4114800" algn="ctr">
              <a:spcBef>
                <a:spcPts val="1000"/>
              </a:spcBef>
              <a:spcAft>
                <a:spcPts val="1000"/>
              </a:spcAft>
              <a:buSzPts val="1200"/>
              <a:buChar char="■"/>
              <a:defRPr sz="1200">
                <a:solidFill>
                  <a:schemeClr val="dk1"/>
                </a:solidFill>
              </a:defRPr>
            </a:lvl9pPr>
          </a:lstStyle>
          <a:p/>
        </p:txBody>
      </p:sp>
      <p:sp>
        <p:nvSpPr>
          <p:cNvPr id="212" name="Google Shape;212;p32"/>
          <p:cNvSpPr txBox="1"/>
          <p:nvPr>
            <p:ph idx="2" type="body"/>
          </p:nvPr>
        </p:nvSpPr>
        <p:spPr>
          <a:xfrm>
            <a:off x="4654713" y="2762100"/>
            <a:ext cx="4033500" cy="1582800"/>
          </a:xfrm>
          <a:prstGeom prst="rect">
            <a:avLst/>
          </a:prstGeom>
        </p:spPr>
        <p:txBody>
          <a:bodyPr anchorCtr="0" anchor="t" bIns="0" lIns="0" spcFirstLastPara="1" rIns="0" wrap="square" tIns="0">
            <a:noAutofit/>
          </a:bodyPr>
          <a:lstStyle>
            <a:lvl1pPr indent="-317500" lvl="0" marL="457200" algn="ctr">
              <a:spcBef>
                <a:spcPts val="0"/>
              </a:spcBef>
              <a:spcAft>
                <a:spcPts val="0"/>
              </a:spcAft>
              <a:buSzPts val="1400"/>
              <a:buChar char="●"/>
              <a:defRPr sz="1400">
                <a:solidFill>
                  <a:schemeClr val="dk1"/>
                </a:solidFill>
              </a:defRPr>
            </a:lvl1pPr>
            <a:lvl2pPr indent="-304800" lvl="1" marL="914400" algn="ctr">
              <a:spcBef>
                <a:spcPts val="1000"/>
              </a:spcBef>
              <a:spcAft>
                <a:spcPts val="0"/>
              </a:spcAft>
              <a:buSzPts val="1200"/>
              <a:buChar char="○"/>
              <a:defRPr sz="1200">
                <a:solidFill>
                  <a:schemeClr val="dk1"/>
                </a:solidFill>
              </a:defRPr>
            </a:lvl2pPr>
            <a:lvl3pPr indent="-304800" lvl="2" marL="1371600" algn="ctr">
              <a:spcBef>
                <a:spcPts val="1000"/>
              </a:spcBef>
              <a:spcAft>
                <a:spcPts val="0"/>
              </a:spcAft>
              <a:buSzPts val="1200"/>
              <a:buChar char="■"/>
              <a:defRPr sz="1200">
                <a:solidFill>
                  <a:schemeClr val="dk1"/>
                </a:solidFill>
              </a:defRPr>
            </a:lvl3pPr>
            <a:lvl4pPr indent="-304800" lvl="3" marL="1828800" algn="ctr">
              <a:spcBef>
                <a:spcPts val="1000"/>
              </a:spcBef>
              <a:spcAft>
                <a:spcPts val="0"/>
              </a:spcAft>
              <a:buSzPts val="1200"/>
              <a:buChar char="●"/>
              <a:defRPr sz="1200">
                <a:solidFill>
                  <a:schemeClr val="dk1"/>
                </a:solidFill>
              </a:defRPr>
            </a:lvl4pPr>
            <a:lvl5pPr indent="-304800" lvl="4" marL="2286000" algn="ctr">
              <a:spcBef>
                <a:spcPts val="1000"/>
              </a:spcBef>
              <a:spcAft>
                <a:spcPts val="0"/>
              </a:spcAft>
              <a:buSzPts val="1200"/>
              <a:buChar char="○"/>
              <a:defRPr sz="1200">
                <a:solidFill>
                  <a:schemeClr val="dk1"/>
                </a:solidFill>
              </a:defRPr>
            </a:lvl5pPr>
            <a:lvl6pPr indent="-304800" lvl="5" marL="2743200" algn="ctr">
              <a:spcBef>
                <a:spcPts val="1000"/>
              </a:spcBef>
              <a:spcAft>
                <a:spcPts val="0"/>
              </a:spcAft>
              <a:buSzPts val="1200"/>
              <a:buChar char="■"/>
              <a:defRPr sz="1200">
                <a:solidFill>
                  <a:schemeClr val="dk1"/>
                </a:solidFill>
              </a:defRPr>
            </a:lvl6pPr>
            <a:lvl7pPr indent="-304800" lvl="6" marL="3200400" algn="ctr">
              <a:spcBef>
                <a:spcPts val="1000"/>
              </a:spcBef>
              <a:spcAft>
                <a:spcPts val="0"/>
              </a:spcAft>
              <a:buSzPts val="1200"/>
              <a:buChar char="●"/>
              <a:defRPr sz="1200">
                <a:solidFill>
                  <a:schemeClr val="dk1"/>
                </a:solidFill>
              </a:defRPr>
            </a:lvl7pPr>
            <a:lvl8pPr indent="-304800" lvl="7" marL="3657600" algn="ctr">
              <a:spcBef>
                <a:spcPts val="1000"/>
              </a:spcBef>
              <a:spcAft>
                <a:spcPts val="0"/>
              </a:spcAft>
              <a:buSzPts val="1200"/>
              <a:buChar char="○"/>
              <a:defRPr sz="1200">
                <a:solidFill>
                  <a:schemeClr val="dk1"/>
                </a:solidFill>
              </a:defRPr>
            </a:lvl8pPr>
            <a:lvl9pPr indent="-304800" lvl="8" marL="4114800" algn="ctr">
              <a:spcBef>
                <a:spcPts val="1000"/>
              </a:spcBef>
              <a:spcAft>
                <a:spcPts val="1000"/>
              </a:spcAft>
              <a:buSzPts val="1200"/>
              <a:buChar char="■"/>
              <a:defRPr sz="1200">
                <a:solidFill>
                  <a:schemeClr val="dk1"/>
                </a:solidFill>
              </a:defRPr>
            </a:lvl9pPr>
          </a:lstStyle>
          <a:p/>
        </p:txBody>
      </p:sp>
      <p:sp>
        <p:nvSpPr>
          <p:cNvPr id="213" name="Google Shape;213;p32"/>
          <p:cNvSpPr txBox="1"/>
          <p:nvPr>
            <p:ph type="title"/>
          </p:nvPr>
        </p:nvSpPr>
        <p:spPr>
          <a:xfrm>
            <a:off x="456825" y="457199"/>
            <a:ext cx="8230200" cy="914400"/>
          </a:xfrm>
          <a:prstGeom prst="rect">
            <a:avLst/>
          </a:prstGeom>
        </p:spPr>
        <p:txBody>
          <a:bodyPr anchorCtr="0" anchor="t" bIns="0" lIns="0" spcFirstLastPara="1" rIns="0" wrap="square" tIns="0">
            <a:noAutofit/>
          </a:bodyPr>
          <a:lstStyle>
            <a:lvl1pPr lvl="0" algn="ctr">
              <a:spcBef>
                <a:spcPts val="0"/>
              </a:spcBef>
              <a:spcAft>
                <a:spcPts val="0"/>
              </a:spcAft>
              <a:buSzPts val="2400"/>
              <a:buNone/>
              <a:defRPr/>
            </a:lvl1pPr>
            <a:lvl2pPr lvl="1" algn="ctr">
              <a:spcBef>
                <a:spcPts val="1300"/>
              </a:spcBef>
              <a:spcAft>
                <a:spcPts val="0"/>
              </a:spcAft>
              <a:buSzPts val="2800"/>
              <a:buNone/>
              <a:defRPr/>
            </a:lvl2pPr>
            <a:lvl3pPr lvl="2" algn="ctr">
              <a:spcBef>
                <a:spcPts val="1300"/>
              </a:spcBef>
              <a:spcAft>
                <a:spcPts val="0"/>
              </a:spcAft>
              <a:buSzPts val="2800"/>
              <a:buNone/>
              <a:defRPr/>
            </a:lvl3pPr>
            <a:lvl4pPr lvl="3" algn="ctr">
              <a:spcBef>
                <a:spcPts val="1300"/>
              </a:spcBef>
              <a:spcAft>
                <a:spcPts val="0"/>
              </a:spcAft>
              <a:buSzPts val="2800"/>
              <a:buNone/>
              <a:defRPr/>
            </a:lvl4pPr>
            <a:lvl5pPr lvl="4" algn="ctr">
              <a:spcBef>
                <a:spcPts val="1300"/>
              </a:spcBef>
              <a:spcAft>
                <a:spcPts val="0"/>
              </a:spcAft>
              <a:buSzPts val="2800"/>
              <a:buNone/>
              <a:defRPr/>
            </a:lvl5pPr>
            <a:lvl6pPr lvl="5" algn="ctr">
              <a:spcBef>
                <a:spcPts val="1300"/>
              </a:spcBef>
              <a:spcAft>
                <a:spcPts val="0"/>
              </a:spcAft>
              <a:buSzPts val="2800"/>
              <a:buNone/>
              <a:defRPr/>
            </a:lvl6pPr>
            <a:lvl7pPr lvl="6" algn="ctr">
              <a:spcBef>
                <a:spcPts val="1300"/>
              </a:spcBef>
              <a:spcAft>
                <a:spcPts val="0"/>
              </a:spcAft>
              <a:buSzPts val="2800"/>
              <a:buNone/>
              <a:defRPr/>
            </a:lvl7pPr>
            <a:lvl8pPr lvl="7" algn="ctr">
              <a:spcBef>
                <a:spcPts val="1300"/>
              </a:spcBef>
              <a:spcAft>
                <a:spcPts val="0"/>
              </a:spcAft>
              <a:buSzPts val="2800"/>
              <a:buNone/>
              <a:defRPr/>
            </a:lvl8pPr>
            <a:lvl9pPr lvl="8" algn="ctr">
              <a:spcBef>
                <a:spcPts val="1300"/>
              </a:spcBef>
              <a:spcAft>
                <a:spcPts val="1300"/>
              </a:spcAft>
              <a:buSzPts val="2800"/>
              <a:buNone/>
              <a:defRPr/>
            </a:lvl9pPr>
          </a:lstStyle>
          <a:p/>
        </p:txBody>
      </p:sp>
      <p:sp>
        <p:nvSpPr>
          <p:cNvPr id="214" name="Google Shape;214;p32"/>
          <p:cNvSpPr txBox="1"/>
          <p:nvPr>
            <p:ph idx="12" type="sldNum"/>
          </p:nvPr>
        </p:nvSpPr>
        <p:spPr>
          <a:xfrm>
            <a:off x="8256725" y="4708927"/>
            <a:ext cx="437100" cy="107400"/>
          </a:xfrm>
          <a:prstGeom prst="rect">
            <a:avLst/>
          </a:prstGeom>
        </p:spPr>
        <p:txBody>
          <a:bodyPr anchorCtr="0" anchor="t" bIns="0" lIns="0" spcFirstLastPara="1" rIns="0" wrap="square" tIns="0">
            <a:noAutofit/>
          </a:bodyPr>
          <a:lstStyle>
            <a:lvl1pPr lvl="0" algn="r">
              <a:lnSpc>
                <a:spcPct val="80000"/>
              </a:lnSpc>
              <a:buSzPts val="1000"/>
              <a:buNone/>
              <a:defRPr>
                <a:latin typeface="Poppins"/>
                <a:ea typeface="Poppins"/>
                <a:cs typeface="Poppins"/>
                <a:sym typeface="Poppins"/>
              </a:defRPr>
            </a:lvl1pPr>
            <a:lvl2pPr lvl="1" algn="r">
              <a:lnSpc>
                <a:spcPct val="80000"/>
              </a:lnSpc>
              <a:buSzPts val="1000"/>
              <a:buNone/>
              <a:defRPr>
                <a:latin typeface="Poppins"/>
                <a:ea typeface="Poppins"/>
                <a:cs typeface="Poppins"/>
                <a:sym typeface="Poppins"/>
              </a:defRPr>
            </a:lvl2pPr>
            <a:lvl3pPr lvl="2" algn="r">
              <a:lnSpc>
                <a:spcPct val="80000"/>
              </a:lnSpc>
              <a:buSzPts val="1000"/>
              <a:buNone/>
              <a:defRPr>
                <a:latin typeface="Poppins"/>
                <a:ea typeface="Poppins"/>
                <a:cs typeface="Poppins"/>
                <a:sym typeface="Poppins"/>
              </a:defRPr>
            </a:lvl3pPr>
            <a:lvl4pPr lvl="3" algn="r">
              <a:lnSpc>
                <a:spcPct val="80000"/>
              </a:lnSpc>
              <a:buSzPts val="1000"/>
              <a:buNone/>
              <a:defRPr>
                <a:latin typeface="Poppins"/>
                <a:ea typeface="Poppins"/>
                <a:cs typeface="Poppins"/>
                <a:sym typeface="Poppins"/>
              </a:defRPr>
            </a:lvl4pPr>
            <a:lvl5pPr lvl="4" algn="r">
              <a:lnSpc>
                <a:spcPct val="80000"/>
              </a:lnSpc>
              <a:buSzPts val="1000"/>
              <a:buNone/>
              <a:defRPr>
                <a:latin typeface="Poppins"/>
                <a:ea typeface="Poppins"/>
                <a:cs typeface="Poppins"/>
                <a:sym typeface="Poppins"/>
              </a:defRPr>
            </a:lvl5pPr>
            <a:lvl6pPr lvl="5" algn="r">
              <a:lnSpc>
                <a:spcPct val="80000"/>
              </a:lnSpc>
              <a:buSzPts val="1000"/>
              <a:buNone/>
              <a:defRPr>
                <a:latin typeface="Poppins"/>
                <a:ea typeface="Poppins"/>
                <a:cs typeface="Poppins"/>
                <a:sym typeface="Poppins"/>
              </a:defRPr>
            </a:lvl6pPr>
            <a:lvl7pPr lvl="6" algn="r">
              <a:lnSpc>
                <a:spcPct val="80000"/>
              </a:lnSpc>
              <a:buSzPts val="1000"/>
              <a:buNone/>
              <a:defRPr>
                <a:latin typeface="Poppins"/>
                <a:ea typeface="Poppins"/>
                <a:cs typeface="Poppins"/>
                <a:sym typeface="Poppins"/>
              </a:defRPr>
            </a:lvl7pPr>
            <a:lvl8pPr lvl="7" algn="r">
              <a:lnSpc>
                <a:spcPct val="80000"/>
              </a:lnSpc>
              <a:buSzPts val="1000"/>
              <a:buNone/>
              <a:defRPr>
                <a:latin typeface="Poppins"/>
                <a:ea typeface="Poppins"/>
                <a:cs typeface="Poppins"/>
                <a:sym typeface="Poppins"/>
              </a:defRPr>
            </a:lvl8pPr>
            <a:lvl9pPr lvl="8" algn="r">
              <a:lnSpc>
                <a:spcPct val="80000"/>
              </a:lnSpc>
              <a:buSzPts val="1000"/>
              <a:buNone/>
              <a:defRPr>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215" name="Google Shape;215;p32"/>
          <p:cNvSpPr/>
          <p:nvPr>
            <p:ph idx="3" type="pic"/>
          </p:nvPr>
        </p:nvSpPr>
        <p:spPr>
          <a:xfrm>
            <a:off x="1998450" y="1623594"/>
            <a:ext cx="948300" cy="948300"/>
          </a:xfrm>
          <a:prstGeom prst="rect">
            <a:avLst/>
          </a:prstGeom>
          <a:noFill/>
          <a:ln>
            <a:noFill/>
          </a:ln>
        </p:spPr>
      </p:sp>
      <p:sp>
        <p:nvSpPr>
          <p:cNvPr id="216" name="Google Shape;216;p32"/>
          <p:cNvSpPr/>
          <p:nvPr>
            <p:ph idx="4" type="pic"/>
          </p:nvPr>
        </p:nvSpPr>
        <p:spPr>
          <a:xfrm>
            <a:off x="6197388" y="1623594"/>
            <a:ext cx="948300" cy="948300"/>
          </a:xfrm>
          <a:prstGeom prst="rect">
            <a:avLst/>
          </a:prstGeom>
          <a:noFill/>
          <a:ln>
            <a:noFill/>
          </a:ln>
        </p:spPr>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2: Title and 2 icons ">
  <p:cSld name="TITLE_ONLY_1_1_1">
    <p:spTree>
      <p:nvGrpSpPr>
        <p:cNvPr id="217" name="Shape 217"/>
        <p:cNvGrpSpPr/>
        <p:nvPr/>
      </p:nvGrpSpPr>
      <p:grpSpPr>
        <a:xfrm>
          <a:off x="0" y="0"/>
          <a:ext cx="0" cy="0"/>
          <a:chOff x="0" y="0"/>
          <a:chExt cx="0" cy="0"/>
        </a:xfrm>
      </p:grpSpPr>
      <p:sp>
        <p:nvSpPr>
          <p:cNvPr id="218" name="Google Shape;218;p33"/>
          <p:cNvSpPr/>
          <p:nvPr/>
        </p:nvSpPr>
        <p:spPr>
          <a:xfrm>
            <a:off x="4661075" y="1774659"/>
            <a:ext cx="4032900" cy="2570400"/>
          </a:xfrm>
          <a:prstGeom prst="roundRect">
            <a:avLst>
              <a:gd fmla="val 9523" name="adj"/>
            </a:avLst>
          </a:prstGeom>
          <a:solidFill>
            <a:srgbClr val="E8E6DC"/>
          </a:solidFill>
          <a:ln>
            <a:noFill/>
          </a:ln>
        </p:spPr>
        <p:txBody>
          <a:bodyPr anchorCtr="0" anchor="t" bIns="91450" lIns="91450" spcFirstLastPara="1" rIns="91450" wrap="square" tIns="1280150">
            <a:noAutofit/>
          </a:bodyPr>
          <a:lstStyle/>
          <a:p>
            <a:pPr indent="0" lvl="0" marL="0" rtl="0" algn="ctr">
              <a:spcBef>
                <a:spcPts val="0"/>
              </a:spcBef>
              <a:spcAft>
                <a:spcPts val="0"/>
              </a:spcAft>
              <a:buNone/>
            </a:pPr>
            <a:r>
              <a:t/>
            </a:r>
            <a:endParaRPr sz="700">
              <a:latin typeface="Lora"/>
              <a:ea typeface="Lora"/>
              <a:cs typeface="Lora"/>
              <a:sym typeface="Lora"/>
            </a:endParaRPr>
          </a:p>
        </p:txBody>
      </p:sp>
      <p:sp>
        <p:nvSpPr>
          <p:cNvPr id="219" name="Google Shape;219;p33"/>
          <p:cNvSpPr/>
          <p:nvPr/>
        </p:nvSpPr>
        <p:spPr>
          <a:xfrm>
            <a:off x="455775" y="1774659"/>
            <a:ext cx="4032900" cy="2570400"/>
          </a:xfrm>
          <a:prstGeom prst="roundRect">
            <a:avLst>
              <a:gd fmla="val 9523" name="adj"/>
            </a:avLst>
          </a:prstGeom>
          <a:solidFill>
            <a:srgbClr val="E8E6DC"/>
          </a:solidFill>
          <a:ln>
            <a:noFill/>
          </a:ln>
        </p:spPr>
        <p:txBody>
          <a:bodyPr anchorCtr="0" anchor="t" bIns="91450" lIns="91450" spcFirstLastPara="1" rIns="91450" wrap="square" tIns="1280150">
            <a:noAutofit/>
          </a:bodyPr>
          <a:lstStyle/>
          <a:p>
            <a:pPr indent="0" lvl="0" marL="0" rtl="0" algn="ctr">
              <a:spcBef>
                <a:spcPts val="0"/>
              </a:spcBef>
              <a:spcAft>
                <a:spcPts val="0"/>
              </a:spcAft>
              <a:buNone/>
            </a:pPr>
            <a:r>
              <a:t/>
            </a:r>
            <a:endParaRPr sz="700">
              <a:latin typeface="Lora"/>
              <a:ea typeface="Lora"/>
              <a:cs typeface="Lora"/>
              <a:sym typeface="Lora"/>
            </a:endParaRPr>
          </a:p>
        </p:txBody>
      </p:sp>
      <p:sp>
        <p:nvSpPr>
          <p:cNvPr id="220" name="Google Shape;220;p33"/>
          <p:cNvSpPr txBox="1"/>
          <p:nvPr>
            <p:ph idx="1" type="body"/>
          </p:nvPr>
        </p:nvSpPr>
        <p:spPr>
          <a:xfrm>
            <a:off x="455775" y="3036100"/>
            <a:ext cx="4033500" cy="1309200"/>
          </a:xfrm>
          <a:prstGeom prst="rect">
            <a:avLst/>
          </a:prstGeom>
        </p:spPr>
        <p:txBody>
          <a:bodyPr anchorCtr="0" anchor="t" bIns="91450" lIns="91450" spcFirstLastPara="1" rIns="91450" wrap="square" tIns="91450">
            <a:noAutofit/>
          </a:bodyPr>
          <a:lstStyle>
            <a:lvl1pPr indent="-317500" lvl="0" marL="457200" algn="ctr">
              <a:spcBef>
                <a:spcPts val="0"/>
              </a:spcBef>
              <a:spcAft>
                <a:spcPts val="0"/>
              </a:spcAft>
              <a:buSzPts val="1400"/>
              <a:buChar char="●"/>
              <a:defRPr sz="1400">
                <a:solidFill>
                  <a:schemeClr val="dk1"/>
                </a:solidFill>
              </a:defRPr>
            </a:lvl1pPr>
            <a:lvl2pPr indent="-304800" lvl="1" marL="914400" algn="ctr">
              <a:spcBef>
                <a:spcPts val="1000"/>
              </a:spcBef>
              <a:spcAft>
                <a:spcPts val="0"/>
              </a:spcAft>
              <a:buSzPts val="1200"/>
              <a:buChar char="○"/>
              <a:defRPr sz="1200">
                <a:solidFill>
                  <a:schemeClr val="dk1"/>
                </a:solidFill>
              </a:defRPr>
            </a:lvl2pPr>
            <a:lvl3pPr indent="-304800" lvl="2" marL="1371600" algn="ctr">
              <a:spcBef>
                <a:spcPts val="1000"/>
              </a:spcBef>
              <a:spcAft>
                <a:spcPts val="0"/>
              </a:spcAft>
              <a:buSzPts val="1200"/>
              <a:buChar char="■"/>
              <a:defRPr sz="1200">
                <a:solidFill>
                  <a:schemeClr val="dk1"/>
                </a:solidFill>
              </a:defRPr>
            </a:lvl3pPr>
            <a:lvl4pPr indent="-304800" lvl="3" marL="1828800" algn="ctr">
              <a:spcBef>
                <a:spcPts val="1000"/>
              </a:spcBef>
              <a:spcAft>
                <a:spcPts val="0"/>
              </a:spcAft>
              <a:buSzPts val="1200"/>
              <a:buChar char="●"/>
              <a:defRPr sz="1200">
                <a:solidFill>
                  <a:schemeClr val="dk1"/>
                </a:solidFill>
              </a:defRPr>
            </a:lvl4pPr>
            <a:lvl5pPr indent="-304800" lvl="4" marL="2286000" algn="ctr">
              <a:spcBef>
                <a:spcPts val="1000"/>
              </a:spcBef>
              <a:spcAft>
                <a:spcPts val="0"/>
              </a:spcAft>
              <a:buSzPts val="1200"/>
              <a:buChar char="○"/>
              <a:defRPr sz="1200">
                <a:solidFill>
                  <a:schemeClr val="dk1"/>
                </a:solidFill>
              </a:defRPr>
            </a:lvl5pPr>
            <a:lvl6pPr indent="-304800" lvl="5" marL="2743200" algn="ctr">
              <a:spcBef>
                <a:spcPts val="1000"/>
              </a:spcBef>
              <a:spcAft>
                <a:spcPts val="0"/>
              </a:spcAft>
              <a:buSzPts val="1200"/>
              <a:buChar char="■"/>
              <a:defRPr sz="1200">
                <a:solidFill>
                  <a:schemeClr val="dk1"/>
                </a:solidFill>
              </a:defRPr>
            </a:lvl6pPr>
            <a:lvl7pPr indent="-304800" lvl="6" marL="3200400" algn="ctr">
              <a:spcBef>
                <a:spcPts val="1000"/>
              </a:spcBef>
              <a:spcAft>
                <a:spcPts val="0"/>
              </a:spcAft>
              <a:buSzPts val="1200"/>
              <a:buChar char="●"/>
              <a:defRPr sz="1200">
                <a:solidFill>
                  <a:schemeClr val="dk1"/>
                </a:solidFill>
              </a:defRPr>
            </a:lvl7pPr>
            <a:lvl8pPr indent="-304800" lvl="7" marL="3657600" algn="ctr">
              <a:spcBef>
                <a:spcPts val="1000"/>
              </a:spcBef>
              <a:spcAft>
                <a:spcPts val="0"/>
              </a:spcAft>
              <a:buSzPts val="1200"/>
              <a:buChar char="○"/>
              <a:defRPr sz="1200">
                <a:solidFill>
                  <a:schemeClr val="dk1"/>
                </a:solidFill>
              </a:defRPr>
            </a:lvl8pPr>
            <a:lvl9pPr indent="-304800" lvl="8" marL="4114800" algn="ctr">
              <a:spcBef>
                <a:spcPts val="1000"/>
              </a:spcBef>
              <a:spcAft>
                <a:spcPts val="1000"/>
              </a:spcAft>
              <a:buSzPts val="1200"/>
              <a:buChar char="■"/>
              <a:defRPr sz="1200">
                <a:solidFill>
                  <a:schemeClr val="dk1"/>
                </a:solidFill>
              </a:defRPr>
            </a:lvl9pPr>
          </a:lstStyle>
          <a:p/>
        </p:txBody>
      </p:sp>
      <p:sp>
        <p:nvSpPr>
          <p:cNvPr id="221" name="Google Shape;221;p33"/>
          <p:cNvSpPr txBox="1"/>
          <p:nvPr>
            <p:ph idx="2" type="body"/>
          </p:nvPr>
        </p:nvSpPr>
        <p:spPr>
          <a:xfrm>
            <a:off x="4654713" y="3036100"/>
            <a:ext cx="4033500" cy="1309200"/>
          </a:xfrm>
          <a:prstGeom prst="rect">
            <a:avLst/>
          </a:prstGeom>
        </p:spPr>
        <p:txBody>
          <a:bodyPr anchorCtr="0" anchor="t" bIns="91450" lIns="91450" spcFirstLastPara="1" rIns="91450" wrap="square" tIns="91450">
            <a:noAutofit/>
          </a:bodyPr>
          <a:lstStyle>
            <a:lvl1pPr indent="-317500" lvl="0" marL="457200" algn="ctr">
              <a:spcBef>
                <a:spcPts val="0"/>
              </a:spcBef>
              <a:spcAft>
                <a:spcPts val="0"/>
              </a:spcAft>
              <a:buSzPts val="1400"/>
              <a:buChar char="●"/>
              <a:defRPr sz="1400">
                <a:solidFill>
                  <a:schemeClr val="dk1"/>
                </a:solidFill>
              </a:defRPr>
            </a:lvl1pPr>
            <a:lvl2pPr indent="-304800" lvl="1" marL="914400" algn="ctr">
              <a:spcBef>
                <a:spcPts val="1000"/>
              </a:spcBef>
              <a:spcAft>
                <a:spcPts val="0"/>
              </a:spcAft>
              <a:buSzPts val="1200"/>
              <a:buChar char="○"/>
              <a:defRPr sz="1200">
                <a:solidFill>
                  <a:schemeClr val="dk1"/>
                </a:solidFill>
              </a:defRPr>
            </a:lvl2pPr>
            <a:lvl3pPr indent="-304800" lvl="2" marL="1371600" algn="ctr">
              <a:spcBef>
                <a:spcPts val="1000"/>
              </a:spcBef>
              <a:spcAft>
                <a:spcPts val="0"/>
              </a:spcAft>
              <a:buSzPts val="1200"/>
              <a:buChar char="■"/>
              <a:defRPr sz="1200">
                <a:solidFill>
                  <a:schemeClr val="dk1"/>
                </a:solidFill>
              </a:defRPr>
            </a:lvl3pPr>
            <a:lvl4pPr indent="-304800" lvl="3" marL="1828800" algn="ctr">
              <a:spcBef>
                <a:spcPts val="1000"/>
              </a:spcBef>
              <a:spcAft>
                <a:spcPts val="0"/>
              </a:spcAft>
              <a:buSzPts val="1200"/>
              <a:buChar char="●"/>
              <a:defRPr sz="1200">
                <a:solidFill>
                  <a:schemeClr val="dk1"/>
                </a:solidFill>
              </a:defRPr>
            </a:lvl4pPr>
            <a:lvl5pPr indent="-304800" lvl="4" marL="2286000" algn="ctr">
              <a:spcBef>
                <a:spcPts val="1000"/>
              </a:spcBef>
              <a:spcAft>
                <a:spcPts val="0"/>
              </a:spcAft>
              <a:buSzPts val="1200"/>
              <a:buChar char="○"/>
              <a:defRPr sz="1200">
                <a:solidFill>
                  <a:schemeClr val="dk1"/>
                </a:solidFill>
              </a:defRPr>
            </a:lvl5pPr>
            <a:lvl6pPr indent="-304800" lvl="5" marL="2743200" algn="ctr">
              <a:spcBef>
                <a:spcPts val="1000"/>
              </a:spcBef>
              <a:spcAft>
                <a:spcPts val="0"/>
              </a:spcAft>
              <a:buSzPts val="1200"/>
              <a:buChar char="■"/>
              <a:defRPr sz="1200">
                <a:solidFill>
                  <a:schemeClr val="dk1"/>
                </a:solidFill>
              </a:defRPr>
            </a:lvl6pPr>
            <a:lvl7pPr indent="-304800" lvl="6" marL="3200400" algn="ctr">
              <a:spcBef>
                <a:spcPts val="1000"/>
              </a:spcBef>
              <a:spcAft>
                <a:spcPts val="0"/>
              </a:spcAft>
              <a:buSzPts val="1200"/>
              <a:buChar char="●"/>
              <a:defRPr sz="1200">
                <a:solidFill>
                  <a:schemeClr val="dk1"/>
                </a:solidFill>
              </a:defRPr>
            </a:lvl7pPr>
            <a:lvl8pPr indent="-304800" lvl="7" marL="3657600" algn="ctr">
              <a:spcBef>
                <a:spcPts val="1000"/>
              </a:spcBef>
              <a:spcAft>
                <a:spcPts val="0"/>
              </a:spcAft>
              <a:buSzPts val="1200"/>
              <a:buChar char="○"/>
              <a:defRPr sz="1200">
                <a:solidFill>
                  <a:schemeClr val="dk1"/>
                </a:solidFill>
              </a:defRPr>
            </a:lvl8pPr>
            <a:lvl9pPr indent="-304800" lvl="8" marL="4114800" algn="ctr">
              <a:spcBef>
                <a:spcPts val="1000"/>
              </a:spcBef>
              <a:spcAft>
                <a:spcPts val="1000"/>
              </a:spcAft>
              <a:buSzPts val="1200"/>
              <a:buChar char="■"/>
              <a:defRPr sz="1200">
                <a:solidFill>
                  <a:schemeClr val="dk1"/>
                </a:solidFill>
              </a:defRPr>
            </a:lvl9pPr>
          </a:lstStyle>
          <a:p/>
        </p:txBody>
      </p:sp>
      <p:sp>
        <p:nvSpPr>
          <p:cNvPr id="222" name="Google Shape;222;p33"/>
          <p:cNvSpPr txBox="1"/>
          <p:nvPr>
            <p:ph type="title"/>
          </p:nvPr>
        </p:nvSpPr>
        <p:spPr>
          <a:xfrm>
            <a:off x="456825" y="457199"/>
            <a:ext cx="8230200" cy="914400"/>
          </a:xfrm>
          <a:prstGeom prst="rect">
            <a:avLst/>
          </a:prstGeom>
        </p:spPr>
        <p:txBody>
          <a:bodyPr anchorCtr="0" anchor="t" bIns="0" lIns="0" spcFirstLastPara="1" rIns="0" wrap="square" tIns="0">
            <a:noAutofit/>
          </a:bodyPr>
          <a:lstStyle>
            <a:lvl1pPr lvl="0" algn="ctr">
              <a:spcBef>
                <a:spcPts val="0"/>
              </a:spcBef>
              <a:spcAft>
                <a:spcPts val="0"/>
              </a:spcAft>
              <a:buSzPts val="2400"/>
              <a:buNone/>
              <a:defRPr/>
            </a:lvl1pPr>
            <a:lvl2pPr lvl="1" algn="ctr">
              <a:spcBef>
                <a:spcPts val="1300"/>
              </a:spcBef>
              <a:spcAft>
                <a:spcPts val="0"/>
              </a:spcAft>
              <a:buSzPts val="2800"/>
              <a:buNone/>
              <a:defRPr/>
            </a:lvl2pPr>
            <a:lvl3pPr lvl="2" algn="ctr">
              <a:spcBef>
                <a:spcPts val="1300"/>
              </a:spcBef>
              <a:spcAft>
                <a:spcPts val="0"/>
              </a:spcAft>
              <a:buSzPts val="2800"/>
              <a:buNone/>
              <a:defRPr/>
            </a:lvl3pPr>
            <a:lvl4pPr lvl="3" algn="ctr">
              <a:spcBef>
                <a:spcPts val="1300"/>
              </a:spcBef>
              <a:spcAft>
                <a:spcPts val="0"/>
              </a:spcAft>
              <a:buSzPts val="2800"/>
              <a:buNone/>
              <a:defRPr/>
            </a:lvl4pPr>
            <a:lvl5pPr lvl="4" algn="ctr">
              <a:spcBef>
                <a:spcPts val="1300"/>
              </a:spcBef>
              <a:spcAft>
                <a:spcPts val="0"/>
              </a:spcAft>
              <a:buSzPts val="2800"/>
              <a:buNone/>
              <a:defRPr/>
            </a:lvl5pPr>
            <a:lvl6pPr lvl="5" algn="ctr">
              <a:spcBef>
                <a:spcPts val="1300"/>
              </a:spcBef>
              <a:spcAft>
                <a:spcPts val="0"/>
              </a:spcAft>
              <a:buSzPts val="2800"/>
              <a:buNone/>
              <a:defRPr/>
            </a:lvl6pPr>
            <a:lvl7pPr lvl="6" algn="ctr">
              <a:spcBef>
                <a:spcPts val="1300"/>
              </a:spcBef>
              <a:spcAft>
                <a:spcPts val="0"/>
              </a:spcAft>
              <a:buSzPts val="2800"/>
              <a:buNone/>
              <a:defRPr/>
            </a:lvl7pPr>
            <a:lvl8pPr lvl="7" algn="ctr">
              <a:spcBef>
                <a:spcPts val="1300"/>
              </a:spcBef>
              <a:spcAft>
                <a:spcPts val="0"/>
              </a:spcAft>
              <a:buSzPts val="2800"/>
              <a:buNone/>
              <a:defRPr/>
            </a:lvl8pPr>
            <a:lvl9pPr lvl="8" algn="ctr">
              <a:spcBef>
                <a:spcPts val="1300"/>
              </a:spcBef>
              <a:spcAft>
                <a:spcPts val="1300"/>
              </a:spcAft>
              <a:buSzPts val="2800"/>
              <a:buNone/>
              <a:defRPr/>
            </a:lvl9pPr>
          </a:lstStyle>
          <a:p/>
        </p:txBody>
      </p:sp>
      <p:sp>
        <p:nvSpPr>
          <p:cNvPr id="223" name="Google Shape;223;p33"/>
          <p:cNvSpPr txBox="1"/>
          <p:nvPr>
            <p:ph idx="12" type="sldNum"/>
          </p:nvPr>
        </p:nvSpPr>
        <p:spPr>
          <a:xfrm>
            <a:off x="8256725" y="4708927"/>
            <a:ext cx="437100" cy="107400"/>
          </a:xfrm>
          <a:prstGeom prst="rect">
            <a:avLst/>
          </a:prstGeom>
        </p:spPr>
        <p:txBody>
          <a:bodyPr anchorCtr="0" anchor="t" bIns="0" lIns="0" spcFirstLastPara="1" rIns="0" wrap="square" tIns="0">
            <a:noAutofit/>
          </a:bodyPr>
          <a:lstStyle>
            <a:lvl1pPr lvl="0" algn="r">
              <a:lnSpc>
                <a:spcPct val="80000"/>
              </a:lnSpc>
              <a:buSzPts val="1000"/>
              <a:buNone/>
              <a:defRPr>
                <a:latin typeface="Poppins"/>
                <a:ea typeface="Poppins"/>
                <a:cs typeface="Poppins"/>
                <a:sym typeface="Poppins"/>
              </a:defRPr>
            </a:lvl1pPr>
            <a:lvl2pPr lvl="1" algn="r">
              <a:lnSpc>
                <a:spcPct val="80000"/>
              </a:lnSpc>
              <a:buSzPts val="1000"/>
              <a:buNone/>
              <a:defRPr>
                <a:latin typeface="Poppins"/>
                <a:ea typeface="Poppins"/>
                <a:cs typeface="Poppins"/>
                <a:sym typeface="Poppins"/>
              </a:defRPr>
            </a:lvl2pPr>
            <a:lvl3pPr lvl="2" algn="r">
              <a:lnSpc>
                <a:spcPct val="80000"/>
              </a:lnSpc>
              <a:buSzPts val="1000"/>
              <a:buNone/>
              <a:defRPr>
                <a:latin typeface="Poppins"/>
                <a:ea typeface="Poppins"/>
                <a:cs typeface="Poppins"/>
                <a:sym typeface="Poppins"/>
              </a:defRPr>
            </a:lvl3pPr>
            <a:lvl4pPr lvl="3" algn="r">
              <a:lnSpc>
                <a:spcPct val="80000"/>
              </a:lnSpc>
              <a:buSzPts val="1000"/>
              <a:buNone/>
              <a:defRPr>
                <a:latin typeface="Poppins"/>
                <a:ea typeface="Poppins"/>
                <a:cs typeface="Poppins"/>
                <a:sym typeface="Poppins"/>
              </a:defRPr>
            </a:lvl4pPr>
            <a:lvl5pPr lvl="4" algn="r">
              <a:lnSpc>
                <a:spcPct val="80000"/>
              </a:lnSpc>
              <a:buSzPts val="1000"/>
              <a:buNone/>
              <a:defRPr>
                <a:latin typeface="Poppins"/>
                <a:ea typeface="Poppins"/>
                <a:cs typeface="Poppins"/>
                <a:sym typeface="Poppins"/>
              </a:defRPr>
            </a:lvl5pPr>
            <a:lvl6pPr lvl="5" algn="r">
              <a:lnSpc>
                <a:spcPct val="80000"/>
              </a:lnSpc>
              <a:buSzPts val="1000"/>
              <a:buNone/>
              <a:defRPr>
                <a:latin typeface="Poppins"/>
                <a:ea typeface="Poppins"/>
                <a:cs typeface="Poppins"/>
                <a:sym typeface="Poppins"/>
              </a:defRPr>
            </a:lvl6pPr>
            <a:lvl7pPr lvl="6" algn="r">
              <a:lnSpc>
                <a:spcPct val="80000"/>
              </a:lnSpc>
              <a:buSzPts val="1000"/>
              <a:buNone/>
              <a:defRPr>
                <a:latin typeface="Poppins"/>
                <a:ea typeface="Poppins"/>
                <a:cs typeface="Poppins"/>
                <a:sym typeface="Poppins"/>
              </a:defRPr>
            </a:lvl7pPr>
            <a:lvl8pPr lvl="7" algn="r">
              <a:lnSpc>
                <a:spcPct val="80000"/>
              </a:lnSpc>
              <a:buSzPts val="1000"/>
              <a:buNone/>
              <a:defRPr>
                <a:latin typeface="Poppins"/>
                <a:ea typeface="Poppins"/>
                <a:cs typeface="Poppins"/>
                <a:sym typeface="Poppins"/>
              </a:defRPr>
            </a:lvl8pPr>
            <a:lvl9pPr lvl="8" algn="r">
              <a:lnSpc>
                <a:spcPct val="80000"/>
              </a:lnSpc>
              <a:buSzPts val="1000"/>
              <a:buNone/>
              <a:defRPr>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224" name="Google Shape;224;p33"/>
          <p:cNvSpPr/>
          <p:nvPr>
            <p:ph idx="3" type="pic"/>
          </p:nvPr>
        </p:nvSpPr>
        <p:spPr>
          <a:xfrm>
            <a:off x="1997650" y="2003650"/>
            <a:ext cx="948300" cy="948300"/>
          </a:xfrm>
          <a:prstGeom prst="rect">
            <a:avLst/>
          </a:prstGeom>
          <a:noFill/>
          <a:ln>
            <a:noFill/>
          </a:ln>
        </p:spPr>
      </p:sp>
      <p:sp>
        <p:nvSpPr>
          <p:cNvPr id="225" name="Google Shape;225;p33"/>
          <p:cNvSpPr/>
          <p:nvPr>
            <p:ph idx="4" type="pic"/>
          </p:nvPr>
        </p:nvSpPr>
        <p:spPr>
          <a:xfrm>
            <a:off x="6197388" y="2003650"/>
            <a:ext cx="948300" cy="948300"/>
          </a:xfrm>
          <a:prstGeom prst="rect">
            <a:avLst/>
          </a:prstGeom>
          <a:noFill/>
          <a:ln>
            <a:noFill/>
          </a:ln>
        </p:spPr>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3: Title and 2 icons ">
  <p:cSld name="TITLE_ONLY_1_1_1_1">
    <p:spTree>
      <p:nvGrpSpPr>
        <p:cNvPr id="226" name="Shape 226"/>
        <p:cNvGrpSpPr/>
        <p:nvPr/>
      </p:nvGrpSpPr>
      <p:grpSpPr>
        <a:xfrm>
          <a:off x="0" y="0"/>
          <a:ext cx="0" cy="0"/>
          <a:chOff x="0" y="0"/>
          <a:chExt cx="0" cy="0"/>
        </a:xfrm>
      </p:grpSpPr>
      <p:sp>
        <p:nvSpPr>
          <p:cNvPr id="227" name="Google Shape;227;p34"/>
          <p:cNvSpPr/>
          <p:nvPr/>
        </p:nvSpPr>
        <p:spPr>
          <a:xfrm>
            <a:off x="4661075" y="1371613"/>
            <a:ext cx="4032900" cy="1200300"/>
          </a:xfrm>
          <a:prstGeom prst="roundRect">
            <a:avLst>
              <a:gd fmla="val 9523" name="adj"/>
            </a:avLst>
          </a:prstGeom>
          <a:solidFill>
            <a:srgbClr val="E8E6DC"/>
          </a:solidFill>
          <a:ln>
            <a:noFill/>
          </a:ln>
        </p:spPr>
        <p:txBody>
          <a:bodyPr anchorCtr="0" anchor="t" bIns="91450" lIns="91450" spcFirstLastPara="1" rIns="91450" wrap="square" tIns="1280150">
            <a:noAutofit/>
          </a:bodyPr>
          <a:lstStyle/>
          <a:p>
            <a:pPr indent="0" lvl="0" marL="0" rtl="0" algn="ctr">
              <a:spcBef>
                <a:spcPts val="0"/>
              </a:spcBef>
              <a:spcAft>
                <a:spcPts val="0"/>
              </a:spcAft>
              <a:buNone/>
            </a:pPr>
            <a:r>
              <a:t/>
            </a:r>
            <a:endParaRPr sz="700">
              <a:latin typeface="Lora"/>
              <a:ea typeface="Lora"/>
              <a:cs typeface="Lora"/>
              <a:sym typeface="Lora"/>
            </a:endParaRPr>
          </a:p>
        </p:txBody>
      </p:sp>
      <p:sp>
        <p:nvSpPr>
          <p:cNvPr id="228" name="Google Shape;228;p34"/>
          <p:cNvSpPr/>
          <p:nvPr/>
        </p:nvSpPr>
        <p:spPr>
          <a:xfrm>
            <a:off x="455775" y="1371613"/>
            <a:ext cx="4032900" cy="1200300"/>
          </a:xfrm>
          <a:prstGeom prst="roundRect">
            <a:avLst>
              <a:gd fmla="val 9523" name="adj"/>
            </a:avLst>
          </a:prstGeom>
          <a:solidFill>
            <a:srgbClr val="E8E6DC"/>
          </a:solidFill>
          <a:ln>
            <a:noFill/>
          </a:ln>
        </p:spPr>
        <p:txBody>
          <a:bodyPr anchorCtr="0" anchor="t" bIns="91450" lIns="91450" spcFirstLastPara="1" rIns="91450" wrap="square" tIns="1280150">
            <a:noAutofit/>
          </a:bodyPr>
          <a:lstStyle/>
          <a:p>
            <a:pPr indent="0" lvl="0" marL="0" rtl="0" algn="ctr">
              <a:spcBef>
                <a:spcPts val="0"/>
              </a:spcBef>
              <a:spcAft>
                <a:spcPts val="0"/>
              </a:spcAft>
              <a:buNone/>
            </a:pPr>
            <a:r>
              <a:t/>
            </a:r>
            <a:endParaRPr sz="700">
              <a:latin typeface="Lora"/>
              <a:ea typeface="Lora"/>
              <a:cs typeface="Lora"/>
              <a:sym typeface="Lora"/>
            </a:endParaRPr>
          </a:p>
        </p:txBody>
      </p:sp>
      <p:sp>
        <p:nvSpPr>
          <p:cNvPr id="229" name="Google Shape;229;p34"/>
          <p:cNvSpPr txBox="1"/>
          <p:nvPr>
            <p:ph idx="1" type="body"/>
          </p:nvPr>
        </p:nvSpPr>
        <p:spPr>
          <a:xfrm>
            <a:off x="455775" y="2751550"/>
            <a:ext cx="4033500" cy="1593600"/>
          </a:xfrm>
          <a:prstGeom prst="rect">
            <a:avLst/>
          </a:prstGeom>
        </p:spPr>
        <p:txBody>
          <a:bodyPr anchorCtr="0" anchor="t" bIns="0" lIns="0" spcFirstLastPara="1" rIns="0" wrap="square" tIns="0">
            <a:noAutofit/>
          </a:bodyPr>
          <a:lstStyle>
            <a:lvl1pPr indent="-317500" lvl="0" marL="457200" algn="ctr">
              <a:spcBef>
                <a:spcPts val="0"/>
              </a:spcBef>
              <a:spcAft>
                <a:spcPts val="0"/>
              </a:spcAft>
              <a:buSzPts val="1400"/>
              <a:buChar char="●"/>
              <a:defRPr sz="1400">
                <a:solidFill>
                  <a:schemeClr val="dk1"/>
                </a:solidFill>
              </a:defRPr>
            </a:lvl1pPr>
            <a:lvl2pPr indent="-304800" lvl="1" marL="914400" algn="ctr">
              <a:spcBef>
                <a:spcPts val="1000"/>
              </a:spcBef>
              <a:spcAft>
                <a:spcPts val="0"/>
              </a:spcAft>
              <a:buSzPts val="1200"/>
              <a:buChar char="○"/>
              <a:defRPr sz="1200">
                <a:solidFill>
                  <a:schemeClr val="dk1"/>
                </a:solidFill>
              </a:defRPr>
            </a:lvl2pPr>
            <a:lvl3pPr indent="-304800" lvl="2" marL="1371600" algn="ctr">
              <a:spcBef>
                <a:spcPts val="1000"/>
              </a:spcBef>
              <a:spcAft>
                <a:spcPts val="0"/>
              </a:spcAft>
              <a:buSzPts val="1200"/>
              <a:buChar char="■"/>
              <a:defRPr sz="1200">
                <a:solidFill>
                  <a:schemeClr val="dk1"/>
                </a:solidFill>
              </a:defRPr>
            </a:lvl3pPr>
            <a:lvl4pPr indent="-304800" lvl="3" marL="1828800" algn="ctr">
              <a:spcBef>
                <a:spcPts val="1000"/>
              </a:spcBef>
              <a:spcAft>
                <a:spcPts val="0"/>
              </a:spcAft>
              <a:buSzPts val="1200"/>
              <a:buChar char="●"/>
              <a:defRPr sz="1200">
                <a:solidFill>
                  <a:schemeClr val="dk1"/>
                </a:solidFill>
              </a:defRPr>
            </a:lvl4pPr>
            <a:lvl5pPr indent="-304800" lvl="4" marL="2286000" algn="ctr">
              <a:spcBef>
                <a:spcPts val="1000"/>
              </a:spcBef>
              <a:spcAft>
                <a:spcPts val="0"/>
              </a:spcAft>
              <a:buSzPts val="1200"/>
              <a:buChar char="○"/>
              <a:defRPr sz="1200">
                <a:solidFill>
                  <a:schemeClr val="dk1"/>
                </a:solidFill>
              </a:defRPr>
            </a:lvl5pPr>
            <a:lvl6pPr indent="-304800" lvl="5" marL="2743200" algn="ctr">
              <a:spcBef>
                <a:spcPts val="1000"/>
              </a:spcBef>
              <a:spcAft>
                <a:spcPts val="0"/>
              </a:spcAft>
              <a:buSzPts val="1200"/>
              <a:buChar char="■"/>
              <a:defRPr sz="1200">
                <a:solidFill>
                  <a:schemeClr val="dk1"/>
                </a:solidFill>
              </a:defRPr>
            </a:lvl6pPr>
            <a:lvl7pPr indent="-304800" lvl="6" marL="3200400" algn="ctr">
              <a:spcBef>
                <a:spcPts val="1000"/>
              </a:spcBef>
              <a:spcAft>
                <a:spcPts val="0"/>
              </a:spcAft>
              <a:buSzPts val="1200"/>
              <a:buChar char="●"/>
              <a:defRPr sz="1200">
                <a:solidFill>
                  <a:schemeClr val="dk1"/>
                </a:solidFill>
              </a:defRPr>
            </a:lvl7pPr>
            <a:lvl8pPr indent="-304800" lvl="7" marL="3657600" algn="ctr">
              <a:spcBef>
                <a:spcPts val="1000"/>
              </a:spcBef>
              <a:spcAft>
                <a:spcPts val="0"/>
              </a:spcAft>
              <a:buSzPts val="1200"/>
              <a:buChar char="○"/>
              <a:defRPr sz="1200">
                <a:solidFill>
                  <a:schemeClr val="dk1"/>
                </a:solidFill>
              </a:defRPr>
            </a:lvl8pPr>
            <a:lvl9pPr indent="-304800" lvl="8" marL="4114800" algn="ctr">
              <a:spcBef>
                <a:spcPts val="1000"/>
              </a:spcBef>
              <a:spcAft>
                <a:spcPts val="1000"/>
              </a:spcAft>
              <a:buSzPts val="1200"/>
              <a:buChar char="■"/>
              <a:defRPr sz="1200">
                <a:solidFill>
                  <a:schemeClr val="dk1"/>
                </a:solidFill>
              </a:defRPr>
            </a:lvl9pPr>
          </a:lstStyle>
          <a:p/>
        </p:txBody>
      </p:sp>
      <p:sp>
        <p:nvSpPr>
          <p:cNvPr id="230" name="Google Shape;230;p34"/>
          <p:cNvSpPr txBox="1"/>
          <p:nvPr>
            <p:ph idx="2" type="body"/>
          </p:nvPr>
        </p:nvSpPr>
        <p:spPr>
          <a:xfrm>
            <a:off x="4654713" y="2751550"/>
            <a:ext cx="4033500" cy="1593600"/>
          </a:xfrm>
          <a:prstGeom prst="rect">
            <a:avLst/>
          </a:prstGeom>
        </p:spPr>
        <p:txBody>
          <a:bodyPr anchorCtr="0" anchor="t" bIns="0" lIns="0" spcFirstLastPara="1" rIns="0" wrap="square" tIns="0">
            <a:noAutofit/>
          </a:bodyPr>
          <a:lstStyle>
            <a:lvl1pPr indent="-317500" lvl="0" marL="457200" algn="ctr">
              <a:spcBef>
                <a:spcPts val="0"/>
              </a:spcBef>
              <a:spcAft>
                <a:spcPts val="0"/>
              </a:spcAft>
              <a:buSzPts val="1400"/>
              <a:buChar char="●"/>
              <a:defRPr sz="1400">
                <a:solidFill>
                  <a:schemeClr val="dk1"/>
                </a:solidFill>
              </a:defRPr>
            </a:lvl1pPr>
            <a:lvl2pPr indent="-304800" lvl="1" marL="914400" algn="ctr">
              <a:spcBef>
                <a:spcPts val="1000"/>
              </a:spcBef>
              <a:spcAft>
                <a:spcPts val="0"/>
              </a:spcAft>
              <a:buSzPts val="1200"/>
              <a:buChar char="○"/>
              <a:defRPr sz="1200">
                <a:solidFill>
                  <a:schemeClr val="dk1"/>
                </a:solidFill>
              </a:defRPr>
            </a:lvl2pPr>
            <a:lvl3pPr indent="-304800" lvl="2" marL="1371600" algn="ctr">
              <a:spcBef>
                <a:spcPts val="1000"/>
              </a:spcBef>
              <a:spcAft>
                <a:spcPts val="0"/>
              </a:spcAft>
              <a:buSzPts val="1200"/>
              <a:buChar char="■"/>
              <a:defRPr sz="1200">
                <a:solidFill>
                  <a:schemeClr val="dk1"/>
                </a:solidFill>
              </a:defRPr>
            </a:lvl3pPr>
            <a:lvl4pPr indent="-304800" lvl="3" marL="1828800" algn="ctr">
              <a:spcBef>
                <a:spcPts val="1000"/>
              </a:spcBef>
              <a:spcAft>
                <a:spcPts val="0"/>
              </a:spcAft>
              <a:buSzPts val="1200"/>
              <a:buChar char="●"/>
              <a:defRPr sz="1200">
                <a:solidFill>
                  <a:schemeClr val="dk1"/>
                </a:solidFill>
              </a:defRPr>
            </a:lvl4pPr>
            <a:lvl5pPr indent="-304800" lvl="4" marL="2286000" algn="ctr">
              <a:spcBef>
                <a:spcPts val="1000"/>
              </a:spcBef>
              <a:spcAft>
                <a:spcPts val="0"/>
              </a:spcAft>
              <a:buSzPts val="1200"/>
              <a:buChar char="○"/>
              <a:defRPr sz="1200">
                <a:solidFill>
                  <a:schemeClr val="dk1"/>
                </a:solidFill>
              </a:defRPr>
            </a:lvl5pPr>
            <a:lvl6pPr indent="-304800" lvl="5" marL="2743200" algn="ctr">
              <a:spcBef>
                <a:spcPts val="1000"/>
              </a:spcBef>
              <a:spcAft>
                <a:spcPts val="0"/>
              </a:spcAft>
              <a:buSzPts val="1200"/>
              <a:buChar char="■"/>
              <a:defRPr sz="1200">
                <a:solidFill>
                  <a:schemeClr val="dk1"/>
                </a:solidFill>
              </a:defRPr>
            </a:lvl6pPr>
            <a:lvl7pPr indent="-304800" lvl="6" marL="3200400" algn="ctr">
              <a:spcBef>
                <a:spcPts val="1000"/>
              </a:spcBef>
              <a:spcAft>
                <a:spcPts val="0"/>
              </a:spcAft>
              <a:buSzPts val="1200"/>
              <a:buChar char="●"/>
              <a:defRPr sz="1200">
                <a:solidFill>
                  <a:schemeClr val="dk1"/>
                </a:solidFill>
              </a:defRPr>
            </a:lvl7pPr>
            <a:lvl8pPr indent="-304800" lvl="7" marL="3657600" algn="ctr">
              <a:spcBef>
                <a:spcPts val="1000"/>
              </a:spcBef>
              <a:spcAft>
                <a:spcPts val="0"/>
              </a:spcAft>
              <a:buSzPts val="1200"/>
              <a:buChar char="○"/>
              <a:defRPr sz="1200">
                <a:solidFill>
                  <a:schemeClr val="dk1"/>
                </a:solidFill>
              </a:defRPr>
            </a:lvl8pPr>
            <a:lvl9pPr indent="-304800" lvl="8" marL="4114800" algn="ctr">
              <a:spcBef>
                <a:spcPts val="1000"/>
              </a:spcBef>
              <a:spcAft>
                <a:spcPts val="1000"/>
              </a:spcAft>
              <a:buSzPts val="1200"/>
              <a:buChar char="■"/>
              <a:defRPr sz="1200">
                <a:solidFill>
                  <a:schemeClr val="dk1"/>
                </a:solidFill>
              </a:defRPr>
            </a:lvl9pPr>
          </a:lstStyle>
          <a:p/>
        </p:txBody>
      </p:sp>
      <p:sp>
        <p:nvSpPr>
          <p:cNvPr id="231" name="Google Shape;231;p34"/>
          <p:cNvSpPr txBox="1"/>
          <p:nvPr>
            <p:ph type="title"/>
          </p:nvPr>
        </p:nvSpPr>
        <p:spPr>
          <a:xfrm>
            <a:off x="456825" y="457199"/>
            <a:ext cx="8230200" cy="914400"/>
          </a:xfrm>
          <a:prstGeom prst="rect">
            <a:avLst/>
          </a:prstGeom>
        </p:spPr>
        <p:txBody>
          <a:bodyPr anchorCtr="0" anchor="t" bIns="0" lIns="0" spcFirstLastPara="1" rIns="0" wrap="square" tIns="0">
            <a:noAutofit/>
          </a:bodyPr>
          <a:lstStyle>
            <a:lvl1pPr lvl="0">
              <a:spcBef>
                <a:spcPts val="0"/>
              </a:spcBef>
              <a:spcAft>
                <a:spcPts val="0"/>
              </a:spcAft>
              <a:buSzPts val="2400"/>
              <a:buNone/>
              <a:defRPr/>
            </a:lvl1pPr>
            <a:lvl2pPr lvl="1">
              <a:spcBef>
                <a:spcPts val="1300"/>
              </a:spcBef>
              <a:spcAft>
                <a:spcPts val="0"/>
              </a:spcAft>
              <a:buSzPts val="2800"/>
              <a:buNone/>
              <a:defRPr/>
            </a:lvl2pPr>
            <a:lvl3pPr lvl="2">
              <a:spcBef>
                <a:spcPts val="1300"/>
              </a:spcBef>
              <a:spcAft>
                <a:spcPts val="0"/>
              </a:spcAft>
              <a:buSzPts val="2800"/>
              <a:buNone/>
              <a:defRPr/>
            </a:lvl3pPr>
            <a:lvl4pPr lvl="3">
              <a:spcBef>
                <a:spcPts val="1300"/>
              </a:spcBef>
              <a:spcAft>
                <a:spcPts val="0"/>
              </a:spcAft>
              <a:buSzPts val="2800"/>
              <a:buNone/>
              <a:defRPr/>
            </a:lvl4pPr>
            <a:lvl5pPr lvl="4">
              <a:spcBef>
                <a:spcPts val="1300"/>
              </a:spcBef>
              <a:spcAft>
                <a:spcPts val="0"/>
              </a:spcAft>
              <a:buSzPts val="2800"/>
              <a:buNone/>
              <a:defRPr/>
            </a:lvl5pPr>
            <a:lvl6pPr lvl="5">
              <a:spcBef>
                <a:spcPts val="1300"/>
              </a:spcBef>
              <a:spcAft>
                <a:spcPts val="0"/>
              </a:spcAft>
              <a:buSzPts val="2800"/>
              <a:buNone/>
              <a:defRPr/>
            </a:lvl6pPr>
            <a:lvl7pPr lvl="6">
              <a:spcBef>
                <a:spcPts val="1300"/>
              </a:spcBef>
              <a:spcAft>
                <a:spcPts val="0"/>
              </a:spcAft>
              <a:buSzPts val="2800"/>
              <a:buNone/>
              <a:defRPr/>
            </a:lvl7pPr>
            <a:lvl8pPr lvl="7">
              <a:spcBef>
                <a:spcPts val="1300"/>
              </a:spcBef>
              <a:spcAft>
                <a:spcPts val="0"/>
              </a:spcAft>
              <a:buSzPts val="2800"/>
              <a:buNone/>
              <a:defRPr/>
            </a:lvl8pPr>
            <a:lvl9pPr lvl="8">
              <a:spcBef>
                <a:spcPts val="1300"/>
              </a:spcBef>
              <a:spcAft>
                <a:spcPts val="1300"/>
              </a:spcAft>
              <a:buSzPts val="2800"/>
              <a:buNone/>
              <a:defRPr/>
            </a:lvl9pPr>
          </a:lstStyle>
          <a:p/>
        </p:txBody>
      </p:sp>
      <p:sp>
        <p:nvSpPr>
          <p:cNvPr id="232" name="Google Shape;232;p34"/>
          <p:cNvSpPr txBox="1"/>
          <p:nvPr>
            <p:ph idx="12" type="sldNum"/>
          </p:nvPr>
        </p:nvSpPr>
        <p:spPr>
          <a:xfrm>
            <a:off x="8256725" y="4708927"/>
            <a:ext cx="437100" cy="107400"/>
          </a:xfrm>
          <a:prstGeom prst="rect">
            <a:avLst/>
          </a:prstGeom>
        </p:spPr>
        <p:txBody>
          <a:bodyPr anchorCtr="0" anchor="t" bIns="0" lIns="0" spcFirstLastPara="1" rIns="0" wrap="square" tIns="0">
            <a:noAutofit/>
          </a:bodyPr>
          <a:lstStyle>
            <a:lvl1pPr lvl="0" algn="r">
              <a:lnSpc>
                <a:spcPct val="80000"/>
              </a:lnSpc>
              <a:buSzPts val="1000"/>
              <a:buNone/>
              <a:defRPr>
                <a:latin typeface="Poppins"/>
                <a:ea typeface="Poppins"/>
                <a:cs typeface="Poppins"/>
                <a:sym typeface="Poppins"/>
              </a:defRPr>
            </a:lvl1pPr>
            <a:lvl2pPr lvl="1" algn="r">
              <a:lnSpc>
                <a:spcPct val="80000"/>
              </a:lnSpc>
              <a:buSzPts val="1000"/>
              <a:buNone/>
              <a:defRPr>
                <a:latin typeface="Poppins"/>
                <a:ea typeface="Poppins"/>
                <a:cs typeface="Poppins"/>
                <a:sym typeface="Poppins"/>
              </a:defRPr>
            </a:lvl2pPr>
            <a:lvl3pPr lvl="2" algn="r">
              <a:lnSpc>
                <a:spcPct val="80000"/>
              </a:lnSpc>
              <a:buSzPts val="1000"/>
              <a:buNone/>
              <a:defRPr>
                <a:latin typeface="Poppins"/>
                <a:ea typeface="Poppins"/>
                <a:cs typeface="Poppins"/>
                <a:sym typeface="Poppins"/>
              </a:defRPr>
            </a:lvl3pPr>
            <a:lvl4pPr lvl="3" algn="r">
              <a:lnSpc>
                <a:spcPct val="80000"/>
              </a:lnSpc>
              <a:buSzPts val="1000"/>
              <a:buNone/>
              <a:defRPr>
                <a:latin typeface="Poppins"/>
                <a:ea typeface="Poppins"/>
                <a:cs typeface="Poppins"/>
                <a:sym typeface="Poppins"/>
              </a:defRPr>
            </a:lvl4pPr>
            <a:lvl5pPr lvl="4" algn="r">
              <a:lnSpc>
                <a:spcPct val="80000"/>
              </a:lnSpc>
              <a:buSzPts val="1000"/>
              <a:buNone/>
              <a:defRPr>
                <a:latin typeface="Poppins"/>
                <a:ea typeface="Poppins"/>
                <a:cs typeface="Poppins"/>
                <a:sym typeface="Poppins"/>
              </a:defRPr>
            </a:lvl5pPr>
            <a:lvl6pPr lvl="5" algn="r">
              <a:lnSpc>
                <a:spcPct val="80000"/>
              </a:lnSpc>
              <a:buSzPts val="1000"/>
              <a:buNone/>
              <a:defRPr>
                <a:latin typeface="Poppins"/>
                <a:ea typeface="Poppins"/>
                <a:cs typeface="Poppins"/>
                <a:sym typeface="Poppins"/>
              </a:defRPr>
            </a:lvl6pPr>
            <a:lvl7pPr lvl="6" algn="r">
              <a:lnSpc>
                <a:spcPct val="80000"/>
              </a:lnSpc>
              <a:buSzPts val="1000"/>
              <a:buNone/>
              <a:defRPr>
                <a:latin typeface="Poppins"/>
                <a:ea typeface="Poppins"/>
                <a:cs typeface="Poppins"/>
                <a:sym typeface="Poppins"/>
              </a:defRPr>
            </a:lvl7pPr>
            <a:lvl8pPr lvl="7" algn="r">
              <a:lnSpc>
                <a:spcPct val="80000"/>
              </a:lnSpc>
              <a:buSzPts val="1000"/>
              <a:buNone/>
              <a:defRPr>
                <a:latin typeface="Poppins"/>
                <a:ea typeface="Poppins"/>
                <a:cs typeface="Poppins"/>
                <a:sym typeface="Poppins"/>
              </a:defRPr>
            </a:lvl8pPr>
            <a:lvl9pPr lvl="8" algn="r">
              <a:lnSpc>
                <a:spcPct val="80000"/>
              </a:lnSpc>
              <a:buSzPts val="1000"/>
              <a:buNone/>
              <a:defRPr>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233" name="Google Shape;233;p34"/>
          <p:cNvSpPr/>
          <p:nvPr>
            <p:ph idx="3" type="pic"/>
          </p:nvPr>
        </p:nvSpPr>
        <p:spPr>
          <a:xfrm>
            <a:off x="2097075" y="1596242"/>
            <a:ext cx="750900" cy="750900"/>
          </a:xfrm>
          <a:prstGeom prst="rect">
            <a:avLst/>
          </a:prstGeom>
          <a:noFill/>
          <a:ln>
            <a:noFill/>
          </a:ln>
        </p:spPr>
      </p:sp>
      <p:sp>
        <p:nvSpPr>
          <p:cNvPr id="234" name="Google Shape;234;p34"/>
          <p:cNvSpPr/>
          <p:nvPr>
            <p:ph idx="4" type="pic"/>
          </p:nvPr>
        </p:nvSpPr>
        <p:spPr>
          <a:xfrm>
            <a:off x="6302005" y="1596238"/>
            <a:ext cx="750900" cy="750900"/>
          </a:xfrm>
          <a:prstGeom prst="rect">
            <a:avLst/>
          </a:prstGeom>
          <a:noFill/>
          <a:ln>
            <a:noFill/>
          </a:ln>
        </p:spPr>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4: Title and 3 icons">
  <p:cSld name="TITLE_ONLY_1_1_2">
    <p:spTree>
      <p:nvGrpSpPr>
        <p:cNvPr id="235" name="Shape 235"/>
        <p:cNvGrpSpPr/>
        <p:nvPr/>
      </p:nvGrpSpPr>
      <p:grpSpPr>
        <a:xfrm>
          <a:off x="0" y="0"/>
          <a:ext cx="0" cy="0"/>
          <a:chOff x="0" y="0"/>
          <a:chExt cx="0" cy="0"/>
        </a:xfrm>
      </p:grpSpPr>
      <p:sp>
        <p:nvSpPr>
          <p:cNvPr id="236" name="Google Shape;236;p35"/>
          <p:cNvSpPr txBox="1"/>
          <p:nvPr>
            <p:ph idx="1" type="body"/>
          </p:nvPr>
        </p:nvSpPr>
        <p:spPr>
          <a:xfrm>
            <a:off x="455775" y="2762100"/>
            <a:ext cx="2634300" cy="1582800"/>
          </a:xfrm>
          <a:prstGeom prst="rect">
            <a:avLst/>
          </a:prstGeom>
        </p:spPr>
        <p:txBody>
          <a:bodyPr anchorCtr="0" anchor="t" bIns="0" lIns="0" spcFirstLastPara="1" rIns="0" wrap="square" tIns="0">
            <a:noAutofit/>
          </a:bodyPr>
          <a:lstStyle>
            <a:lvl1pPr indent="-317500" lvl="0" marL="457200" algn="ctr">
              <a:spcBef>
                <a:spcPts val="0"/>
              </a:spcBef>
              <a:spcAft>
                <a:spcPts val="0"/>
              </a:spcAft>
              <a:buSzPts val="1400"/>
              <a:buChar char="●"/>
              <a:defRPr sz="1400">
                <a:solidFill>
                  <a:schemeClr val="dk1"/>
                </a:solidFill>
              </a:defRPr>
            </a:lvl1pPr>
            <a:lvl2pPr indent="-304800" lvl="1" marL="914400" algn="ctr">
              <a:spcBef>
                <a:spcPts val="1000"/>
              </a:spcBef>
              <a:spcAft>
                <a:spcPts val="0"/>
              </a:spcAft>
              <a:buSzPts val="1200"/>
              <a:buChar char="○"/>
              <a:defRPr sz="1200">
                <a:solidFill>
                  <a:schemeClr val="dk1"/>
                </a:solidFill>
              </a:defRPr>
            </a:lvl2pPr>
            <a:lvl3pPr indent="-304800" lvl="2" marL="1371600" algn="ctr">
              <a:spcBef>
                <a:spcPts val="1000"/>
              </a:spcBef>
              <a:spcAft>
                <a:spcPts val="0"/>
              </a:spcAft>
              <a:buSzPts val="1200"/>
              <a:buChar char="■"/>
              <a:defRPr sz="1200">
                <a:solidFill>
                  <a:schemeClr val="dk1"/>
                </a:solidFill>
              </a:defRPr>
            </a:lvl3pPr>
            <a:lvl4pPr indent="-304800" lvl="3" marL="1828800" algn="ctr">
              <a:spcBef>
                <a:spcPts val="1000"/>
              </a:spcBef>
              <a:spcAft>
                <a:spcPts val="0"/>
              </a:spcAft>
              <a:buSzPts val="1200"/>
              <a:buChar char="●"/>
              <a:defRPr sz="1200">
                <a:solidFill>
                  <a:schemeClr val="dk1"/>
                </a:solidFill>
              </a:defRPr>
            </a:lvl4pPr>
            <a:lvl5pPr indent="-304800" lvl="4" marL="2286000" algn="ctr">
              <a:spcBef>
                <a:spcPts val="1000"/>
              </a:spcBef>
              <a:spcAft>
                <a:spcPts val="0"/>
              </a:spcAft>
              <a:buSzPts val="1200"/>
              <a:buChar char="○"/>
              <a:defRPr sz="1200">
                <a:solidFill>
                  <a:schemeClr val="dk1"/>
                </a:solidFill>
              </a:defRPr>
            </a:lvl5pPr>
            <a:lvl6pPr indent="-304800" lvl="5" marL="2743200" algn="ctr">
              <a:spcBef>
                <a:spcPts val="1000"/>
              </a:spcBef>
              <a:spcAft>
                <a:spcPts val="0"/>
              </a:spcAft>
              <a:buSzPts val="1200"/>
              <a:buChar char="■"/>
              <a:defRPr sz="1200">
                <a:solidFill>
                  <a:schemeClr val="dk1"/>
                </a:solidFill>
              </a:defRPr>
            </a:lvl6pPr>
            <a:lvl7pPr indent="-304800" lvl="6" marL="3200400" algn="ctr">
              <a:spcBef>
                <a:spcPts val="1000"/>
              </a:spcBef>
              <a:spcAft>
                <a:spcPts val="0"/>
              </a:spcAft>
              <a:buSzPts val="1200"/>
              <a:buChar char="●"/>
              <a:defRPr sz="1200">
                <a:solidFill>
                  <a:schemeClr val="dk1"/>
                </a:solidFill>
              </a:defRPr>
            </a:lvl7pPr>
            <a:lvl8pPr indent="-304800" lvl="7" marL="3657600" algn="ctr">
              <a:spcBef>
                <a:spcPts val="1000"/>
              </a:spcBef>
              <a:spcAft>
                <a:spcPts val="0"/>
              </a:spcAft>
              <a:buSzPts val="1200"/>
              <a:buChar char="○"/>
              <a:defRPr sz="1200">
                <a:solidFill>
                  <a:schemeClr val="dk1"/>
                </a:solidFill>
              </a:defRPr>
            </a:lvl8pPr>
            <a:lvl9pPr indent="-304800" lvl="8" marL="4114800" algn="ctr">
              <a:spcBef>
                <a:spcPts val="1000"/>
              </a:spcBef>
              <a:spcAft>
                <a:spcPts val="1000"/>
              </a:spcAft>
              <a:buSzPts val="1200"/>
              <a:buChar char="■"/>
              <a:defRPr sz="1200">
                <a:solidFill>
                  <a:schemeClr val="dk1"/>
                </a:solidFill>
              </a:defRPr>
            </a:lvl9pPr>
          </a:lstStyle>
          <a:p/>
        </p:txBody>
      </p:sp>
      <p:sp>
        <p:nvSpPr>
          <p:cNvPr id="237" name="Google Shape;237;p35"/>
          <p:cNvSpPr txBox="1"/>
          <p:nvPr>
            <p:ph idx="2" type="body"/>
          </p:nvPr>
        </p:nvSpPr>
        <p:spPr>
          <a:xfrm>
            <a:off x="3254975" y="2762100"/>
            <a:ext cx="2634300" cy="1582800"/>
          </a:xfrm>
          <a:prstGeom prst="rect">
            <a:avLst/>
          </a:prstGeom>
        </p:spPr>
        <p:txBody>
          <a:bodyPr anchorCtr="0" anchor="t" bIns="0" lIns="0" spcFirstLastPara="1" rIns="0" wrap="square" tIns="0">
            <a:noAutofit/>
          </a:bodyPr>
          <a:lstStyle>
            <a:lvl1pPr indent="-317500" lvl="0" marL="457200" algn="ctr">
              <a:spcBef>
                <a:spcPts val="0"/>
              </a:spcBef>
              <a:spcAft>
                <a:spcPts val="0"/>
              </a:spcAft>
              <a:buSzPts val="1400"/>
              <a:buChar char="●"/>
              <a:defRPr sz="1400">
                <a:solidFill>
                  <a:schemeClr val="dk1"/>
                </a:solidFill>
              </a:defRPr>
            </a:lvl1pPr>
            <a:lvl2pPr indent="-304800" lvl="1" marL="914400" algn="ctr">
              <a:spcBef>
                <a:spcPts val="1000"/>
              </a:spcBef>
              <a:spcAft>
                <a:spcPts val="0"/>
              </a:spcAft>
              <a:buSzPts val="1200"/>
              <a:buChar char="○"/>
              <a:defRPr sz="1200">
                <a:solidFill>
                  <a:schemeClr val="dk1"/>
                </a:solidFill>
              </a:defRPr>
            </a:lvl2pPr>
            <a:lvl3pPr indent="-304800" lvl="2" marL="1371600" algn="ctr">
              <a:spcBef>
                <a:spcPts val="1000"/>
              </a:spcBef>
              <a:spcAft>
                <a:spcPts val="0"/>
              </a:spcAft>
              <a:buSzPts val="1200"/>
              <a:buChar char="■"/>
              <a:defRPr sz="1200">
                <a:solidFill>
                  <a:schemeClr val="dk1"/>
                </a:solidFill>
              </a:defRPr>
            </a:lvl3pPr>
            <a:lvl4pPr indent="-304800" lvl="3" marL="1828800" algn="ctr">
              <a:spcBef>
                <a:spcPts val="1000"/>
              </a:spcBef>
              <a:spcAft>
                <a:spcPts val="0"/>
              </a:spcAft>
              <a:buSzPts val="1200"/>
              <a:buChar char="●"/>
              <a:defRPr sz="1200">
                <a:solidFill>
                  <a:schemeClr val="dk1"/>
                </a:solidFill>
              </a:defRPr>
            </a:lvl4pPr>
            <a:lvl5pPr indent="-304800" lvl="4" marL="2286000" algn="ctr">
              <a:spcBef>
                <a:spcPts val="1000"/>
              </a:spcBef>
              <a:spcAft>
                <a:spcPts val="0"/>
              </a:spcAft>
              <a:buSzPts val="1200"/>
              <a:buChar char="○"/>
              <a:defRPr sz="1200">
                <a:solidFill>
                  <a:schemeClr val="dk1"/>
                </a:solidFill>
              </a:defRPr>
            </a:lvl5pPr>
            <a:lvl6pPr indent="-304800" lvl="5" marL="2743200" algn="ctr">
              <a:spcBef>
                <a:spcPts val="1000"/>
              </a:spcBef>
              <a:spcAft>
                <a:spcPts val="0"/>
              </a:spcAft>
              <a:buSzPts val="1200"/>
              <a:buChar char="■"/>
              <a:defRPr sz="1200">
                <a:solidFill>
                  <a:schemeClr val="dk1"/>
                </a:solidFill>
              </a:defRPr>
            </a:lvl6pPr>
            <a:lvl7pPr indent="-304800" lvl="6" marL="3200400" algn="ctr">
              <a:spcBef>
                <a:spcPts val="1000"/>
              </a:spcBef>
              <a:spcAft>
                <a:spcPts val="0"/>
              </a:spcAft>
              <a:buSzPts val="1200"/>
              <a:buChar char="●"/>
              <a:defRPr sz="1200">
                <a:solidFill>
                  <a:schemeClr val="dk1"/>
                </a:solidFill>
              </a:defRPr>
            </a:lvl7pPr>
            <a:lvl8pPr indent="-304800" lvl="7" marL="3657600" algn="ctr">
              <a:spcBef>
                <a:spcPts val="1000"/>
              </a:spcBef>
              <a:spcAft>
                <a:spcPts val="0"/>
              </a:spcAft>
              <a:buSzPts val="1200"/>
              <a:buChar char="○"/>
              <a:defRPr sz="1200">
                <a:solidFill>
                  <a:schemeClr val="dk1"/>
                </a:solidFill>
              </a:defRPr>
            </a:lvl8pPr>
            <a:lvl9pPr indent="-304800" lvl="8" marL="4114800" algn="ctr">
              <a:spcBef>
                <a:spcPts val="1000"/>
              </a:spcBef>
              <a:spcAft>
                <a:spcPts val="1000"/>
              </a:spcAft>
              <a:buSzPts val="1200"/>
              <a:buChar char="■"/>
              <a:defRPr sz="1200">
                <a:solidFill>
                  <a:schemeClr val="dk1"/>
                </a:solidFill>
              </a:defRPr>
            </a:lvl9pPr>
          </a:lstStyle>
          <a:p/>
        </p:txBody>
      </p:sp>
      <p:sp>
        <p:nvSpPr>
          <p:cNvPr id="238" name="Google Shape;238;p35"/>
          <p:cNvSpPr txBox="1"/>
          <p:nvPr>
            <p:ph type="title"/>
          </p:nvPr>
        </p:nvSpPr>
        <p:spPr>
          <a:xfrm>
            <a:off x="456825" y="457199"/>
            <a:ext cx="8230200" cy="914400"/>
          </a:xfrm>
          <a:prstGeom prst="rect">
            <a:avLst/>
          </a:prstGeom>
        </p:spPr>
        <p:txBody>
          <a:bodyPr anchorCtr="0" anchor="t" bIns="0" lIns="0" spcFirstLastPara="1" rIns="0" wrap="square" tIns="0">
            <a:noAutofit/>
          </a:bodyPr>
          <a:lstStyle>
            <a:lvl1pPr lvl="0" algn="ctr">
              <a:spcBef>
                <a:spcPts val="0"/>
              </a:spcBef>
              <a:spcAft>
                <a:spcPts val="0"/>
              </a:spcAft>
              <a:buSzPts val="2400"/>
              <a:buNone/>
              <a:defRPr/>
            </a:lvl1pPr>
            <a:lvl2pPr lvl="1" algn="ctr">
              <a:spcBef>
                <a:spcPts val="1300"/>
              </a:spcBef>
              <a:spcAft>
                <a:spcPts val="0"/>
              </a:spcAft>
              <a:buSzPts val="2800"/>
              <a:buNone/>
              <a:defRPr/>
            </a:lvl2pPr>
            <a:lvl3pPr lvl="2" algn="ctr">
              <a:spcBef>
                <a:spcPts val="1300"/>
              </a:spcBef>
              <a:spcAft>
                <a:spcPts val="0"/>
              </a:spcAft>
              <a:buSzPts val="2800"/>
              <a:buNone/>
              <a:defRPr/>
            </a:lvl3pPr>
            <a:lvl4pPr lvl="3" algn="ctr">
              <a:spcBef>
                <a:spcPts val="1300"/>
              </a:spcBef>
              <a:spcAft>
                <a:spcPts val="0"/>
              </a:spcAft>
              <a:buSzPts val="2800"/>
              <a:buNone/>
              <a:defRPr/>
            </a:lvl4pPr>
            <a:lvl5pPr lvl="4" algn="ctr">
              <a:spcBef>
                <a:spcPts val="1300"/>
              </a:spcBef>
              <a:spcAft>
                <a:spcPts val="0"/>
              </a:spcAft>
              <a:buSzPts val="2800"/>
              <a:buNone/>
              <a:defRPr/>
            </a:lvl5pPr>
            <a:lvl6pPr lvl="5" algn="ctr">
              <a:spcBef>
                <a:spcPts val="1300"/>
              </a:spcBef>
              <a:spcAft>
                <a:spcPts val="0"/>
              </a:spcAft>
              <a:buSzPts val="2800"/>
              <a:buNone/>
              <a:defRPr/>
            </a:lvl6pPr>
            <a:lvl7pPr lvl="6" algn="ctr">
              <a:spcBef>
                <a:spcPts val="1300"/>
              </a:spcBef>
              <a:spcAft>
                <a:spcPts val="0"/>
              </a:spcAft>
              <a:buSzPts val="2800"/>
              <a:buNone/>
              <a:defRPr/>
            </a:lvl7pPr>
            <a:lvl8pPr lvl="7" algn="ctr">
              <a:spcBef>
                <a:spcPts val="1300"/>
              </a:spcBef>
              <a:spcAft>
                <a:spcPts val="0"/>
              </a:spcAft>
              <a:buSzPts val="2800"/>
              <a:buNone/>
              <a:defRPr/>
            </a:lvl8pPr>
            <a:lvl9pPr lvl="8" algn="ctr">
              <a:spcBef>
                <a:spcPts val="1300"/>
              </a:spcBef>
              <a:spcAft>
                <a:spcPts val="1300"/>
              </a:spcAft>
              <a:buSzPts val="2800"/>
              <a:buNone/>
              <a:defRPr/>
            </a:lvl9pPr>
          </a:lstStyle>
          <a:p/>
        </p:txBody>
      </p:sp>
      <p:sp>
        <p:nvSpPr>
          <p:cNvPr id="239" name="Google Shape;239;p35"/>
          <p:cNvSpPr txBox="1"/>
          <p:nvPr>
            <p:ph idx="12" type="sldNum"/>
          </p:nvPr>
        </p:nvSpPr>
        <p:spPr>
          <a:xfrm>
            <a:off x="8256725" y="4708927"/>
            <a:ext cx="437100" cy="107400"/>
          </a:xfrm>
          <a:prstGeom prst="rect">
            <a:avLst/>
          </a:prstGeom>
        </p:spPr>
        <p:txBody>
          <a:bodyPr anchorCtr="0" anchor="t" bIns="0" lIns="0" spcFirstLastPara="1" rIns="0" wrap="square" tIns="0">
            <a:noAutofit/>
          </a:bodyPr>
          <a:lstStyle>
            <a:lvl1pPr lvl="0" algn="r">
              <a:lnSpc>
                <a:spcPct val="80000"/>
              </a:lnSpc>
              <a:buSzPts val="1000"/>
              <a:buNone/>
              <a:defRPr>
                <a:latin typeface="Poppins"/>
                <a:ea typeface="Poppins"/>
                <a:cs typeface="Poppins"/>
                <a:sym typeface="Poppins"/>
              </a:defRPr>
            </a:lvl1pPr>
            <a:lvl2pPr lvl="1" algn="r">
              <a:lnSpc>
                <a:spcPct val="80000"/>
              </a:lnSpc>
              <a:buSzPts val="1000"/>
              <a:buNone/>
              <a:defRPr>
                <a:latin typeface="Poppins"/>
                <a:ea typeface="Poppins"/>
                <a:cs typeface="Poppins"/>
                <a:sym typeface="Poppins"/>
              </a:defRPr>
            </a:lvl2pPr>
            <a:lvl3pPr lvl="2" algn="r">
              <a:lnSpc>
                <a:spcPct val="80000"/>
              </a:lnSpc>
              <a:buSzPts val="1000"/>
              <a:buNone/>
              <a:defRPr>
                <a:latin typeface="Poppins"/>
                <a:ea typeface="Poppins"/>
                <a:cs typeface="Poppins"/>
                <a:sym typeface="Poppins"/>
              </a:defRPr>
            </a:lvl3pPr>
            <a:lvl4pPr lvl="3" algn="r">
              <a:lnSpc>
                <a:spcPct val="80000"/>
              </a:lnSpc>
              <a:buSzPts val="1000"/>
              <a:buNone/>
              <a:defRPr>
                <a:latin typeface="Poppins"/>
                <a:ea typeface="Poppins"/>
                <a:cs typeface="Poppins"/>
                <a:sym typeface="Poppins"/>
              </a:defRPr>
            </a:lvl4pPr>
            <a:lvl5pPr lvl="4" algn="r">
              <a:lnSpc>
                <a:spcPct val="80000"/>
              </a:lnSpc>
              <a:buSzPts val="1000"/>
              <a:buNone/>
              <a:defRPr>
                <a:latin typeface="Poppins"/>
                <a:ea typeface="Poppins"/>
                <a:cs typeface="Poppins"/>
                <a:sym typeface="Poppins"/>
              </a:defRPr>
            </a:lvl5pPr>
            <a:lvl6pPr lvl="5" algn="r">
              <a:lnSpc>
                <a:spcPct val="80000"/>
              </a:lnSpc>
              <a:buSzPts val="1000"/>
              <a:buNone/>
              <a:defRPr>
                <a:latin typeface="Poppins"/>
                <a:ea typeface="Poppins"/>
                <a:cs typeface="Poppins"/>
                <a:sym typeface="Poppins"/>
              </a:defRPr>
            </a:lvl6pPr>
            <a:lvl7pPr lvl="6" algn="r">
              <a:lnSpc>
                <a:spcPct val="80000"/>
              </a:lnSpc>
              <a:buSzPts val="1000"/>
              <a:buNone/>
              <a:defRPr>
                <a:latin typeface="Poppins"/>
                <a:ea typeface="Poppins"/>
                <a:cs typeface="Poppins"/>
                <a:sym typeface="Poppins"/>
              </a:defRPr>
            </a:lvl7pPr>
            <a:lvl8pPr lvl="7" algn="r">
              <a:lnSpc>
                <a:spcPct val="80000"/>
              </a:lnSpc>
              <a:buSzPts val="1000"/>
              <a:buNone/>
              <a:defRPr>
                <a:latin typeface="Poppins"/>
                <a:ea typeface="Poppins"/>
                <a:cs typeface="Poppins"/>
                <a:sym typeface="Poppins"/>
              </a:defRPr>
            </a:lvl8pPr>
            <a:lvl9pPr lvl="8" algn="r">
              <a:lnSpc>
                <a:spcPct val="80000"/>
              </a:lnSpc>
              <a:buSzPts val="1000"/>
              <a:buNone/>
              <a:defRPr>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240" name="Google Shape;240;p35"/>
          <p:cNvSpPr/>
          <p:nvPr>
            <p:ph idx="3" type="pic"/>
          </p:nvPr>
        </p:nvSpPr>
        <p:spPr>
          <a:xfrm>
            <a:off x="1298775" y="1623594"/>
            <a:ext cx="948300" cy="948300"/>
          </a:xfrm>
          <a:prstGeom prst="rect">
            <a:avLst/>
          </a:prstGeom>
          <a:noFill/>
          <a:ln>
            <a:noFill/>
          </a:ln>
        </p:spPr>
      </p:sp>
      <p:sp>
        <p:nvSpPr>
          <p:cNvPr id="241" name="Google Shape;241;p35"/>
          <p:cNvSpPr/>
          <p:nvPr>
            <p:ph idx="4" type="pic"/>
          </p:nvPr>
        </p:nvSpPr>
        <p:spPr>
          <a:xfrm>
            <a:off x="4097975" y="1623594"/>
            <a:ext cx="948300" cy="948300"/>
          </a:xfrm>
          <a:prstGeom prst="rect">
            <a:avLst/>
          </a:prstGeom>
          <a:noFill/>
          <a:ln>
            <a:noFill/>
          </a:ln>
        </p:spPr>
      </p:sp>
      <p:sp>
        <p:nvSpPr>
          <p:cNvPr id="242" name="Google Shape;242;p35"/>
          <p:cNvSpPr txBox="1"/>
          <p:nvPr>
            <p:ph idx="5" type="body"/>
          </p:nvPr>
        </p:nvSpPr>
        <p:spPr>
          <a:xfrm>
            <a:off x="6054175" y="2762100"/>
            <a:ext cx="2634300" cy="1582800"/>
          </a:xfrm>
          <a:prstGeom prst="rect">
            <a:avLst/>
          </a:prstGeom>
        </p:spPr>
        <p:txBody>
          <a:bodyPr anchorCtr="0" anchor="t" bIns="0" lIns="0" spcFirstLastPara="1" rIns="0" wrap="square" tIns="0">
            <a:noAutofit/>
          </a:bodyPr>
          <a:lstStyle>
            <a:lvl1pPr indent="-317500" lvl="0" marL="457200" algn="ctr">
              <a:spcBef>
                <a:spcPts val="0"/>
              </a:spcBef>
              <a:spcAft>
                <a:spcPts val="0"/>
              </a:spcAft>
              <a:buSzPts val="1400"/>
              <a:buChar char="●"/>
              <a:defRPr sz="1400">
                <a:solidFill>
                  <a:schemeClr val="dk1"/>
                </a:solidFill>
              </a:defRPr>
            </a:lvl1pPr>
            <a:lvl2pPr indent="-304800" lvl="1" marL="914400" algn="ctr">
              <a:spcBef>
                <a:spcPts val="1000"/>
              </a:spcBef>
              <a:spcAft>
                <a:spcPts val="0"/>
              </a:spcAft>
              <a:buSzPts val="1200"/>
              <a:buChar char="○"/>
              <a:defRPr sz="1200">
                <a:solidFill>
                  <a:schemeClr val="dk1"/>
                </a:solidFill>
              </a:defRPr>
            </a:lvl2pPr>
            <a:lvl3pPr indent="-304800" lvl="2" marL="1371600" algn="ctr">
              <a:spcBef>
                <a:spcPts val="1000"/>
              </a:spcBef>
              <a:spcAft>
                <a:spcPts val="0"/>
              </a:spcAft>
              <a:buSzPts val="1200"/>
              <a:buChar char="■"/>
              <a:defRPr sz="1200">
                <a:solidFill>
                  <a:schemeClr val="dk1"/>
                </a:solidFill>
              </a:defRPr>
            </a:lvl3pPr>
            <a:lvl4pPr indent="-304800" lvl="3" marL="1828800" algn="ctr">
              <a:spcBef>
                <a:spcPts val="1000"/>
              </a:spcBef>
              <a:spcAft>
                <a:spcPts val="0"/>
              </a:spcAft>
              <a:buSzPts val="1200"/>
              <a:buChar char="●"/>
              <a:defRPr sz="1200">
                <a:solidFill>
                  <a:schemeClr val="dk1"/>
                </a:solidFill>
              </a:defRPr>
            </a:lvl4pPr>
            <a:lvl5pPr indent="-304800" lvl="4" marL="2286000" algn="ctr">
              <a:spcBef>
                <a:spcPts val="1000"/>
              </a:spcBef>
              <a:spcAft>
                <a:spcPts val="0"/>
              </a:spcAft>
              <a:buSzPts val="1200"/>
              <a:buChar char="○"/>
              <a:defRPr sz="1200">
                <a:solidFill>
                  <a:schemeClr val="dk1"/>
                </a:solidFill>
              </a:defRPr>
            </a:lvl5pPr>
            <a:lvl6pPr indent="-304800" lvl="5" marL="2743200" algn="ctr">
              <a:spcBef>
                <a:spcPts val="1000"/>
              </a:spcBef>
              <a:spcAft>
                <a:spcPts val="0"/>
              </a:spcAft>
              <a:buSzPts val="1200"/>
              <a:buChar char="■"/>
              <a:defRPr sz="1200">
                <a:solidFill>
                  <a:schemeClr val="dk1"/>
                </a:solidFill>
              </a:defRPr>
            </a:lvl6pPr>
            <a:lvl7pPr indent="-304800" lvl="6" marL="3200400" algn="ctr">
              <a:spcBef>
                <a:spcPts val="1000"/>
              </a:spcBef>
              <a:spcAft>
                <a:spcPts val="0"/>
              </a:spcAft>
              <a:buSzPts val="1200"/>
              <a:buChar char="●"/>
              <a:defRPr sz="1200">
                <a:solidFill>
                  <a:schemeClr val="dk1"/>
                </a:solidFill>
              </a:defRPr>
            </a:lvl7pPr>
            <a:lvl8pPr indent="-304800" lvl="7" marL="3657600" algn="ctr">
              <a:spcBef>
                <a:spcPts val="1000"/>
              </a:spcBef>
              <a:spcAft>
                <a:spcPts val="0"/>
              </a:spcAft>
              <a:buSzPts val="1200"/>
              <a:buChar char="○"/>
              <a:defRPr sz="1200">
                <a:solidFill>
                  <a:schemeClr val="dk1"/>
                </a:solidFill>
              </a:defRPr>
            </a:lvl8pPr>
            <a:lvl9pPr indent="-304800" lvl="8" marL="4114800" algn="ctr">
              <a:spcBef>
                <a:spcPts val="1000"/>
              </a:spcBef>
              <a:spcAft>
                <a:spcPts val="1000"/>
              </a:spcAft>
              <a:buSzPts val="1200"/>
              <a:buChar char="■"/>
              <a:defRPr sz="1200">
                <a:solidFill>
                  <a:schemeClr val="dk1"/>
                </a:solidFill>
              </a:defRPr>
            </a:lvl9pPr>
          </a:lstStyle>
          <a:p/>
        </p:txBody>
      </p:sp>
      <p:sp>
        <p:nvSpPr>
          <p:cNvPr id="243" name="Google Shape;243;p35"/>
          <p:cNvSpPr/>
          <p:nvPr>
            <p:ph idx="6" type="pic"/>
          </p:nvPr>
        </p:nvSpPr>
        <p:spPr>
          <a:xfrm>
            <a:off x="6897175" y="1623594"/>
            <a:ext cx="948300" cy="948300"/>
          </a:xfrm>
          <a:prstGeom prst="rect">
            <a:avLst/>
          </a:prstGeom>
          <a:noFill/>
          <a:ln>
            <a:noFill/>
          </a:ln>
        </p:spPr>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5: Title and 3 icons ">
  <p:cSld name="TITLE_ONLY_1_1_1_2">
    <p:spTree>
      <p:nvGrpSpPr>
        <p:cNvPr id="244" name="Shape 244"/>
        <p:cNvGrpSpPr/>
        <p:nvPr/>
      </p:nvGrpSpPr>
      <p:grpSpPr>
        <a:xfrm>
          <a:off x="0" y="0"/>
          <a:ext cx="0" cy="0"/>
          <a:chOff x="0" y="0"/>
          <a:chExt cx="0" cy="0"/>
        </a:xfrm>
      </p:grpSpPr>
      <p:sp>
        <p:nvSpPr>
          <p:cNvPr id="245" name="Google Shape;245;p36"/>
          <p:cNvSpPr/>
          <p:nvPr/>
        </p:nvSpPr>
        <p:spPr>
          <a:xfrm>
            <a:off x="6054175" y="1755138"/>
            <a:ext cx="2634300" cy="2570400"/>
          </a:xfrm>
          <a:prstGeom prst="roundRect">
            <a:avLst>
              <a:gd fmla="val 9523" name="adj"/>
            </a:avLst>
          </a:prstGeom>
          <a:solidFill>
            <a:srgbClr val="E8E6DC"/>
          </a:solidFill>
          <a:ln>
            <a:noFill/>
          </a:ln>
        </p:spPr>
        <p:txBody>
          <a:bodyPr anchorCtr="0" anchor="t" bIns="91450" lIns="91450" spcFirstLastPara="1" rIns="91450" wrap="square" tIns="1280150">
            <a:noAutofit/>
          </a:bodyPr>
          <a:lstStyle/>
          <a:p>
            <a:pPr indent="0" lvl="0" marL="0" rtl="0" algn="ctr">
              <a:spcBef>
                <a:spcPts val="0"/>
              </a:spcBef>
              <a:spcAft>
                <a:spcPts val="0"/>
              </a:spcAft>
              <a:buNone/>
            </a:pPr>
            <a:r>
              <a:t/>
            </a:r>
            <a:endParaRPr sz="700">
              <a:latin typeface="Lora"/>
              <a:ea typeface="Lora"/>
              <a:cs typeface="Lora"/>
              <a:sym typeface="Lora"/>
            </a:endParaRPr>
          </a:p>
        </p:txBody>
      </p:sp>
      <p:sp>
        <p:nvSpPr>
          <p:cNvPr id="246" name="Google Shape;246;p36"/>
          <p:cNvSpPr/>
          <p:nvPr/>
        </p:nvSpPr>
        <p:spPr>
          <a:xfrm>
            <a:off x="3254975" y="1774663"/>
            <a:ext cx="2634300" cy="2570400"/>
          </a:xfrm>
          <a:prstGeom prst="roundRect">
            <a:avLst>
              <a:gd fmla="val 9523" name="adj"/>
            </a:avLst>
          </a:prstGeom>
          <a:solidFill>
            <a:srgbClr val="E8E6DC"/>
          </a:solidFill>
          <a:ln>
            <a:noFill/>
          </a:ln>
        </p:spPr>
        <p:txBody>
          <a:bodyPr anchorCtr="0" anchor="t" bIns="91450" lIns="91450" spcFirstLastPara="1" rIns="91450" wrap="square" tIns="1280150">
            <a:noAutofit/>
          </a:bodyPr>
          <a:lstStyle/>
          <a:p>
            <a:pPr indent="0" lvl="0" marL="0" rtl="0" algn="ctr">
              <a:spcBef>
                <a:spcPts val="0"/>
              </a:spcBef>
              <a:spcAft>
                <a:spcPts val="0"/>
              </a:spcAft>
              <a:buNone/>
            </a:pPr>
            <a:r>
              <a:t/>
            </a:r>
            <a:endParaRPr sz="700">
              <a:latin typeface="Lora"/>
              <a:ea typeface="Lora"/>
              <a:cs typeface="Lora"/>
              <a:sym typeface="Lora"/>
            </a:endParaRPr>
          </a:p>
        </p:txBody>
      </p:sp>
      <p:sp>
        <p:nvSpPr>
          <p:cNvPr id="247" name="Google Shape;247;p36"/>
          <p:cNvSpPr/>
          <p:nvPr/>
        </p:nvSpPr>
        <p:spPr>
          <a:xfrm>
            <a:off x="455775" y="1774663"/>
            <a:ext cx="2634300" cy="2570400"/>
          </a:xfrm>
          <a:prstGeom prst="roundRect">
            <a:avLst>
              <a:gd fmla="val 9523" name="adj"/>
            </a:avLst>
          </a:prstGeom>
          <a:solidFill>
            <a:srgbClr val="E8E6DC"/>
          </a:solidFill>
          <a:ln>
            <a:noFill/>
          </a:ln>
        </p:spPr>
        <p:txBody>
          <a:bodyPr anchorCtr="0" anchor="t" bIns="91450" lIns="91450" spcFirstLastPara="1" rIns="91450" wrap="square" tIns="1280150">
            <a:noAutofit/>
          </a:bodyPr>
          <a:lstStyle/>
          <a:p>
            <a:pPr indent="0" lvl="0" marL="0" rtl="0" algn="ctr">
              <a:spcBef>
                <a:spcPts val="0"/>
              </a:spcBef>
              <a:spcAft>
                <a:spcPts val="0"/>
              </a:spcAft>
              <a:buNone/>
            </a:pPr>
            <a:r>
              <a:t/>
            </a:r>
            <a:endParaRPr sz="700">
              <a:latin typeface="Lora"/>
              <a:ea typeface="Lora"/>
              <a:cs typeface="Lora"/>
              <a:sym typeface="Lora"/>
            </a:endParaRPr>
          </a:p>
        </p:txBody>
      </p:sp>
      <p:sp>
        <p:nvSpPr>
          <p:cNvPr id="248" name="Google Shape;248;p36"/>
          <p:cNvSpPr txBox="1"/>
          <p:nvPr>
            <p:ph idx="1" type="body"/>
          </p:nvPr>
        </p:nvSpPr>
        <p:spPr>
          <a:xfrm>
            <a:off x="455775" y="3036100"/>
            <a:ext cx="2634300" cy="1309200"/>
          </a:xfrm>
          <a:prstGeom prst="rect">
            <a:avLst/>
          </a:prstGeom>
        </p:spPr>
        <p:txBody>
          <a:bodyPr anchorCtr="0" anchor="t" bIns="91450" lIns="91450" spcFirstLastPara="1" rIns="91450" wrap="square" tIns="91450">
            <a:noAutofit/>
          </a:bodyPr>
          <a:lstStyle>
            <a:lvl1pPr indent="-317500" lvl="0" marL="457200" algn="ctr">
              <a:spcBef>
                <a:spcPts val="0"/>
              </a:spcBef>
              <a:spcAft>
                <a:spcPts val="0"/>
              </a:spcAft>
              <a:buSzPts val="1400"/>
              <a:buChar char="●"/>
              <a:defRPr sz="1400">
                <a:solidFill>
                  <a:schemeClr val="dk1"/>
                </a:solidFill>
              </a:defRPr>
            </a:lvl1pPr>
            <a:lvl2pPr indent="-304800" lvl="1" marL="914400" algn="ctr">
              <a:spcBef>
                <a:spcPts val="1000"/>
              </a:spcBef>
              <a:spcAft>
                <a:spcPts val="0"/>
              </a:spcAft>
              <a:buSzPts val="1200"/>
              <a:buChar char="○"/>
              <a:defRPr sz="1200">
                <a:solidFill>
                  <a:schemeClr val="dk1"/>
                </a:solidFill>
              </a:defRPr>
            </a:lvl2pPr>
            <a:lvl3pPr indent="-304800" lvl="2" marL="1371600" algn="ctr">
              <a:spcBef>
                <a:spcPts val="1000"/>
              </a:spcBef>
              <a:spcAft>
                <a:spcPts val="0"/>
              </a:spcAft>
              <a:buSzPts val="1200"/>
              <a:buChar char="■"/>
              <a:defRPr sz="1200">
                <a:solidFill>
                  <a:schemeClr val="dk1"/>
                </a:solidFill>
              </a:defRPr>
            </a:lvl3pPr>
            <a:lvl4pPr indent="-304800" lvl="3" marL="1828800" algn="ctr">
              <a:spcBef>
                <a:spcPts val="1000"/>
              </a:spcBef>
              <a:spcAft>
                <a:spcPts val="0"/>
              </a:spcAft>
              <a:buSzPts val="1200"/>
              <a:buChar char="●"/>
              <a:defRPr sz="1200">
                <a:solidFill>
                  <a:schemeClr val="dk1"/>
                </a:solidFill>
              </a:defRPr>
            </a:lvl4pPr>
            <a:lvl5pPr indent="-304800" lvl="4" marL="2286000" algn="ctr">
              <a:spcBef>
                <a:spcPts val="1000"/>
              </a:spcBef>
              <a:spcAft>
                <a:spcPts val="0"/>
              </a:spcAft>
              <a:buSzPts val="1200"/>
              <a:buChar char="○"/>
              <a:defRPr sz="1200">
                <a:solidFill>
                  <a:schemeClr val="dk1"/>
                </a:solidFill>
              </a:defRPr>
            </a:lvl5pPr>
            <a:lvl6pPr indent="-304800" lvl="5" marL="2743200" algn="ctr">
              <a:spcBef>
                <a:spcPts val="1000"/>
              </a:spcBef>
              <a:spcAft>
                <a:spcPts val="0"/>
              </a:spcAft>
              <a:buSzPts val="1200"/>
              <a:buChar char="■"/>
              <a:defRPr sz="1200">
                <a:solidFill>
                  <a:schemeClr val="dk1"/>
                </a:solidFill>
              </a:defRPr>
            </a:lvl6pPr>
            <a:lvl7pPr indent="-304800" lvl="6" marL="3200400" algn="ctr">
              <a:spcBef>
                <a:spcPts val="1000"/>
              </a:spcBef>
              <a:spcAft>
                <a:spcPts val="0"/>
              </a:spcAft>
              <a:buSzPts val="1200"/>
              <a:buChar char="●"/>
              <a:defRPr sz="1200">
                <a:solidFill>
                  <a:schemeClr val="dk1"/>
                </a:solidFill>
              </a:defRPr>
            </a:lvl7pPr>
            <a:lvl8pPr indent="-304800" lvl="7" marL="3657600" algn="ctr">
              <a:spcBef>
                <a:spcPts val="1000"/>
              </a:spcBef>
              <a:spcAft>
                <a:spcPts val="0"/>
              </a:spcAft>
              <a:buSzPts val="1200"/>
              <a:buChar char="○"/>
              <a:defRPr sz="1200">
                <a:solidFill>
                  <a:schemeClr val="dk1"/>
                </a:solidFill>
              </a:defRPr>
            </a:lvl8pPr>
            <a:lvl9pPr indent="-304800" lvl="8" marL="4114800" algn="ctr">
              <a:spcBef>
                <a:spcPts val="1000"/>
              </a:spcBef>
              <a:spcAft>
                <a:spcPts val="1000"/>
              </a:spcAft>
              <a:buSzPts val="1200"/>
              <a:buChar char="■"/>
              <a:defRPr sz="1200">
                <a:solidFill>
                  <a:schemeClr val="dk1"/>
                </a:solidFill>
              </a:defRPr>
            </a:lvl9pPr>
          </a:lstStyle>
          <a:p/>
        </p:txBody>
      </p:sp>
      <p:sp>
        <p:nvSpPr>
          <p:cNvPr id="249" name="Google Shape;249;p36"/>
          <p:cNvSpPr txBox="1"/>
          <p:nvPr>
            <p:ph idx="2" type="body"/>
          </p:nvPr>
        </p:nvSpPr>
        <p:spPr>
          <a:xfrm>
            <a:off x="3254975" y="3036100"/>
            <a:ext cx="2634300" cy="1309200"/>
          </a:xfrm>
          <a:prstGeom prst="rect">
            <a:avLst/>
          </a:prstGeom>
        </p:spPr>
        <p:txBody>
          <a:bodyPr anchorCtr="0" anchor="t" bIns="91450" lIns="91450" spcFirstLastPara="1" rIns="91450" wrap="square" tIns="91450">
            <a:noAutofit/>
          </a:bodyPr>
          <a:lstStyle>
            <a:lvl1pPr indent="-317500" lvl="0" marL="457200" algn="ctr">
              <a:spcBef>
                <a:spcPts val="0"/>
              </a:spcBef>
              <a:spcAft>
                <a:spcPts val="0"/>
              </a:spcAft>
              <a:buSzPts val="1400"/>
              <a:buChar char="●"/>
              <a:defRPr sz="1400">
                <a:solidFill>
                  <a:schemeClr val="dk1"/>
                </a:solidFill>
              </a:defRPr>
            </a:lvl1pPr>
            <a:lvl2pPr indent="-304800" lvl="1" marL="914400" algn="ctr">
              <a:spcBef>
                <a:spcPts val="1000"/>
              </a:spcBef>
              <a:spcAft>
                <a:spcPts val="0"/>
              </a:spcAft>
              <a:buSzPts val="1200"/>
              <a:buChar char="○"/>
              <a:defRPr sz="1200">
                <a:solidFill>
                  <a:schemeClr val="dk1"/>
                </a:solidFill>
              </a:defRPr>
            </a:lvl2pPr>
            <a:lvl3pPr indent="-304800" lvl="2" marL="1371600" algn="ctr">
              <a:spcBef>
                <a:spcPts val="1000"/>
              </a:spcBef>
              <a:spcAft>
                <a:spcPts val="0"/>
              </a:spcAft>
              <a:buSzPts val="1200"/>
              <a:buChar char="■"/>
              <a:defRPr sz="1200">
                <a:solidFill>
                  <a:schemeClr val="dk1"/>
                </a:solidFill>
              </a:defRPr>
            </a:lvl3pPr>
            <a:lvl4pPr indent="-304800" lvl="3" marL="1828800" algn="ctr">
              <a:spcBef>
                <a:spcPts val="1000"/>
              </a:spcBef>
              <a:spcAft>
                <a:spcPts val="0"/>
              </a:spcAft>
              <a:buSzPts val="1200"/>
              <a:buChar char="●"/>
              <a:defRPr sz="1200">
                <a:solidFill>
                  <a:schemeClr val="dk1"/>
                </a:solidFill>
              </a:defRPr>
            </a:lvl4pPr>
            <a:lvl5pPr indent="-304800" lvl="4" marL="2286000" algn="ctr">
              <a:spcBef>
                <a:spcPts val="1000"/>
              </a:spcBef>
              <a:spcAft>
                <a:spcPts val="0"/>
              </a:spcAft>
              <a:buSzPts val="1200"/>
              <a:buChar char="○"/>
              <a:defRPr sz="1200">
                <a:solidFill>
                  <a:schemeClr val="dk1"/>
                </a:solidFill>
              </a:defRPr>
            </a:lvl5pPr>
            <a:lvl6pPr indent="-304800" lvl="5" marL="2743200" algn="ctr">
              <a:spcBef>
                <a:spcPts val="1000"/>
              </a:spcBef>
              <a:spcAft>
                <a:spcPts val="0"/>
              </a:spcAft>
              <a:buSzPts val="1200"/>
              <a:buChar char="■"/>
              <a:defRPr sz="1200">
                <a:solidFill>
                  <a:schemeClr val="dk1"/>
                </a:solidFill>
              </a:defRPr>
            </a:lvl6pPr>
            <a:lvl7pPr indent="-304800" lvl="6" marL="3200400" algn="ctr">
              <a:spcBef>
                <a:spcPts val="1000"/>
              </a:spcBef>
              <a:spcAft>
                <a:spcPts val="0"/>
              </a:spcAft>
              <a:buSzPts val="1200"/>
              <a:buChar char="●"/>
              <a:defRPr sz="1200">
                <a:solidFill>
                  <a:schemeClr val="dk1"/>
                </a:solidFill>
              </a:defRPr>
            </a:lvl7pPr>
            <a:lvl8pPr indent="-304800" lvl="7" marL="3657600" algn="ctr">
              <a:spcBef>
                <a:spcPts val="1000"/>
              </a:spcBef>
              <a:spcAft>
                <a:spcPts val="0"/>
              </a:spcAft>
              <a:buSzPts val="1200"/>
              <a:buChar char="○"/>
              <a:defRPr sz="1200">
                <a:solidFill>
                  <a:schemeClr val="dk1"/>
                </a:solidFill>
              </a:defRPr>
            </a:lvl8pPr>
            <a:lvl9pPr indent="-304800" lvl="8" marL="4114800" algn="ctr">
              <a:spcBef>
                <a:spcPts val="1000"/>
              </a:spcBef>
              <a:spcAft>
                <a:spcPts val="1000"/>
              </a:spcAft>
              <a:buSzPts val="1200"/>
              <a:buChar char="■"/>
              <a:defRPr sz="1200">
                <a:solidFill>
                  <a:schemeClr val="dk1"/>
                </a:solidFill>
              </a:defRPr>
            </a:lvl9pPr>
          </a:lstStyle>
          <a:p/>
        </p:txBody>
      </p:sp>
      <p:sp>
        <p:nvSpPr>
          <p:cNvPr id="250" name="Google Shape;250;p36"/>
          <p:cNvSpPr txBox="1"/>
          <p:nvPr>
            <p:ph type="title"/>
          </p:nvPr>
        </p:nvSpPr>
        <p:spPr>
          <a:xfrm>
            <a:off x="456825" y="457199"/>
            <a:ext cx="8230200" cy="914400"/>
          </a:xfrm>
          <a:prstGeom prst="rect">
            <a:avLst/>
          </a:prstGeom>
        </p:spPr>
        <p:txBody>
          <a:bodyPr anchorCtr="0" anchor="t" bIns="0" lIns="0" spcFirstLastPara="1" rIns="0" wrap="square" tIns="0">
            <a:noAutofit/>
          </a:bodyPr>
          <a:lstStyle>
            <a:lvl1pPr lvl="0" algn="ctr">
              <a:spcBef>
                <a:spcPts val="0"/>
              </a:spcBef>
              <a:spcAft>
                <a:spcPts val="0"/>
              </a:spcAft>
              <a:buSzPts val="2400"/>
              <a:buNone/>
              <a:defRPr/>
            </a:lvl1pPr>
            <a:lvl2pPr lvl="1" algn="ctr">
              <a:spcBef>
                <a:spcPts val="1300"/>
              </a:spcBef>
              <a:spcAft>
                <a:spcPts val="0"/>
              </a:spcAft>
              <a:buSzPts val="2800"/>
              <a:buNone/>
              <a:defRPr/>
            </a:lvl2pPr>
            <a:lvl3pPr lvl="2" algn="ctr">
              <a:spcBef>
                <a:spcPts val="1300"/>
              </a:spcBef>
              <a:spcAft>
                <a:spcPts val="0"/>
              </a:spcAft>
              <a:buSzPts val="2800"/>
              <a:buNone/>
              <a:defRPr/>
            </a:lvl3pPr>
            <a:lvl4pPr lvl="3" algn="ctr">
              <a:spcBef>
                <a:spcPts val="1300"/>
              </a:spcBef>
              <a:spcAft>
                <a:spcPts val="0"/>
              </a:spcAft>
              <a:buSzPts val="2800"/>
              <a:buNone/>
              <a:defRPr/>
            </a:lvl4pPr>
            <a:lvl5pPr lvl="4" algn="ctr">
              <a:spcBef>
                <a:spcPts val="1300"/>
              </a:spcBef>
              <a:spcAft>
                <a:spcPts val="0"/>
              </a:spcAft>
              <a:buSzPts val="2800"/>
              <a:buNone/>
              <a:defRPr/>
            </a:lvl5pPr>
            <a:lvl6pPr lvl="5" algn="ctr">
              <a:spcBef>
                <a:spcPts val="1300"/>
              </a:spcBef>
              <a:spcAft>
                <a:spcPts val="0"/>
              </a:spcAft>
              <a:buSzPts val="2800"/>
              <a:buNone/>
              <a:defRPr/>
            </a:lvl6pPr>
            <a:lvl7pPr lvl="6" algn="ctr">
              <a:spcBef>
                <a:spcPts val="1300"/>
              </a:spcBef>
              <a:spcAft>
                <a:spcPts val="0"/>
              </a:spcAft>
              <a:buSzPts val="2800"/>
              <a:buNone/>
              <a:defRPr/>
            </a:lvl7pPr>
            <a:lvl8pPr lvl="7" algn="ctr">
              <a:spcBef>
                <a:spcPts val="1300"/>
              </a:spcBef>
              <a:spcAft>
                <a:spcPts val="0"/>
              </a:spcAft>
              <a:buSzPts val="2800"/>
              <a:buNone/>
              <a:defRPr/>
            </a:lvl8pPr>
            <a:lvl9pPr lvl="8" algn="ctr">
              <a:spcBef>
                <a:spcPts val="1300"/>
              </a:spcBef>
              <a:spcAft>
                <a:spcPts val="1300"/>
              </a:spcAft>
              <a:buSzPts val="2800"/>
              <a:buNone/>
              <a:defRPr/>
            </a:lvl9pPr>
          </a:lstStyle>
          <a:p/>
        </p:txBody>
      </p:sp>
      <p:sp>
        <p:nvSpPr>
          <p:cNvPr id="251" name="Google Shape;251;p36"/>
          <p:cNvSpPr txBox="1"/>
          <p:nvPr>
            <p:ph idx="12" type="sldNum"/>
          </p:nvPr>
        </p:nvSpPr>
        <p:spPr>
          <a:xfrm>
            <a:off x="8256725" y="4708927"/>
            <a:ext cx="437100" cy="107400"/>
          </a:xfrm>
          <a:prstGeom prst="rect">
            <a:avLst/>
          </a:prstGeom>
        </p:spPr>
        <p:txBody>
          <a:bodyPr anchorCtr="0" anchor="t" bIns="0" lIns="0" spcFirstLastPara="1" rIns="0" wrap="square" tIns="0">
            <a:noAutofit/>
          </a:bodyPr>
          <a:lstStyle>
            <a:lvl1pPr lvl="0" algn="r">
              <a:lnSpc>
                <a:spcPct val="80000"/>
              </a:lnSpc>
              <a:buSzPts val="1000"/>
              <a:buNone/>
              <a:defRPr>
                <a:latin typeface="Poppins"/>
                <a:ea typeface="Poppins"/>
                <a:cs typeface="Poppins"/>
                <a:sym typeface="Poppins"/>
              </a:defRPr>
            </a:lvl1pPr>
            <a:lvl2pPr lvl="1" algn="r">
              <a:lnSpc>
                <a:spcPct val="80000"/>
              </a:lnSpc>
              <a:buSzPts val="1000"/>
              <a:buNone/>
              <a:defRPr>
                <a:latin typeface="Poppins"/>
                <a:ea typeface="Poppins"/>
                <a:cs typeface="Poppins"/>
                <a:sym typeface="Poppins"/>
              </a:defRPr>
            </a:lvl2pPr>
            <a:lvl3pPr lvl="2" algn="r">
              <a:lnSpc>
                <a:spcPct val="80000"/>
              </a:lnSpc>
              <a:buSzPts val="1000"/>
              <a:buNone/>
              <a:defRPr>
                <a:latin typeface="Poppins"/>
                <a:ea typeface="Poppins"/>
                <a:cs typeface="Poppins"/>
                <a:sym typeface="Poppins"/>
              </a:defRPr>
            </a:lvl3pPr>
            <a:lvl4pPr lvl="3" algn="r">
              <a:lnSpc>
                <a:spcPct val="80000"/>
              </a:lnSpc>
              <a:buSzPts val="1000"/>
              <a:buNone/>
              <a:defRPr>
                <a:latin typeface="Poppins"/>
                <a:ea typeface="Poppins"/>
                <a:cs typeface="Poppins"/>
                <a:sym typeface="Poppins"/>
              </a:defRPr>
            </a:lvl4pPr>
            <a:lvl5pPr lvl="4" algn="r">
              <a:lnSpc>
                <a:spcPct val="80000"/>
              </a:lnSpc>
              <a:buSzPts val="1000"/>
              <a:buNone/>
              <a:defRPr>
                <a:latin typeface="Poppins"/>
                <a:ea typeface="Poppins"/>
                <a:cs typeface="Poppins"/>
                <a:sym typeface="Poppins"/>
              </a:defRPr>
            </a:lvl5pPr>
            <a:lvl6pPr lvl="5" algn="r">
              <a:lnSpc>
                <a:spcPct val="80000"/>
              </a:lnSpc>
              <a:buSzPts val="1000"/>
              <a:buNone/>
              <a:defRPr>
                <a:latin typeface="Poppins"/>
                <a:ea typeface="Poppins"/>
                <a:cs typeface="Poppins"/>
                <a:sym typeface="Poppins"/>
              </a:defRPr>
            </a:lvl6pPr>
            <a:lvl7pPr lvl="6" algn="r">
              <a:lnSpc>
                <a:spcPct val="80000"/>
              </a:lnSpc>
              <a:buSzPts val="1000"/>
              <a:buNone/>
              <a:defRPr>
                <a:latin typeface="Poppins"/>
                <a:ea typeface="Poppins"/>
                <a:cs typeface="Poppins"/>
                <a:sym typeface="Poppins"/>
              </a:defRPr>
            </a:lvl7pPr>
            <a:lvl8pPr lvl="7" algn="r">
              <a:lnSpc>
                <a:spcPct val="80000"/>
              </a:lnSpc>
              <a:buSzPts val="1000"/>
              <a:buNone/>
              <a:defRPr>
                <a:latin typeface="Poppins"/>
                <a:ea typeface="Poppins"/>
                <a:cs typeface="Poppins"/>
                <a:sym typeface="Poppins"/>
              </a:defRPr>
            </a:lvl8pPr>
            <a:lvl9pPr lvl="8" algn="r">
              <a:lnSpc>
                <a:spcPct val="80000"/>
              </a:lnSpc>
              <a:buSzPts val="1000"/>
              <a:buNone/>
              <a:defRPr>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252" name="Google Shape;252;p36"/>
          <p:cNvSpPr/>
          <p:nvPr>
            <p:ph idx="3" type="pic"/>
          </p:nvPr>
        </p:nvSpPr>
        <p:spPr>
          <a:xfrm>
            <a:off x="1298775" y="2003650"/>
            <a:ext cx="948300" cy="948300"/>
          </a:xfrm>
          <a:prstGeom prst="rect">
            <a:avLst/>
          </a:prstGeom>
          <a:noFill/>
          <a:ln>
            <a:noFill/>
          </a:ln>
        </p:spPr>
      </p:sp>
      <p:sp>
        <p:nvSpPr>
          <p:cNvPr id="253" name="Google Shape;253;p36"/>
          <p:cNvSpPr/>
          <p:nvPr>
            <p:ph idx="4" type="pic"/>
          </p:nvPr>
        </p:nvSpPr>
        <p:spPr>
          <a:xfrm>
            <a:off x="4097975" y="2003650"/>
            <a:ext cx="948300" cy="948300"/>
          </a:xfrm>
          <a:prstGeom prst="rect">
            <a:avLst/>
          </a:prstGeom>
          <a:noFill/>
          <a:ln>
            <a:noFill/>
          </a:ln>
        </p:spPr>
      </p:sp>
      <p:sp>
        <p:nvSpPr>
          <p:cNvPr id="254" name="Google Shape;254;p36"/>
          <p:cNvSpPr/>
          <p:nvPr>
            <p:ph idx="5" type="pic"/>
          </p:nvPr>
        </p:nvSpPr>
        <p:spPr>
          <a:xfrm>
            <a:off x="6897175" y="2003650"/>
            <a:ext cx="948300" cy="948300"/>
          </a:xfrm>
          <a:prstGeom prst="rect">
            <a:avLst/>
          </a:prstGeom>
          <a:noFill/>
          <a:ln>
            <a:noFill/>
          </a:ln>
        </p:spPr>
      </p:sp>
      <p:sp>
        <p:nvSpPr>
          <p:cNvPr id="255" name="Google Shape;255;p36"/>
          <p:cNvSpPr txBox="1"/>
          <p:nvPr>
            <p:ph idx="6" type="body"/>
          </p:nvPr>
        </p:nvSpPr>
        <p:spPr>
          <a:xfrm>
            <a:off x="6054175" y="3036100"/>
            <a:ext cx="2634300" cy="1309200"/>
          </a:xfrm>
          <a:prstGeom prst="rect">
            <a:avLst/>
          </a:prstGeom>
        </p:spPr>
        <p:txBody>
          <a:bodyPr anchorCtr="0" anchor="t" bIns="91450" lIns="91450" spcFirstLastPara="1" rIns="91450" wrap="square" tIns="91450">
            <a:noAutofit/>
          </a:bodyPr>
          <a:lstStyle>
            <a:lvl1pPr indent="-317500" lvl="0" marL="457200" algn="ctr">
              <a:spcBef>
                <a:spcPts val="0"/>
              </a:spcBef>
              <a:spcAft>
                <a:spcPts val="0"/>
              </a:spcAft>
              <a:buSzPts val="1400"/>
              <a:buChar char="●"/>
              <a:defRPr sz="1400">
                <a:solidFill>
                  <a:schemeClr val="dk1"/>
                </a:solidFill>
              </a:defRPr>
            </a:lvl1pPr>
            <a:lvl2pPr indent="-304800" lvl="1" marL="914400" algn="ctr">
              <a:spcBef>
                <a:spcPts val="1000"/>
              </a:spcBef>
              <a:spcAft>
                <a:spcPts val="0"/>
              </a:spcAft>
              <a:buSzPts val="1200"/>
              <a:buChar char="○"/>
              <a:defRPr sz="1200">
                <a:solidFill>
                  <a:schemeClr val="dk1"/>
                </a:solidFill>
              </a:defRPr>
            </a:lvl2pPr>
            <a:lvl3pPr indent="-304800" lvl="2" marL="1371600" algn="ctr">
              <a:spcBef>
                <a:spcPts val="1000"/>
              </a:spcBef>
              <a:spcAft>
                <a:spcPts val="0"/>
              </a:spcAft>
              <a:buSzPts val="1200"/>
              <a:buChar char="■"/>
              <a:defRPr sz="1200">
                <a:solidFill>
                  <a:schemeClr val="dk1"/>
                </a:solidFill>
              </a:defRPr>
            </a:lvl3pPr>
            <a:lvl4pPr indent="-304800" lvl="3" marL="1828800" algn="ctr">
              <a:spcBef>
                <a:spcPts val="1000"/>
              </a:spcBef>
              <a:spcAft>
                <a:spcPts val="0"/>
              </a:spcAft>
              <a:buSzPts val="1200"/>
              <a:buChar char="●"/>
              <a:defRPr sz="1200">
                <a:solidFill>
                  <a:schemeClr val="dk1"/>
                </a:solidFill>
              </a:defRPr>
            </a:lvl4pPr>
            <a:lvl5pPr indent="-304800" lvl="4" marL="2286000" algn="ctr">
              <a:spcBef>
                <a:spcPts val="1000"/>
              </a:spcBef>
              <a:spcAft>
                <a:spcPts val="0"/>
              </a:spcAft>
              <a:buSzPts val="1200"/>
              <a:buChar char="○"/>
              <a:defRPr sz="1200">
                <a:solidFill>
                  <a:schemeClr val="dk1"/>
                </a:solidFill>
              </a:defRPr>
            </a:lvl5pPr>
            <a:lvl6pPr indent="-304800" lvl="5" marL="2743200" algn="ctr">
              <a:spcBef>
                <a:spcPts val="1000"/>
              </a:spcBef>
              <a:spcAft>
                <a:spcPts val="0"/>
              </a:spcAft>
              <a:buSzPts val="1200"/>
              <a:buChar char="■"/>
              <a:defRPr sz="1200">
                <a:solidFill>
                  <a:schemeClr val="dk1"/>
                </a:solidFill>
              </a:defRPr>
            </a:lvl6pPr>
            <a:lvl7pPr indent="-304800" lvl="6" marL="3200400" algn="ctr">
              <a:spcBef>
                <a:spcPts val="1000"/>
              </a:spcBef>
              <a:spcAft>
                <a:spcPts val="0"/>
              </a:spcAft>
              <a:buSzPts val="1200"/>
              <a:buChar char="●"/>
              <a:defRPr sz="1200">
                <a:solidFill>
                  <a:schemeClr val="dk1"/>
                </a:solidFill>
              </a:defRPr>
            </a:lvl7pPr>
            <a:lvl8pPr indent="-304800" lvl="7" marL="3657600" algn="ctr">
              <a:spcBef>
                <a:spcPts val="1000"/>
              </a:spcBef>
              <a:spcAft>
                <a:spcPts val="0"/>
              </a:spcAft>
              <a:buSzPts val="1200"/>
              <a:buChar char="○"/>
              <a:defRPr sz="1200">
                <a:solidFill>
                  <a:schemeClr val="dk1"/>
                </a:solidFill>
              </a:defRPr>
            </a:lvl8pPr>
            <a:lvl9pPr indent="-304800" lvl="8" marL="4114800" algn="ctr">
              <a:spcBef>
                <a:spcPts val="1000"/>
              </a:spcBef>
              <a:spcAft>
                <a:spcPts val="1000"/>
              </a:spcAft>
              <a:buSzPts val="1200"/>
              <a:buChar char="■"/>
              <a:defRPr sz="1200">
                <a:solidFill>
                  <a:schemeClr val="dk1"/>
                </a:solidFill>
              </a:defRPr>
            </a:lvl9pPr>
          </a:lstStyle>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6: Title and 3 icons">
  <p:cSld name="TITLE_ONLY_1_1_1_1_1">
    <p:spTree>
      <p:nvGrpSpPr>
        <p:cNvPr id="256" name="Shape 256"/>
        <p:cNvGrpSpPr/>
        <p:nvPr/>
      </p:nvGrpSpPr>
      <p:grpSpPr>
        <a:xfrm>
          <a:off x="0" y="0"/>
          <a:ext cx="0" cy="0"/>
          <a:chOff x="0" y="0"/>
          <a:chExt cx="0" cy="0"/>
        </a:xfrm>
      </p:grpSpPr>
      <p:sp>
        <p:nvSpPr>
          <p:cNvPr id="257" name="Google Shape;257;p37"/>
          <p:cNvSpPr/>
          <p:nvPr/>
        </p:nvSpPr>
        <p:spPr>
          <a:xfrm>
            <a:off x="3254975" y="1371613"/>
            <a:ext cx="2634300" cy="1200300"/>
          </a:xfrm>
          <a:prstGeom prst="roundRect">
            <a:avLst>
              <a:gd fmla="val 9523" name="adj"/>
            </a:avLst>
          </a:prstGeom>
          <a:solidFill>
            <a:srgbClr val="E8E6DC"/>
          </a:solidFill>
          <a:ln>
            <a:noFill/>
          </a:ln>
        </p:spPr>
        <p:txBody>
          <a:bodyPr anchorCtr="0" anchor="t" bIns="91450" lIns="91450" spcFirstLastPara="1" rIns="91450" wrap="square" tIns="1280150">
            <a:noAutofit/>
          </a:bodyPr>
          <a:lstStyle/>
          <a:p>
            <a:pPr indent="0" lvl="0" marL="0" rtl="0" algn="ctr">
              <a:spcBef>
                <a:spcPts val="0"/>
              </a:spcBef>
              <a:spcAft>
                <a:spcPts val="0"/>
              </a:spcAft>
              <a:buNone/>
            </a:pPr>
            <a:r>
              <a:t/>
            </a:r>
            <a:endParaRPr sz="700">
              <a:latin typeface="Lora"/>
              <a:ea typeface="Lora"/>
              <a:cs typeface="Lora"/>
              <a:sym typeface="Lora"/>
            </a:endParaRPr>
          </a:p>
        </p:txBody>
      </p:sp>
      <p:sp>
        <p:nvSpPr>
          <p:cNvPr id="258" name="Google Shape;258;p37"/>
          <p:cNvSpPr/>
          <p:nvPr/>
        </p:nvSpPr>
        <p:spPr>
          <a:xfrm>
            <a:off x="455775" y="1371613"/>
            <a:ext cx="2634300" cy="1200300"/>
          </a:xfrm>
          <a:prstGeom prst="roundRect">
            <a:avLst>
              <a:gd fmla="val 9523" name="adj"/>
            </a:avLst>
          </a:prstGeom>
          <a:solidFill>
            <a:srgbClr val="E8E6DC"/>
          </a:solidFill>
          <a:ln>
            <a:noFill/>
          </a:ln>
        </p:spPr>
        <p:txBody>
          <a:bodyPr anchorCtr="0" anchor="t" bIns="91450" lIns="91450" spcFirstLastPara="1" rIns="91450" wrap="square" tIns="1280150">
            <a:noAutofit/>
          </a:bodyPr>
          <a:lstStyle/>
          <a:p>
            <a:pPr indent="0" lvl="0" marL="0" rtl="0" algn="ctr">
              <a:spcBef>
                <a:spcPts val="0"/>
              </a:spcBef>
              <a:spcAft>
                <a:spcPts val="0"/>
              </a:spcAft>
              <a:buNone/>
            </a:pPr>
            <a:r>
              <a:t/>
            </a:r>
            <a:endParaRPr sz="700">
              <a:latin typeface="Lora"/>
              <a:ea typeface="Lora"/>
              <a:cs typeface="Lora"/>
              <a:sym typeface="Lora"/>
            </a:endParaRPr>
          </a:p>
        </p:txBody>
      </p:sp>
      <p:sp>
        <p:nvSpPr>
          <p:cNvPr id="259" name="Google Shape;259;p37"/>
          <p:cNvSpPr txBox="1"/>
          <p:nvPr>
            <p:ph idx="1" type="body"/>
          </p:nvPr>
        </p:nvSpPr>
        <p:spPr>
          <a:xfrm>
            <a:off x="455775" y="2751550"/>
            <a:ext cx="2634300" cy="1593600"/>
          </a:xfrm>
          <a:prstGeom prst="rect">
            <a:avLst/>
          </a:prstGeom>
        </p:spPr>
        <p:txBody>
          <a:bodyPr anchorCtr="0" anchor="t" bIns="0" lIns="0" spcFirstLastPara="1" rIns="0" wrap="square" tIns="0">
            <a:noAutofit/>
          </a:bodyPr>
          <a:lstStyle>
            <a:lvl1pPr indent="-317500" lvl="0" marL="457200" algn="ctr">
              <a:spcBef>
                <a:spcPts val="0"/>
              </a:spcBef>
              <a:spcAft>
                <a:spcPts val="0"/>
              </a:spcAft>
              <a:buSzPts val="1400"/>
              <a:buChar char="●"/>
              <a:defRPr sz="1400">
                <a:solidFill>
                  <a:schemeClr val="dk1"/>
                </a:solidFill>
              </a:defRPr>
            </a:lvl1pPr>
            <a:lvl2pPr indent="-304800" lvl="1" marL="914400" algn="ctr">
              <a:spcBef>
                <a:spcPts val="1000"/>
              </a:spcBef>
              <a:spcAft>
                <a:spcPts val="0"/>
              </a:spcAft>
              <a:buSzPts val="1200"/>
              <a:buChar char="○"/>
              <a:defRPr sz="1200">
                <a:solidFill>
                  <a:schemeClr val="dk1"/>
                </a:solidFill>
              </a:defRPr>
            </a:lvl2pPr>
            <a:lvl3pPr indent="-304800" lvl="2" marL="1371600" algn="ctr">
              <a:spcBef>
                <a:spcPts val="1000"/>
              </a:spcBef>
              <a:spcAft>
                <a:spcPts val="0"/>
              </a:spcAft>
              <a:buSzPts val="1200"/>
              <a:buChar char="■"/>
              <a:defRPr sz="1200">
                <a:solidFill>
                  <a:schemeClr val="dk1"/>
                </a:solidFill>
              </a:defRPr>
            </a:lvl3pPr>
            <a:lvl4pPr indent="-304800" lvl="3" marL="1828800" algn="ctr">
              <a:spcBef>
                <a:spcPts val="1000"/>
              </a:spcBef>
              <a:spcAft>
                <a:spcPts val="0"/>
              </a:spcAft>
              <a:buSzPts val="1200"/>
              <a:buChar char="●"/>
              <a:defRPr sz="1200">
                <a:solidFill>
                  <a:schemeClr val="dk1"/>
                </a:solidFill>
              </a:defRPr>
            </a:lvl4pPr>
            <a:lvl5pPr indent="-304800" lvl="4" marL="2286000" algn="ctr">
              <a:spcBef>
                <a:spcPts val="1000"/>
              </a:spcBef>
              <a:spcAft>
                <a:spcPts val="0"/>
              </a:spcAft>
              <a:buSzPts val="1200"/>
              <a:buChar char="○"/>
              <a:defRPr sz="1200">
                <a:solidFill>
                  <a:schemeClr val="dk1"/>
                </a:solidFill>
              </a:defRPr>
            </a:lvl5pPr>
            <a:lvl6pPr indent="-304800" lvl="5" marL="2743200" algn="ctr">
              <a:spcBef>
                <a:spcPts val="1000"/>
              </a:spcBef>
              <a:spcAft>
                <a:spcPts val="0"/>
              </a:spcAft>
              <a:buSzPts val="1200"/>
              <a:buChar char="■"/>
              <a:defRPr sz="1200">
                <a:solidFill>
                  <a:schemeClr val="dk1"/>
                </a:solidFill>
              </a:defRPr>
            </a:lvl6pPr>
            <a:lvl7pPr indent="-304800" lvl="6" marL="3200400" algn="ctr">
              <a:spcBef>
                <a:spcPts val="1000"/>
              </a:spcBef>
              <a:spcAft>
                <a:spcPts val="0"/>
              </a:spcAft>
              <a:buSzPts val="1200"/>
              <a:buChar char="●"/>
              <a:defRPr sz="1200">
                <a:solidFill>
                  <a:schemeClr val="dk1"/>
                </a:solidFill>
              </a:defRPr>
            </a:lvl7pPr>
            <a:lvl8pPr indent="-304800" lvl="7" marL="3657600" algn="ctr">
              <a:spcBef>
                <a:spcPts val="1000"/>
              </a:spcBef>
              <a:spcAft>
                <a:spcPts val="0"/>
              </a:spcAft>
              <a:buSzPts val="1200"/>
              <a:buChar char="○"/>
              <a:defRPr sz="1200">
                <a:solidFill>
                  <a:schemeClr val="dk1"/>
                </a:solidFill>
              </a:defRPr>
            </a:lvl8pPr>
            <a:lvl9pPr indent="-304800" lvl="8" marL="4114800" algn="ctr">
              <a:spcBef>
                <a:spcPts val="1000"/>
              </a:spcBef>
              <a:spcAft>
                <a:spcPts val="1000"/>
              </a:spcAft>
              <a:buSzPts val="1200"/>
              <a:buChar char="■"/>
              <a:defRPr sz="1200">
                <a:solidFill>
                  <a:schemeClr val="dk1"/>
                </a:solidFill>
              </a:defRPr>
            </a:lvl9pPr>
          </a:lstStyle>
          <a:p/>
        </p:txBody>
      </p:sp>
      <p:sp>
        <p:nvSpPr>
          <p:cNvPr id="260" name="Google Shape;260;p37"/>
          <p:cNvSpPr txBox="1"/>
          <p:nvPr>
            <p:ph idx="2" type="body"/>
          </p:nvPr>
        </p:nvSpPr>
        <p:spPr>
          <a:xfrm>
            <a:off x="3254975" y="2751550"/>
            <a:ext cx="2634300" cy="1593600"/>
          </a:xfrm>
          <a:prstGeom prst="rect">
            <a:avLst/>
          </a:prstGeom>
        </p:spPr>
        <p:txBody>
          <a:bodyPr anchorCtr="0" anchor="t" bIns="0" lIns="0" spcFirstLastPara="1" rIns="0" wrap="square" tIns="0">
            <a:noAutofit/>
          </a:bodyPr>
          <a:lstStyle>
            <a:lvl1pPr indent="-317500" lvl="0" marL="457200" algn="ctr">
              <a:spcBef>
                <a:spcPts val="0"/>
              </a:spcBef>
              <a:spcAft>
                <a:spcPts val="0"/>
              </a:spcAft>
              <a:buSzPts val="1400"/>
              <a:buChar char="●"/>
              <a:defRPr sz="1400">
                <a:solidFill>
                  <a:schemeClr val="dk1"/>
                </a:solidFill>
              </a:defRPr>
            </a:lvl1pPr>
            <a:lvl2pPr indent="-304800" lvl="1" marL="914400" algn="ctr">
              <a:spcBef>
                <a:spcPts val="1000"/>
              </a:spcBef>
              <a:spcAft>
                <a:spcPts val="0"/>
              </a:spcAft>
              <a:buSzPts val="1200"/>
              <a:buChar char="○"/>
              <a:defRPr sz="1200">
                <a:solidFill>
                  <a:schemeClr val="dk1"/>
                </a:solidFill>
              </a:defRPr>
            </a:lvl2pPr>
            <a:lvl3pPr indent="-304800" lvl="2" marL="1371600" algn="ctr">
              <a:spcBef>
                <a:spcPts val="1000"/>
              </a:spcBef>
              <a:spcAft>
                <a:spcPts val="0"/>
              </a:spcAft>
              <a:buSzPts val="1200"/>
              <a:buChar char="■"/>
              <a:defRPr sz="1200">
                <a:solidFill>
                  <a:schemeClr val="dk1"/>
                </a:solidFill>
              </a:defRPr>
            </a:lvl3pPr>
            <a:lvl4pPr indent="-304800" lvl="3" marL="1828800" algn="ctr">
              <a:spcBef>
                <a:spcPts val="1000"/>
              </a:spcBef>
              <a:spcAft>
                <a:spcPts val="0"/>
              </a:spcAft>
              <a:buSzPts val="1200"/>
              <a:buChar char="●"/>
              <a:defRPr sz="1200">
                <a:solidFill>
                  <a:schemeClr val="dk1"/>
                </a:solidFill>
              </a:defRPr>
            </a:lvl4pPr>
            <a:lvl5pPr indent="-304800" lvl="4" marL="2286000" algn="ctr">
              <a:spcBef>
                <a:spcPts val="1000"/>
              </a:spcBef>
              <a:spcAft>
                <a:spcPts val="0"/>
              </a:spcAft>
              <a:buSzPts val="1200"/>
              <a:buChar char="○"/>
              <a:defRPr sz="1200">
                <a:solidFill>
                  <a:schemeClr val="dk1"/>
                </a:solidFill>
              </a:defRPr>
            </a:lvl5pPr>
            <a:lvl6pPr indent="-304800" lvl="5" marL="2743200" algn="ctr">
              <a:spcBef>
                <a:spcPts val="1000"/>
              </a:spcBef>
              <a:spcAft>
                <a:spcPts val="0"/>
              </a:spcAft>
              <a:buSzPts val="1200"/>
              <a:buChar char="■"/>
              <a:defRPr sz="1200">
                <a:solidFill>
                  <a:schemeClr val="dk1"/>
                </a:solidFill>
              </a:defRPr>
            </a:lvl6pPr>
            <a:lvl7pPr indent="-304800" lvl="6" marL="3200400" algn="ctr">
              <a:spcBef>
                <a:spcPts val="1000"/>
              </a:spcBef>
              <a:spcAft>
                <a:spcPts val="0"/>
              </a:spcAft>
              <a:buSzPts val="1200"/>
              <a:buChar char="●"/>
              <a:defRPr sz="1200">
                <a:solidFill>
                  <a:schemeClr val="dk1"/>
                </a:solidFill>
              </a:defRPr>
            </a:lvl7pPr>
            <a:lvl8pPr indent="-304800" lvl="7" marL="3657600" algn="ctr">
              <a:spcBef>
                <a:spcPts val="1000"/>
              </a:spcBef>
              <a:spcAft>
                <a:spcPts val="0"/>
              </a:spcAft>
              <a:buSzPts val="1200"/>
              <a:buChar char="○"/>
              <a:defRPr sz="1200">
                <a:solidFill>
                  <a:schemeClr val="dk1"/>
                </a:solidFill>
              </a:defRPr>
            </a:lvl8pPr>
            <a:lvl9pPr indent="-304800" lvl="8" marL="4114800" algn="ctr">
              <a:spcBef>
                <a:spcPts val="1000"/>
              </a:spcBef>
              <a:spcAft>
                <a:spcPts val="1000"/>
              </a:spcAft>
              <a:buSzPts val="1200"/>
              <a:buChar char="■"/>
              <a:defRPr sz="1200">
                <a:solidFill>
                  <a:schemeClr val="dk1"/>
                </a:solidFill>
              </a:defRPr>
            </a:lvl9pPr>
          </a:lstStyle>
          <a:p/>
        </p:txBody>
      </p:sp>
      <p:sp>
        <p:nvSpPr>
          <p:cNvPr id="261" name="Google Shape;261;p37"/>
          <p:cNvSpPr txBox="1"/>
          <p:nvPr>
            <p:ph type="title"/>
          </p:nvPr>
        </p:nvSpPr>
        <p:spPr>
          <a:xfrm>
            <a:off x="456825" y="457199"/>
            <a:ext cx="8230200" cy="914400"/>
          </a:xfrm>
          <a:prstGeom prst="rect">
            <a:avLst/>
          </a:prstGeom>
        </p:spPr>
        <p:txBody>
          <a:bodyPr anchorCtr="0" anchor="t" bIns="0" lIns="0" spcFirstLastPara="1" rIns="0" wrap="square" tIns="0">
            <a:noAutofit/>
          </a:bodyPr>
          <a:lstStyle>
            <a:lvl1pPr lvl="0">
              <a:spcBef>
                <a:spcPts val="0"/>
              </a:spcBef>
              <a:spcAft>
                <a:spcPts val="0"/>
              </a:spcAft>
              <a:buSzPts val="2400"/>
              <a:buNone/>
              <a:defRPr/>
            </a:lvl1pPr>
            <a:lvl2pPr lvl="1">
              <a:spcBef>
                <a:spcPts val="1300"/>
              </a:spcBef>
              <a:spcAft>
                <a:spcPts val="0"/>
              </a:spcAft>
              <a:buSzPts val="2800"/>
              <a:buNone/>
              <a:defRPr/>
            </a:lvl2pPr>
            <a:lvl3pPr lvl="2">
              <a:spcBef>
                <a:spcPts val="1300"/>
              </a:spcBef>
              <a:spcAft>
                <a:spcPts val="0"/>
              </a:spcAft>
              <a:buSzPts val="2800"/>
              <a:buNone/>
              <a:defRPr/>
            </a:lvl3pPr>
            <a:lvl4pPr lvl="3">
              <a:spcBef>
                <a:spcPts val="1300"/>
              </a:spcBef>
              <a:spcAft>
                <a:spcPts val="0"/>
              </a:spcAft>
              <a:buSzPts val="2800"/>
              <a:buNone/>
              <a:defRPr/>
            </a:lvl4pPr>
            <a:lvl5pPr lvl="4">
              <a:spcBef>
                <a:spcPts val="1300"/>
              </a:spcBef>
              <a:spcAft>
                <a:spcPts val="0"/>
              </a:spcAft>
              <a:buSzPts val="2800"/>
              <a:buNone/>
              <a:defRPr/>
            </a:lvl5pPr>
            <a:lvl6pPr lvl="5">
              <a:spcBef>
                <a:spcPts val="1300"/>
              </a:spcBef>
              <a:spcAft>
                <a:spcPts val="0"/>
              </a:spcAft>
              <a:buSzPts val="2800"/>
              <a:buNone/>
              <a:defRPr/>
            </a:lvl6pPr>
            <a:lvl7pPr lvl="6">
              <a:spcBef>
                <a:spcPts val="1300"/>
              </a:spcBef>
              <a:spcAft>
                <a:spcPts val="0"/>
              </a:spcAft>
              <a:buSzPts val="2800"/>
              <a:buNone/>
              <a:defRPr/>
            </a:lvl7pPr>
            <a:lvl8pPr lvl="7">
              <a:spcBef>
                <a:spcPts val="1300"/>
              </a:spcBef>
              <a:spcAft>
                <a:spcPts val="0"/>
              </a:spcAft>
              <a:buSzPts val="2800"/>
              <a:buNone/>
              <a:defRPr/>
            </a:lvl8pPr>
            <a:lvl9pPr lvl="8">
              <a:spcBef>
                <a:spcPts val="1300"/>
              </a:spcBef>
              <a:spcAft>
                <a:spcPts val="1300"/>
              </a:spcAft>
              <a:buSzPts val="2800"/>
              <a:buNone/>
              <a:defRPr/>
            </a:lvl9pPr>
          </a:lstStyle>
          <a:p/>
        </p:txBody>
      </p:sp>
      <p:sp>
        <p:nvSpPr>
          <p:cNvPr id="262" name="Google Shape;262;p37"/>
          <p:cNvSpPr txBox="1"/>
          <p:nvPr>
            <p:ph idx="12" type="sldNum"/>
          </p:nvPr>
        </p:nvSpPr>
        <p:spPr>
          <a:xfrm>
            <a:off x="8256725" y="4708927"/>
            <a:ext cx="437100" cy="107400"/>
          </a:xfrm>
          <a:prstGeom prst="rect">
            <a:avLst/>
          </a:prstGeom>
        </p:spPr>
        <p:txBody>
          <a:bodyPr anchorCtr="0" anchor="t" bIns="0" lIns="0" spcFirstLastPara="1" rIns="0" wrap="square" tIns="0">
            <a:noAutofit/>
          </a:bodyPr>
          <a:lstStyle>
            <a:lvl1pPr lvl="0" algn="r">
              <a:lnSpc>
                <a:spcPct val="80000"/>
              </a:lnSpc>
              <a:buSzPts val="1000"/>
              <a:buNone/>
              <a:defRPr>
                <a:latin typeface="Poppins"/>
                <a:ea typeface="Poppins"/>
                <a:cs typeface="Poppins"/>
                <a:sym typeface="Poppins"/>
              </a:defRPr>
            </a:lvl1pPr>
            <a:lvl2pPr lvl="1" algn="r">
              <a:lnSpc>
                <a:spcPct val="80000"/>
              </a:lnSpc>
              <a:buSzPts val="1000"/>
              <a:buNone/>
              <a:defRPr>
                <a:latin typeface="Poppins"/>
                <a:ea typeface="Poppins"/>
                <a:cs typeface="Poppins"/>
                <a:sym typeface="Poppins"/>
              </a:defRPr>
            </a:lvl2pPr>
            <a:lvl3pPr lvl="2" algn="r">
              <a:lnSpc>
                <a:spcPct val="80000"/>
              </a:lnSpc>
              <a:buSzPts val="1000"/>
              <a:buNone/>
              <a:defRPr>
                <a:latin typeface="Poppins"/>
                <a:ea typeface="Poppins"/>
                <a:cs typeface="Poppins"/>
                <a:sym typeface="Poppins"/>
              </a:defRPr>
            </a:lvl3pPr>
            <a:lvl4pPr lvl="3" algn="r">
              <a:lnSpc>
                <a:spcPct val="80000"/>
              </a:lnSpc>
              <a:buSzPts val="1000"/>
              <a:buNone/>
              <a:defRPr>
                <a:latin typeface="Poppins"/>
                <a:ea typeface="Poppins"/>
                <a:cs typeface="Poppins"/>
                <a:sym typeface="Poppins"/>
              </a:defRPr>
            </a:lvl4pPr>
            <a:lvl5pPr lvl="4" algn="r">
              <a:lnSpc>
                <a:spcPct val="80000"/>
              </a:lnSpc>
              <a:buSzPts val="1000"/>
              <a:buNone/>
              <a:defRPr>
                <a:latin typeface="Poppins"/>
                <a:ea typeface="Poppins"/>
                <a:cs typeface="Poppins"/>
                <a:sym typeface="Poppins"/>
              </a:defRPr>
            </a:lvl5pPr>
            <a:lvl6pPr lvl="5" algn="r">
              <a:lnSpc>
                <a:spcPct val="80000"/>
              </a:lnSpc>
              <a:buSzPts val="1000"/>
              <a:buNone/>
              <a:defRPr>
                <a:latin typeface="Poppins"/>
                <a:ea typeface="Poppins"/>
                <a:cs typeface="Poppins"/>
                <a:sym typeface="Poppins"/>
              </a:defRPr>
            </a:lvl6pPr>
            <a:lvl7pPr lvl="6" algn="r">
              <a:lnSpc>
                <a:spcPct val="80000"/>
              </a:lnSpc>
              <a:buSzPts val="1000"/>
              <a:buNone/>
              <a:defRPr>
                <a:latin typeface="Poppins"/>
                <a:ea typeface="Poppins"/>
                <a:cs typeface="Poppins"/>
                <a:sym typeface="Poppins"/>
              </a:defRPr>
            </a:lvl7pPr>
            <a:lvl8pPr lvl="7" algn="r">
              <a:lnSpc>
                <a:spcPct val="80000"/>
              </a:lnSpc>
              <a:buSzPts val="1000"/>
              <a:buNone/>
              <a:defRPr>
                <a:latin typeface="Poppins"/>
                <a:ea typeface="Poppins"/>
                <a:cs typeface="Poppins"/>
                <a:sym typeface="Poppins"/>
              </a:defRPr>
            </a:lvl8pPr>
            <a:lvl9pPr lvl="8" algn="r">
              <a:lnSpc>
                <a:spcPct val="80000"/>
              </a:lnSpc>
              <a:buSzPts val="1000"/>
              <a:buNone/>
              <a:defRPr>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263" name="Google Shape;263;p37"/>
          <p:cNvSpPr/>
          <p:nvPr>
            <p:ph idx="3" type="pic"/>
          </p:nvPr>
        </p:nvSpPr>
        <p:spPr>
          <a:xfrm>
            <a:off x="1397400" y="1596242"/>
            <a:ext cx="750900" cy="750900"/>
          </a:xfrm>
          <a:prstGeom prst="rect">
            <a:avLst/>
          </a:prstGeom>
          <a:noFill/>
          <a:ln>
            <a:noFill/>
          </a:ln>
        </p:spPr>
      </p:sp>
      <p:sp>
        <p:nvSpPr>
          <p:cNvPr id="264" name="Google Shape;264;p37"/>
          <p:cNvSpPr/>
          <p:nvPr>
            <p:ph idx="4" type="pic"/>
          </p:nvPr>
        </p:nvSpPr>
        <p:spPr>
          <a:xfrm>
            <a:off x="4196605" y="1596238"/>
            <a:ext cx="750900" cy="750900"/>
          </a:xfrm>
          <a:prstGeom prst="rect">
            <a:avLst/>
          </a:prstGeom>
          <a:noFill/>
          <a:ln>
            <a:noFill/>
          </a:ln>
        </p:spPr>
      </p:sp>
      <p:sp>
        <p:nvSpPr>
          <p:cNvPr id="265" name="Google Shape;265;p37"/>
          <p:cNvSpPr/>
          <p:nvPr/>
        </p:nvSpPr>
        <p:spPr>
          <a:xfrm>
            <a:off x="6054175" y="1371613"/>
            <a:ext cx="2634300" cy="1200300"/>
          </a:xfrm>
          <a:prstGeom prst="roundRect">
            <a:avLst>
              <a:gd fmla="val 9523" name="adj"/>
            </a:avLst>
          </a:prstGeom>
          <a:solidFill>
            <a:srgbClr val="E8E6DC"/>
          </a:solidFill>
          <a:ln>
            <a:noFill/>
          </a:ln>
        </p:spPr>
        <p:txBody>
          <a:bodyPr anchorCtr="0" anchor="t" bIns="91450" lIns="91450" spcFirstLastPara="1" rIns="91450" wrap="square" tIns="1280150">
            <a:noAutofit/>
          </a:bodyPr>
          <a:lstStyle/>
          <a:p>
            <a:pPr indent="0" lvl="0" marL="0" rtl="0" algn="ctr">
              <a:spcBef>
                <a:spcPts val="0"/>
              </a:spcBef>
              <a:spcAft>
                <a:spcPts val="0"/>
              </a:spcAft>
              <a:buNone/>
            </a:pPr>
            <a:r>
              <a:t/>
            </a:r>
            <a:endParaRPr sz="700">
              <a:latin typeface="Lora"/>
              <a:ea typeface="Lora"/>
              <a:cs typeface="Lora"/>
              <a:sym typeface="Lora"/>
            </a:endParaRPr>
          </a:p>
        </p:txBody>
      </p:sp>
      <p:sp>
        <p:nvSpPr>
          <p:cNvPr id="266" name="Google Shape;266;p37"/>
          <p:cNvSpPr/>
          <p:nvPr>
            <p:ph idx="5" type="pic"/>
          </p:nvPr>
        </p:nvSpPr>
        <p:spPr>
          <a:xfrm>
            <a:off x="6995805" y="1596238"/>
            <a:ext cx="750900" cy="750900"/>
          </a:xfrm>
          <a:prstGeom prst="rect">
            <a:avLst/>
          </a:prstGeom>
          <a:noFill/>
          <a:ln>
            <a:noFill/>
          </a:ln>
        </p:spPr>
      </p:sp>
      <p:sp>
        <p:nvSpPr>
          <p:cNvPr id="267" name="Google Shape;267;p37"/>
          <p:cNvSpPr txBox="1"/>
          <p:nvPr>
            <p:ph idx="6" type="body"/>
          </p:nvPr>
        </p:nvSpPr>
        <p:spPr>
          <a:xfrm>
            <a:off x="6054175" y="2731231"/>
            <a:ext cx="2634300" cy="1593600"/>
          </a:xfrm>
          <a:prstGeom prst="rect">
            <a:avLst/>
          </a:prstGeom>
        </p:spPr>
        <p:txBody>
          <a:bodyPr anchorCtr="0" anchor="t" bIns="0" lIns="0" spcFirstLastPara="1" rIns="0" wrap="square" tIns="0">
            <a:noAutofit/>
          </a:bodyPr>
          <a:lstStyle>
            <a:lvl1pPr indent="-317500" lvl="0" marL="457200" algn="ctr">
              <a:spcBef>
                <a:spcPts val="0"/>
              </a:spcBef>
              <a:spcAft>
                <a:spcPts val="0"/>
              </a:spcAft>
              <a:buSzPts val="1400"/>
              <a:buChar char="●"/>
              <a:defRPr sz="1400">
                <a:solidFill>
                  <a:schemeClr val="dk1"/>
                </a:solidFill>
              </a:defRPr>
            </a:lvl1pPr>
            <a:lvl2pPr indent="-304800" lvl="1" marL="914400" algn="ctr">
              <a:spcBef>
                <a:spcPts val="1000"/>
              </a:spcBef>
              <a:spcAft>
                <a:spcPts val="0"/>
              </a:spcAft>
              <a:buSzPts val="1200"/>
              <a:buChar char="○"/>
              <a:defRPr sz="1200">
                <a:solidFill>
                  <a:schemeClr val="dk1"/>
                </a:solidFill>
              </a:defRPr>
            </a:lvl2pPr>
            <a:lvl3pPr indent="-304800" lvl="2" marL="1371600" algn="ctr">
              <a:spcBef>
                <a:spcPts val="1000"/>
              </a:spcBef>
              <a:spcAft>
                <a:spcPts val="0"/>
              </a:spcAft>
              <a:buSzPts val="1200"/>
              <a:buChar char="■"/>
              <a:defRPr sz="1200">
                <a:solidFill>
                  <a:schemeClr val="dk1"/>
                </a:solidFill>
              </a:defRPr>
            </a:lvl3pPr>
            <a:lvl4pPr indent="-304800" lvl="3" marL="1828800" algn="ctr">
              <a:spcBef>
                <a:spcPts val="1000"/>
              </a:spcBef>
              <a:spcAft>
                <a:spcPts val="0"/>
              </a:spcAft>
              <a:buSzPts val="1200"/>
              <a:buChar char="●"/>
              <a:defRPr sz="1200">
                <a:solidFill>
                  <a:schemeClr val="dk1"/>
                </a:solidFill>
              </a:defRPr>
            </a:lvl4pPr>
            <a:lvl5pPr indent="-304800" lvl="4" marL="2286000" algn="ctr">
              <a:spcBef>
                <a:spcPts val="1000"/>
              </a:spcBef>
              <a:spcAft>
                <a:spcPts val="0"/>
              </a:spcAft>
              <a:buSzPts val="1200"/>
              <a:buChar char="○"/>
              <a:defRPr sz="1200">
                <a:solidFill>
                  <a:schemeClr val="dk1"/>
                </a:solidFill>
              </a:defRPr>
            </a:lvl5pPr>
            <a:lvl6pPr indent="-304800" lvl="5" marL="2743200" algn="ctr">
              <a:spcBef>
                <a:spcPts val="1000"/>
              </a:spcBef>
              <a:spcAft>
                <a:spcPts val="0"/>
              </a:spcAft>
              <a:buSzPts val="1200"/>
              <a:buChar char="■"/>
              <a:defRPr sz="1200">
                <a:solidFill>
                  <a:schemeClr val="dk1"/>
                </a:solidFill>
              </a:defRPr>
            </a:lvl6pPr>
            <a:lvl7pPr indent="-304800" lvl="6" marL="3200400" algn="ctr">
              <a:spcBef>
                <a:spcPts val="1000"/>
              </a:spcBef>
              <a:spcAft>
                <a:spcPts val="0"/>
              </a:spcAft>
              <a:buSzPts val="1200"/>
              <a:buChar char="●"/>
              <a:defRPr sz="1200">
                <a:solidFill>
                  <a:schemeClr val="dk1"/>
                </a:solidFill>
              </a:defRPr>
            </a:lvl7pPr>
            <a:lvl8pPr indent="-304800" lvl="7" marL="3657600" algn="ctr">
              <a:spcBef>
                <a:spcPts val="1000"/>
              </a:spcBef>
              <a:spcAft>
                <a:spcPts val="0"/>
              </a:spcAft>
              <a:buSzPts val="1200"/>
              <a:buChar char="○"/>
              <a:defRPr sz="1200">
                <a:solidFill>
                  <a:schemeClr val="dk1"/>
                </a:solidFill>
              </a:defRPr>
            </a:lvl8pPr>
            <a:lvl9pPr indent="-304800" lvl="8" marL="4114800" algn="ctr">
              <a:spcBef>
                <a:spcPts val="1000"/>
              </a:spcBef>
              <a:spcAft>
                <a:spcPts val="1000"/>
              </a:spcAft>
              <a:buSzPts val="1200"/>
              <a:buChar char="■"/>
              <a:defRPr sz="1200">
                <a:solidFill>
                  <a:schemeClr val="dk1"/>
                </a:solidFill>
              </a:defRPr>
            </a:lvl9pPr>
          </a:lstStyle>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7: Title and 4 icons">
  <p:cSld name="TITLE_ONLY_1_1_2_1">
    <p:spTree>
      <p:nvGrpSpPr>
        <p:cNvPr id="268" name="Shape 268"/>
        <p:cNvGrpSpPr/>
        <p:nvPr/>
      </p:nvGrpSpPr>
      <p:grpSpPr>
        <a:xfrm>
          <a:off x="0" y="0"/>
          <a:ext cx="0" cy="0"/>
          <a:chOff x="0" y="0"/>
          <a:chExt cx="0" cy="0"/>
        </a:xfrm>
      </p:grpSpPr>
      <p:sp>
        <p:nvSpPr>
          <p:cNvPr id="269" name="Google Shape;269;p38"/>
          <p:cNvSpPr txBox="1"/>
          <p:nvPr>
            <p:ph idx="1" type="body"/>
          </p:nvPr>
        </p:nvSpPr>
        <p:spPr>
          <a:xfrm>
            <a:off x="455775" y="2762100"/>
            <a:ext cx="1934700" cy="1582800"/>
          </a:xfrm>
          <a:prstGeom prst="rect">
            <a:avLst/>
          </a:prstGeom>
        </p:spPr>
        <p:txBody>
          <a:bodyPr anchorCtr="0" anchor="t" bIns="0" lIns="0" spcFirstLastPara="1" rIns="0" wrap="square" tIns="0">
            <a:noAutofit/>
          </a:bodyPr>
          <a:lstStyle>
            <a:lvl1pPr indent="-317500" lvl="0" marL="457200" algn="ctr">
              <a:spcBef>
                <a:spcPts val="0"/>
              </a:spcBef>
              <a:spcAft>
                <a:spcPts val="0"/>
              </a:spcAft>
              <a:buSzPts val="1400"/>
              <a:buChar char="●"/>
              <a:defRPr sz="1400">
                <a:solidFill>
                  <a:schemeClr val="dk1"/>
                </a:solidFill>
              </a:defRPr>
            </a:lvl1pPr>
            <a:lvl2pPr indent="-304800" lvl="1" marL="914400" algn="ctr">
              <a:spcBef>
                <a:spcPts val="1000"/>
              </a:spcBef>
              <a:spcAft>
                <a:spcPts val="0"/>
              </a:spcAft>
              <a:buSzPts val="1200"/>
              <a:buChar char="○"/>
              <a:defRPr sz="1200">
                <a:solidFill>
                  <a:schemeClr val="dk1"/>
                </a:solidFill>
              </a:defRPr>
            </a:lvl2pPr>
            <a:lvl3pPr indent="-304800" lvl="2" marL="1371600" algn="ctr">
              <a:spcBef>
                <a:spcPts val="1000"/>
              </a:spcBef>
              <a:spcAft>
                <a:spcPts val="0"/>
              </a:spcAft>
              <a:buSzPts val="1200"/>
              <a:buChar char="■"/>
              <a:defRPr sz="1200">
                <a:solidFill>
                  <a:schemeClr val="dk1"/>
                </a:solidFill>
              </a:defRPr>
            </a:lvl3pPr>
            <a:lvl4pPr indent="-304800" lvl="3" marL="1828800" algn="ctr">
              <a:spcBef>
                <a:spcPts val="1000"/>
              </a:spcBef>
              <a:spcAft>
                <a:spcPts val="0"/>
              </a:spcAft>
              <a:buSzPts val="1200"/>
              <a:buChar char="●"/>
              <a:defRPr sz="1200">
                <a:solidFill>
                  <a:schemeClr val="dk1"/>
                </a:solidFill>
              </a:defRPr>
            </a:lvl4pPr>
            <a:lvl5pPr indent="-304800" lvl="4" marL="2286000" algn="ctr">
              <a:spcBef>
                <a:spcPts val="1000"/>
              </a:spcBef>
              <a:spcAft>
                <a:spcPts val="0"/>
              </a:spcAft>
              <a:buSzPts val="1200"/>
              <a:buChar char="○"/>
              <a:defRPr sz="1200">
                <a:solidFill>
                  <a:schemeClr val="dk1"/>
                </a:solidFill>
              </a:defRPr>
            </a:lvl5pPr>
            <a:lvl6pPr indent="-304800" lvl="5" marL="2743200" algn="ctr">
              <a:spcBef>
                <a:spcPts val="1000"/>
              </a:spcBef>
              <a:spcAft>
                <a:spcPts val="0"/>
              </a:spcAft>
              <a:buSzPts val="1200"/>
              <a:buChar char="■"/>
              <a:defRPr sz="1200">
                <a:solidFill>
                  <a:schemeClr val="dk1"/>
                </a:solidFill>
              </a:defRPr>
            </a:lvl6pPr>
            <a:lvl7pPr indent="-304800" lvl="6" marL="3200400" algn="ctr">
              <a:spcBef>
                <a:spcPts val="1000"/>
              </a:spcBef>
              <a:spcAft>
                <a:spcPts val="0"/>
              </a:spcAft>
              <a:buSzPts val="1200"/>
              <a:buChar char="●"/>
              <a:defRPr sz="1200">
                <a:solidFill>
                  <a:schemeClr val="dk1"/>
                </a:solidFill>
              </a:defRPr>
            </a:lvl7pPr>
            <a:lvl8pPr indent="-304800" lvl="7" marL="3657600" algn="ctr">
              <a:spcBef>
                <a:spcPts val="1000"/>
              </a:spcBef>
              <a:spcAft>
                <a:spcPts val="0"/>
              </a:spcAft>
              <a:buSzPts val="1200"/>
              <a:buChar char="○"/>
              <a:defRPr sz="1200">
                <a:solidFill>
                  <a:schemeClr val="dk1"/>
                </a:solidFill>
              </a:defRPr>
            </a:lvl8pPr>
            <a:lvl9pPr indent="-304800" lvl="8" marL="4114800" algn="ctr">
              <a:spcBef>
                <a:spcPts val="1000"/>
              </a:spcBef>
              <a:spcAft>
                <a:spcPts val="1000"/>
              </a:spcAft>
              <a:buSzPts val="1200"/>
              <a:buChar char="■"/>
              <a:defRPr sz="1200">
                <a:solidFill>
                  <a:schemeClr val="dk1"/>
                </a:solidFill>
              </a:defRPr>
            </a:lvl9pPr>
          </a:lstStyle>
          <a:p/>
        </p:txBody>
      </p:sp>
      <p:sp>
        <p:nvSpPr>
          <p:cNvPr id="270" name="Google Shape;270;p38"/>
          <p:cNvSpPr txBox="1"/>
          <p:nvPr>
            <p:ph idx="2" type="body"/>
          </p:nvPr>
        </p:nvSpPr>
        <p:spPr>
          <a:xfrm>
            <a:off x="2555275" y="2762100"/>
            <a:ext cx="1934700" cy="1582800"/>
          </a:xfrm>
          <a:prstGeom prst="rect">
            <a:avLst/>
          </a:prstGeom>
        </p:spPr>
        <p:txBody>
          <a:bodyPr anchorCtr="0" anchor="t" bIns="0" lIns="0" spcFirstLastPara="1" rIns="0" wrap="square" tIns="0">
            <a:noAutofit/>
          </a:bodyPr>
          <a:lstStyle>
            <a:lvl1pPr indent="-317500" lvl="0" marL="457200" algn="ctr">
              <a:spcBef>
                <a:spcPts val="0"/>
              </a:spcBef>
              <a:spcAft>
                <a:spcPts val="0"/>
              </a:spcAft>
              <a:buSzPts val="1400"/>
              <a:buChar char="●"/>
              <a:defRPr sz="1400">
                <a:solidFill>
                  <a:schemeClr val="dk1"/>
                </a:solidFill>
              </a:defRPr>
            </a:lvl1pPr>
            <a:lvl2pPr indent="-304800" lvl="1" marL="914400" algn="ctr">
              <a:spcBef>
                <a:spcPts val="1000"/>
              </a:spcBef>
              <a:spcAft>
                <a:spcPts val="0"/>
              </a:spcAft>
              <a:buSzPts val="1200"/>
              <a:buChar char="○"/>
              <a:defRPr sz="1200">
                <a:solidFill>
                  <a:schemeClr val="dk1"/>
                </a:solidFill>
              </a:defRPr>
            </a:lvl2pPr>
            <a:lvl3pPr indent="-304800" lvl="2" marL="1371600" algn="ctr">
              <a:spcBef>
                <a:spcPts val="1000"/>
              </a:spcBef>
              <a:spcAft>
                <a:spcPts val="0"/>
              </a:spcAft>
              <a:buSzPts val="1200"/>
              <a:buChar char="■"/>
              <a:defRPr sz="1200">
                <a:solidFill>
                  <a:schemeClr val="dk1"/>
                </a:solidFill>
              </a:defRPr>
            </a:lvl3pPr>
            <a:lvl4pPr indent="-304800" lvl="3" marL="1828800" algn="ctr">
              <a:spcBef>
                <a:spcPts val="1000"/>
              </a:spcBef>
              <a:spcAft>
                <a:spcPts val="0"/>
              </a:spcAft>
              <a:buSzPts val="1200"/>
              <a:buChar char="●"/>
              <a:defRPr sz="1200">
                <a:solidFill>
                  <a:schemeClr val="dk1"/>
                </a:solidFill>
              </a:defRPr>
            </a:lvl4pPr>
            <a:lvl5pPr indent="-304800" lvl="4" marL="2286000" algn="ctr">
              <a:spcBef>
                <a:spcPts val="1000"/>
              </a:spcBef>
              <a:spcAft>
                <a:spcPts val="0"/>
              </a:spcAft>
              <a:buSzPts val="1200"/>
              <a:buChar char="○"/>
              <a:defRPr sz="1200">
                <a:solidFill>
                  <a:schemeClr val="dk1"/>
                </a:solidFill>
              </a:defRPr>
            </a:lvl5pPr>
            <a:lvl6pPr indent="-304800" lvl="5" marL="2743200" algn="ctr">
              <a:spcBef>
                <a:spcPts val="1000"/>
              </a:spcBef>
              <a:spcAft>
                <a:spcPts val="0"/>
              </a:spcAft>
              <a:buSzPts val="1200"/>
              <a:buChar char="■"/>
              <a:defRPr sz="1200">
                <a:solidFill>
                  <a:schemeClr val="dk1"/>
                </a:solidFill>
              </a:defRPr>
            </a:lvl6pPr>
            <a:lvl7pPr indent="-304800" lvl="6" marL="3200400" algn="ctr">
              <a:spcBef>
                <a:spcPts val="1000"/>
              </a:spcBef>
              <a:spcAft>
                <a:spcPts val="0"/>
              </a:spcAft>
              <a:buSzPts val="1200"/>
              <a:buChar char="●"/>
              <a:defRPr sz="1200">
                <a:solidFill>
                  <a:schemeClr val="dk1"/>
                </a:solidFill>
              </a:defRPr>
            </a:lvl7pPr>
            <a:lvl8pPr indent="-304800" lvl="7" marL="3657600" algn="ctr">
              <a:spcBef>
                <a:spcPts val="1000"/>
              </a:spcBef>
              <a:spcAft>
                <a:spcPts val="0"/>
              </a:spcAft>
              <a:buSzPts val="1200"/>
              <a:buChar char="○"/>
              <a:defRPr sz="1200">
                <a:solidFill>
                  <a:schemeClr val="dk1"/>
                </a:solidFill>
              </a:defRPr>
            </a:lvl8pPr>
            <a:lvl9pPr indent="-304800" lvl="8" marL="4114800" algn="ctr">
              <a:spcBef>
                <a:spcPts val="1000"/>
              </a:spcBef>
              <a:spcAft>
                <a:spcPts val="1000"/>
              </a:spcAft>
              <a:buSzPts val="1200"/>
              <a:buChar char="■"/>
              <a:defRPr sz="1200">
                <a:solidFill>
                  <a:schemeClr val="dk1"/>
                </a:solidFill>
              </a:defRPr>
            </a:lvl9pPr>
          </a:lstStyle>
          <a:p/>
        </p:txBody>
      </p:sp>
      <p:sp>
        <p:nvSpPr>
          <p:cNvPr id="271" name="Google Shape;271;p38"/>
          <p:cNvSpPr txBox="1"/>
          <p:nvPr>
            <p:ph type="title"/>
          </p:nvPr>
        </p:nvSpPr>
        <p:spPr>
          <a:xfrm>
            <a:off x="456825" y="457199"/>
            <a:ext cx="8230200" cy="914400"/>
          </a:xfrm>
          <a:prstGeom prst="rect">
            <a:avLst/>
          </a:prstGeom>
        </p:spPr>
        <p:txBody>
          <a:bodyPr anchorCtr="0" anchor="t" bIns="0" lIns="0" spcFirstLastPara="1" rIns="0" wrap="square" tIns="0">
            <a:noAutofit/>
          </a:bodyPr>
          <a:lstStyle>
            <a:lvl1pPr lvl="0" algn="ctr">
              <a:spcBef>
                <a:spcPts val="0"/>
              </a:spcBef>
              <a:spcAft>
                <a:spcPts val="0"/>
              </a:spcAft>
              <a:buSzPts val="2400"/>
              <a:buNone/>
              <a:defRPr/>
            </a:lvl1pPr>
            <a:lvl2pPr lvl="1" algn="ctr">
              <a:spcBef>
                <a:spcPts val="1300"/>
              </a:spcBef>
              <a:spcAft>
                <a:spcPts val="0"/>
              </a:spcAft>
              <a:buSzPts val="2800"/>
              <a:buNone/>
              <a:defRPr/>
            </a:lvl2pPr>
            <a:lvl3pPr lvl="2" algn="ctr">
              <a:spcBef>
                <a:spcPts val="1300"/>
              </a:spcBef>
              <a:spcAft>
                <a:spcPts val="0"/>
              </a:spcAft>
              <a:buSzPts val="2800"/>
              <a:buNone/>
              <a:defRPr/>
            </a:lvl3pPr>
            <a:lvl4pPr lvl="3" algn="ctr">
              <a:spcBef>
                <a:spcPts val="1300"/>
              </a:spcBef>
              <a:spcAft>
                <a:spcPts val="0"/>
              </a:spcAft>
              <a:buSzPts val="2800"/>
              <a:buNone/>
              <a:defRPr/>
            </a:lvl4pPr>
            <a:lvl5pPr lvl="4" algn="ctr">
              <a:spcBef>
                <a:spcPts val="1300"/>
              </a:spcBef>
              <a:spcAft>
                <a:spcPts val="0"/>
              </a:spcAft>
              <a:buSzPts val="2800"/>
              <a:buNone/>
              <a:defRPr/>
            </a:lvl5pPr>
            <a:lvl6pPr lvl="5" algn="ctr">
              <a:spcBef>
                <a:spcPts val="1300"/>
              </a:spcBef>
              <a:spcAft>
                <a:spcPts val="0"/>
              </a:spcAft>
              <a:buSzPts val="2800"/>
              <a:buNone/>
              <a:defRPr/>
            </a:lvl6pPr>
            <a:lvl7pPr lvl="6" algn="ctr">
              <a:spcBef>
                <a:spcPts val="1300"/>
              </a:spcBef>
              <a:spcAft>
                <a:spcPts val="0"/>
              </a:spcAft>
              <a:buSzPts val="2800"/>
              <a:buNone/>
              <a:defRPr/>
            </a:lvl7pPr>
            <a:lvl8pPr lvl="7" algn="ctr">
              <a:spcBef>
                <a:spcPts val="1300"/>
              </a:spcBef>
              <a:spcAft>
                <a:spcPts val="0"/>
              </a:spcAft>
              <a:buSzPts val="2800"/>
              <a:buNone/>
              <a:defRPr/>
            </a:lvl8pPr>
            <a:lvl9pPr lvl="8" algn="ctr">
              <a:spcBef>
                <a:spcPts val="1300"/>
              </a:spcBef>
              <a:spcAft>
                <a:spcPts val="1300"/>
              </a:spcAft>
              <a:buSzPts val="2800"/>
              <a:buNone/>
              <a:defRPr/>
            </a:lvl9pPr>
          </a:lstStyle>
          <a:p/>
        </p:txBody>
      </p:sp>
      <p:sp>
        <p:nvSpPr>
          <p:cNvPr id="272" name="Google Shape;272;p38"/>
          <p:cNvSpPr txBox="1"/>
          <p:nvPr>
            <p:ph idx="12" type="sldNum"/>
          </p:nvPr>
        </p:nvSpPr>
        <p:spPr>
          <a:xfrm>
            <a:off x="8256725" y="4708927"/>
            <a:ext cx="437100" cy="107400"/>
          </a:xfrm>
          <a:prstGeom prst="rect">
            <a:avLst/>
          </a:prstGeom>
        </p:spPr>
        <p:txBody>
          <a:bodyPr anchorCtr="0" anchor="t" bIns="0" lIns="0" spcFirstLastPara="1" rIns="0" wrap="square" tIns="0">
            <a:noAutofit/>
          </a:bodyPr>
          <a:lstStyle>
            <a:lvl1pPr lvl="0" algn="r">
              <a:lnSpc>
                <a:spcPct val="80000"/>
              </a:lnSpc>
              <a:buSzPts val="1000"/>
              <a:buNone/>
              <a:defRPr>
                <a:latin typeface="Poppins"/>
                <a:ea typeface="Poppins"/>
                <a:cs typeface="Poppins"/>
                <a:sym typeface="Poppins"/>
              </a:defRPr>
            </a:lvl1pPr>
            <a:lvl2pPr lvl="1" algn="r">
              <a:lnSpc>
                <a:spcPct val="80000"/>
              </a:lnSpc>
              <a:buSzPts val="1000"/>
              <a:buNone/>
              <a:defRPr>
                <a:latin typeface="Poppins"/>
                <a:ea typeface="Poppins"/>
                <a:cs typeface="Poppins"/>
                <a:sym typeface="Poppins"/>
              </a:defRPr>
            </a:lvl2pPr>
            <a:lvl3pPr lvl="2" algn="r">
              <a:lnSpc>
                <a:spcPct val="80000"/>
              </a:lnSpc>
              <a:buSzPts val="1000"/>
              <a:buNone/>
              <a:defRPr>
                <a:latin typeface="Poppins"/>
                <a:ea typeface="Poppins"/>
                <a:cs typeface="Poppins"/>
                <a:sym typeface="Poppins"/>
              </a:defRPr>
            </a:lvl3pPr>
            <a:lvl4pPr lvl="3" algn="r">
              <a:lnSpc>
                <a:spcPct val="80000"/>
              </a:lnSpc>
              <a:buSzPts val="1000"/>
              <a:buNone/>
              <a:defRPr>
                <a:latin typeface="Poppins"/>
                <a:ea typeface="Poppins"/>
                <a:cs typeface="Poppins"/>
                <a:sym typeface="Poppins"/>
              </a:defRPr>
            </a:lvl4pPr>
            <a:lvl5pPr lvl="4" algn="r">
              <a:lnSpc>
                <a:spcPct val="80000"/>
              </a:lnSpc>
              <a:buSzPts val="1000"/>
              <a:buNone/>
              <a:defRPr>
                <a:latin typeface="Poppins"/>
                <a:ea typeface="Poppins"/>
                <a:cs typeface="Poppins"/>
                <a:sym typeface="Poppins"/>
              </a:defRPr>
            </a:lvl5pPr>
            <a:lvl6pPr lvl="5" algn="r">
              <a:lnSpc>
                <a:spcPct val="80000"/>
              </a:lnSpc>
              <a:buSzPts val="1000"/>
              <a:buNone/>
              <a:defRPr>
                <a:latin typeface="Poppins"/>
                <a:ea typeface="Poppins"/>
                <a:cs typeface="Poppins"/>
                <a:sym typeface="Poppins"/>
              </a:defRPr>
            </a:lvl6pPr>
            <a:lvl7pPr lvl="6" algn="r">
              <a:lnSpc>
                <a:spcPct val="80000"/>
              </a:lnSpc>
              <a:buSzPts val="1000"/>
              <a:buNone/>
              <a:defRPr>
                <a:latin typeface="Poppins"/>
                <a:ea typeface="Poppins"/>
                <a:cs typeface="Poppins"/>
                <a:sym typeface="Poppins"/>
              </a:defRPr>
            </a:lvl7pPr>
            <a:lvl8pPr lvl="7" algn="r">
              <a:lnSpc>
                <a:spcPct val="80000"/>
              </a:lnSpc>
              <a:buSzPts val="1000"/>
              <a:buNone/>
              <a:defRPr>
                <a:latin typeface="Poppins"/>
                <a:ea typeface="Poppins"/>
                <a:cs typeface="Poppins"/>
                <a:sym typeface="Poppins"/>
              </a:defRPr>
            </a:lvl8pPr>
            <a:lvl9pPr lvl="8" algn="r">
              <a:lnSpc>
                <a:spcPct val="80000"/>
              </a:lnSpc>
              <a:buSzPts val="1000"/>
              <a:buNone/>
              <a:defRPr>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273" name="Google Shape;273;p38"/>
          <p:cNvSpPr/>
          <p:nvPr>
            <p:ph idx="3" type="pic"/>
          </p:nvPr>
        </p:nvSpPr>
        <p:spPr>
          <a:xfrm>
            <a:off x="949050" y="1623594"/>
            <a:ext cx="948300" cy="948300"/>
          </a:xfrm>
          <a:prstGeom prst="rect">
            <a:avLst/>
          </a:prstGeom>
          <a:noFill/>
          <a:ln>
            <a:noFill/>
          </a:ln>
        </p:spPr>
      </p:sp>
      <p:sp>
        <p:nvSpPr>
          <p:cNvPr id="274" name="Google Shape;274;p38"/>
          <p:cNvSpPr/>
          <p:nvPr>
            <p:ph idx="4" type="pic"/>
          </p:nvPr>
        </p:nvSpPr>
        <p:spPr>
          <a:xfrm>
            <a:off x="3048550" y="1623594"/>
            <a:ext cx="948300" cy="948300"/>
          </a:xfrm>
          <a:prstGeom prst="rect">
            <a:avLst/>
          </a:prstGeom>
          <a:noFill/>
          <a:ln>
            <a:noFill/>
          </a:ln>
        </p:spPr>
      </p:sp>
      <p:sp>
        <p:nvSpPr>
          <p:cNvPr id="275" name="Google Shape;275;p38"/>
          <p:cNvSpPr txBox="1"/>
          <p:nvPr>
            <p:ph idx="5" type="body"/>
          </p:nvPr>
        </p:nvSpPr>
        <p:spPr>
          <a:xfrm>
            <a:off x="4654113" y="2762100"/>
            <a:ext cx="1934700" cy="1582800"/>
          </a:xfrm>
          <a:prstGeom prst="rect">
            <a:avLst/>
          </a:prstGeom>
        </p:spPr>
        <p:txBody>
          <a:bodyPr anchorCtr="0" anchor="t" bIns="0" lIns="0" spcFirstLastPara="1" rIns="0" wrap="square" tIns="0">
            <a:noAutofit/>
          </a:bodyPr>
          <a:lstStyle>
            <a:lvl1pPr indent="-317500" lvl="0" marL="457200" algn="ctr">
              <a:spcBef>
                <a:spcPts val="0"/>
              </a:spcBef>
              <a:spcAft>
                <a:spcPts val="0"/>
              </a:spcAft>
              <a:buSzPts val="1400"/>
              <a:buChar char="●"/>
              <a:defRPr sz="1400">
                <a:solidFill>
                  <a:schemeClr val="dk1"/>
                </a:solidFill>
              </a:defRPr>
            </a:lvl1pPr>
            <a:lvl2pPr indent="-304800" lvl="1" marL="914400" algn="ctr">
              <a:spcBef>
                <a:spcPts val="1000"/>
              </a:spcBef>
              <a:spcAft>
                <a:spcPts val="0"/>
              </a:spcAft>
              <a:buSzPts val="1200"/>
              <a:buChar char="○"/>
              <a:defRPr sz="1200">
                <a:solidFill>
                  <a:schemeClr val="dk1"/>
                </a:solidFill>
              </a:defRPr>
            </a:lvl2pPr>
            <a:lvl3pPr indent="-304800" lvl="2" marL="1371600" algn="ctr">
              <a:spcBef>
                <a:spcPts val="1000"/>
              </a:spcBef>
              <a:spcAft>
                <a:spcPts val="0"/>
              </a:spcAft>
              <a:buSzPts val="1200"/>
              <a:buChar char="■"/>
              <a:defRPr sz="1200">
                <a:solidFill>
                  <a:schemeClr val="dk1"/>
                </a:solidFill>
              </a:defRPr>
            </a:lvl3pPr>
            <a:lvl4pPr indent="-304800" lvl="3" marL="1828800" algn="ctr">
              <a:spcBef>
                <a:spcPts val="1000"/>
              </a:spcBef>
              <a:spcAft>
                <a:spcPts val="0"/>
              </a:spcAft>
              <a:buSzPts val="1200"/>
              <a:buChar char="●"/>
              <a:defRPr sz="1200">
                <a:solidFill>
                  <a:schemeClr val="dk1"/>
                </a:solidFill>
              </a:defRPr>
            </a:lvl4pPr>
            <a:lvl5pPr indent="-304800" lvl="4" marL="2286000" algn="ctr">
              <a:spcBef>
                <a:spcPts val="1000"/>
              </a:spcBef>
              <a:spcAft>
                <a:spcPts val="0"/>
              </a:spcAft>
              <a:buSzPts val="1200"/>
              <a:buChar char="○"/>
              <a:defRPr sz="1200">
                <a:solidFill>
                  <a:schemeClr val="dk1"/>
                </a:solidFill>
              </a:defRPr>
            </a:lvl5pPr>
            <a:lvl6pPr indent="-304800" lvl="5" marL="2743200" algn="ctr">
              <a:spcBef>
                <a:spcPts val="1000"/>
              </a:spcBef>
              <a:spcAft>
                <a:spcPts val="0"/>
              </a:spcAft>
              <a:buSzPts val="1200"/>
              <a:buChar char="■"/>
              <a:defRPr sz="1200">
                <a:solidFill>
                  <a:schemeClr val="dk1"/>
                </a:solidFill>
              </a:defRPr>
            </a:lvl6pPr>
            <a:lvl7pPr indent="-304800" lvl="6" marL="3200400" algn="ctr">
              <a:spcBef>
                <a:spcPts val="1000"/>
              </a:spcBef>
              <a:spcAft>
                <a:spcPts val="0"/>
              </a:spcAft>
              <a:buSzPts val="1200"/>
              <a:buChar char="●"/>
              <a:defRPr sz="1200">
                <a:solidFill>
                  <a:schemeClr val="dk1"/>
                </a:solidFill>
              </a:defRPr>
            </a:lvl7pPr>
            <a:lvl8pPr indent="-304800" lvl="7" marL="3657600" algn="ctr">
              <a:spcBef>
                <a:spcPts val="1000"/>
              </a:spcBef>
              <a:spcAft>
                <a:spcPts val="0"/>
              </a:spcAft>
              <a:buSzPts val="1200"/>
              <a:buChar char="○"/>
              <a:defRPr sz="1200">
                <a:solidFill>
                  <a:schemeClr val="dk1"/>
                </a:solidFill>
              </a:defRPr>
            </a:lvl8pPr>
            <a:lvl9pPr indent="-304800" lvl="8" marL="4114800" algn="ctr">
              <a:spcBef>
                <a:spcPts val="1000"/>
              </a:spcBef>
              <a:spcAft>
                <a:spcPts val="1000"/>
              </a:spcAft>
              <a:buSzPts val="1200"/>
              <a:buChar char="■"/>
              <a:defRPr sz="1200">
                <a:solidFill>
                  <a:schemeClr val="dk1"/>
                </a:solidFill>
              </a:defRPr>
            </a:lvl9pPr>
          </a:lstStyle>
          <a:p/>
        </p:txBody>
      </p:sp>
      <p:sp>
        <p:nvSpPr>
          <p:cNvPr id="276" name="Google Shape;276;p38"/>
          <p:cNvSpPr/>
          <p:nvPr>
            <p:ph idx="6" type="pic"/>
          </p:nvPr>
        </p:nvSpPr>
        <p:spPr>
          <a:xfrm>
            <a:off x="5148050" y="1623594"/>
            <a:ext cx="948300" cy="948300"/>
          </a:xfrm>
          <a:prstGeom prst="rect">
            <a:avLst/>
          </a:prstGeom>
          <a:noFill/>
          <a:ln>
            <a:noFill/>
          </a:ln>
        </p:spPr>
      </p:sp>
      <p:sp>
        <p:nvSpPr>
          <p:cNvPr id="277" name="Google Shape;277;p38"/>
          <p:cNvSpPr txBox="1"/>
          <p:nvPr>
            <p:ph idx="7" type="body"/>
          </p:nvPr>
        </p:nvSpPr>
        <p:spPr>
          <a:xfrm>
            <a:off x="6752950" y="2762100"/>
            <a:ext cx="1934700" cy="1582800"/>
          </a:xfrm>
          <a:prstGeom prst="rect">
            <a:avLst/>
          </a:prstGeom>
        </p:spPr>
        <p:txBody>
          <a:bodyPr anchorCtr="0" anchor="t" bIns="0" lIns="0" spcFirstLastPara="1" rIns="0" wrap="square" tIns="0">
            <a:noAutofit/>
          </a:bodyPr>
          <a:lstStyle>
            <a:lvl1pPr indent="-317500" lvl="0" marL="457200" algn="ctr">
              <a:spcBef>
                <a:spcPts val="0"/>
              </a:spcBef>
              <a:spcAft>
                <a:spcPts val="0"/>
              </a:spcAft>
              <a:buSzPts val="1400"/>
              <a:buChar char="●"/>
              <a:defRPr sz="1400">
                <a:solidFill>
                  <a:schemeClr val="dk1"/>
                </a:solidFill>
              </a:defRPr>
            </a:lvl1pPr>
            <a:lvl2pPr indent="-304800" lvl="1" marL="914400" algn="ctr">
              <a:spcBef>
                <a:spcPts val="1000"/>
              </a:spcBef>
              <a:spcAft>
                <a:spcPts val="0"/>
              </a:spcAft>
              <a:buSzPts val="1200"/>
              <a:buChar char="○"/>
              <a:defRPr sz="1200">
                <a:solidFill>
                  <a:schemeClr val="dk1"/>
                </a:solidFill>
              </a:defRPr>
            </a:lvl2pPr>
            <a:lvl3pPr indent="-304800" lvl="2" marL="1371600" algn="ctr">
              <a:spcBef>
                <a:spcPts val="1000"/>
              </a:spcBef>
              <a:spcAft>
                <a:spcPts val="0"/>
              </a:spcAft>
              <a:buSzPts val="1200"/>
              <a:buChar char="■"/>
              <a:defRPr sz="1200">
                <a:solidFill>
                  <a:schemeClr val="dk1"/>
                </a:solidFill>
              </a:defRPr>
            </a:lvl3pPr>
            <a:lvl4pPr indent="-304800" lvl="3" marL="1828800" algn="ctr">
              <a:spcBef>
                <a:spcPts val="1000"/>
              </a:spcBef>
              <a:spcAft>
                <a:spcPts val="0"/>
              </a:spcAft>
              <a:buSzPts val="1200"/>
              <a:buChar char="●"/>
              <a:defRPr sz="1200">
                <a:solidFill>
                  <a:schemeClr val="dk1"/>
                </a:solidFill>
              </a:defRPr>
            </a:lvl4pPr>
            <a:lvl5pPr indent="-304800" lvl="4" marL="2286000" algn="ctr">
              <a:spcBef>
                <a:spcPts val="1000"/>
              </a:spcBef>
              <a:spcAft>
                <a:spcPts val="0"/>
              </a:spcAft>
              <a:buSzPts val="1200"/>
              <a:buChar char="○"/>
              <a:defRPr sz="1200">
                <a:solidFill>
                  <a:schemeClr val="dk1"/>
                </a:solidFill>
              </a:defRPr>
            </a:lvl5pPr>
            <a:lvl6pPr indent="-304800" lvl="5" marL="2743200" algn="ctr">
              <a:spcBef>
                <a:spcPts val="1000"/>
              </a:spcBef>
              <a:spcAft>
                <a:spcPts val="0"/>
              </a:spcAft>
              <a:buSzPts val="1200"/>
              <a:buChar char="■"/>
              <a:defRPr sz="1200">
                <a:solidFill>
                  <a:schemeClr val="dk1"/>
                </a:solidFill>
              </a:defRPr>
            </a:lvl6pPr>
            <a:lvl7pPr indent="-304800" lvl="6" marL="3200400" algn="ctr">
              <a:spcBef>
                <a:spcPts val="1000"/>
              </a:spcBef>
              <a:spcAft>
                <a:spcPts val="0"/>
              </a:spcAft>
              <a:buSzPts val="1200"/>
              <a:buChar char="●"/>
              <a:defRPr sz="1200">
                <a:solidFill>
                  <a:schemeClr val="dk1"/>
                </a:solidFill>
              </a:defRPr>
            </a:lvl7pPr>
            <a:lvl8pPr indent="-304800" lvl="7" marL="3657600" algn="ctr">
              <a:spcBef>
                <a:spcPts val="1000"/>
              </a:spcBef>
              <a:spcAft>
                <a:spcPts val="0"/>
              </a:spcAft>
              <a:buSzPts val="1200"/>
              <a:buChar char="○"/>
              <a:defRPr sz="1200">
                <a:solidFill>
                  <a:schemeClr val="dk1"/>
                </a:solidFill>
              </a:defRPr>
            </a:lvl8pPr>
            <a:lvl9pPr indent="-304800" lvl="8" marL="4114800" algn="ctr">
              <a:spcBef>
                <a:spcPts val="1000"/>
              </a:spcBef>
              <a:spcAft>
                <a:spcPts val="1000"/>
              </a:spcAft>
              <a:buSzPts val="1200"/>
              <a:buChar char="■"/>
              <a:defRPr sz="1200">
                <a:solidFill>
                  <a:schemeClr val="dk1"/>
                </a:solidFill>
              </a:defRPr>
            </a:lvl9pPr>
          </a:lstStyle>
          <a:p/>
        </p:txBody>
      </p:sp>
      <p:sp>
        <p:nvSpPr>
          <p:cNvPr id="278" name="Google Shape;278;p38"/>
          <p:cNvSpPr/>
          <p:nvPr>
            <p:ph idx="8" type="pic"/>
          </p:nvPr>
        </p:nvSpPr>
        <p:spPr>
          <a:xfrm>
            <a:off x="7247550" y="1623594"/>
            <a:ext cx="948300" cy="948300"/>
          </a:xfrm>
          <a:prstGeom prst="rect">
            <a:avLst/>
          </a:prstGeom>
          <a:noFill/>
          <a:ln>
            <a:noFill/>
          </a:ln>
        </p:spPr>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8: Title and 4 icons">
  <p:cSld name="TITLE_ONLY_1_1_1_2_1">
    <p:spTree>
      <p:nvGrpSpPr>
        <p:cNvPr id="279" name="Shape 279"/>
        <p:cNvGrpSpPr/>
        <p:nvPr/>
      </p:nvGrpSpPr>
      <p:grpSpPr>
        <a:xfrm>
          <a:off x="0" y="0"/>
          <a:ext cx="0" cy="0"/>
          <a:chOff x="0" y="0"/>
          <a:chExt cx="0" cy="0"/>
        </a:xfrm>
      </p:grpSpPr>
      <p:sp>
        <p:nvSpPr>
          <p:cNvPr id="280" name="Google Shape;280;p39"/>
          <p:cNvSpPr/>
          <p:nvPr/>
        </p:nvSpPr>
        <p:spPr>
          <a:xfrm>
            <a:off x="4654113" y="1755138"/>
            <a:ext cx="1934700" cy="2570400"/>
          </a:xfrm>
          <a:prstGeom prst="roundRect">
            <a:avLst>
              <a:gd fmla="val 9523" name="adj"/>
            </a:avLst>
          </a:prstGeom>
          <a:solidFill>
            <a:srgbClr val="E8E6DC"/>
          </a:solidFill>
          <a:ln>
            <a:noFill/>
          </a:ln>
        </p:spPr>
        <p:txBody>
          <a:bodyPr anchorCtr="0" anchor="t" bIns="91450" lIns="91450" spcFirstLastPara="1" rIns="91450" wrap="square" tIns="1280150">
            <a:noAutofit/>
          </a:bodyPr>
          <a:lstStyle/>
          <a:p>
            <a:pPr indent="0" lvl="0" marL="0" rtl="0" algn="ctr">
              <a:spcBef>
                <a:spcPts val="0"/>
              </a:spcBef>
              <a:spcAft>
                <a:spcPts val="0"/>
              </a:spcAft>
              <a:buNone/>
            </a:pPr>
            <a:r>
              <a:t/>
            </a:r>
            <a:endParaRPr sz="700">
              <a:latin typeface="Lora"/>
              <a:ea typeface="Lora"/>
              <a:cs typeface="Lora"/>
              <a:sym typeface="Lora"/>
            </a:endParaRPr>
          </a:p>
        </p:txBody>
      </p:sp>
      <p:sp>
        <p:nvSpPr>
          <p:cNvPr id="281" name="Google Shape;281;p39"/>
          <p:cNvSpPr/>
          <p:nvPr/>
        </p:nvSpPr>
        <p:spPr>
          <a:xfrm>
            <a:off x="2555275" y="1774663"/>
            <a:ext cx="1934700" cy="2570400"/>
          </a:xfrm>
          <a:prstGeom prst="roundRect">
            <a:avLst>
              <a:gd fmla="val 9523" name="adj"/>
            </a:avLst>
          </a:prstGeom>
          <a:solidFill>
            <a:srgbClr val="E8E6DC"/>
          </a:solidFill>
          <a:ln>
            <a:noFill/>
          </a:ln>
        </p:spPr>
        <p:txBody>
          <a:bodyPr anchorCtr="0" anchor="t" bIns="91450" lIns="91450" spcFirstLastPara="1" rIns="91450" wrap="square" tIns="1280150">
            <a:noAutofit/>
          </a:bodyPr>
          <a:lstStyle/>
          <a:p>
            <a:pPr indent="0" lvl="0" marL="0" rtl="0" algn="ctr">
              <a:spcBef>
                <a:spcPts val="0"/>
              </a:spcBef>
              <a:spcAft>
                <a:spcPts val="0"/>
              </a:spcAft>
              <a:buNone/>
            </a:pPr>
            <a:r>
              <a:t/>
            </a:r>
            <a:endParaRPr sz="700">
              <a:latin typeface="Lora"/>
              <a:ea typeface="Lora"/>
              <a:cs typeface="Lora"/>
              <a:sym typeface="Lora"/>
            </a:endParaRPr>
          </a:p>
        </p:txBody>
      </p:sp>
      <p:sp>
        <p:nvSpPr>
          <p:cNvPr id="282" name="Google Shape;282;p39"/>
          <p:cNvSpPr/>
          <p:nvPr/>
        </p:nvSpPr>
        <p:spPr>
          <a:xfrm>
            <a:off x="455775" y="1774663"/>
            <a:ext cx="1934700" cy="2570400"/>
          </a:xfrm>
          <a:prstGeom prst="roundRect">
            <a:avLst>
              <a:gd fmla="val 9523" name="adj"/>
            </a:avLst>
          </a:prstGeom>
          <a:solidFill>
            <a:srgbClr val="E8E6DC"/>
          </a:solidFill>
          <a:ln>
            <a:noFill/>
          </a:ln>
        </p:spPr>
        <p:txBody>
          <a:bodyPr anchorCtr="0" anchor="t" bIns="91450" lIns="91450" spcFirstLastPara="1" rIns="91450" wrap="square" tIns="1280150">
            <a:noAutofit/>
          </a:bodyPr>
          <a:lstStyle/>
          <a:p>
            <a:pPr indent="0" lvl="0" marL="0" rtl="0" algn="ctr">
              <a:spcBef>
                <a:spcPts val="0"/>
              </a:spcBef>
              <a:spcAft>
                <a:spcPts val="0"/>
              </a:spcAft>
              <a:buNone/>
            </a:pPr>
            <a:r>
              <a:t/>
            </a:r>
            <a:endParaRPr sz="700">
              <a:latin typeface="Lora"/>
              <a:ea typeface="Lora"/>
              <a:cs typeface="Lora"/>
              <a:sym typeface="Lora"/>
            </a:endParaRPr>
          </a:p>
        </p:txBody>
      </p:sp>
      <p:sp>
        <p:nvSpPr>
          <p:cNvPr id="283" name="Google Shape;283;p39"/>
          <p:cNvSpPr txBox="1"/>
          <p:nvPr>
            <p:ph idx="1" type="body"/>
          </p:nvPr>
        </p:nvSpPr>
        <p:spPr>
          <a:xfrm>
            <a:off x="455775" y="3036100"/>
            <a:ext cx="1934700" cy="1309200"/>
          </a:xfrm>
          <a:prstGeom prst="rect">
            <a:avLst/>
          </a:prstGeom>
        </p:spPr>
        <p:txBody>
          <a:bodyPr anchorCtr="0" anchor="t" bIns="91450" lIns="91450" spcFirstLastPara="1" rIns="91450" wrap="square" tIns="91450">
            <a:noAutofit/>
          </a:bodyPr>
          <a:lstStyle>
            <a:lvl1pPr indent="-317500" lvl="0" marL="457200" algn="ctr">
              <a:spcBef>
                <a:spcPts val="0"/>
              </a:spcBef>
              <a:spcAft>
                <a:spcPts val="0"/>
              </a:spcAft>
              <a:buSzPts val="1400"/>
              <a:buChar char="●"/>
              <a:defRPr sz="1400">
                <a:solidFill>
                  <a:schemeClr val="dk1"/>
                </a:solidFill>
              </a:defRPr>
            </a:lvl1pPr>
            <a:lvl2pPr indent="-304800" lvl="1" marL="914400" algn="ctr">
              <a:spcBef>
                <a:spcPts val="1000"/>
              </a:spcBef>
              <a:spcAft>
                <a:spcPts val="0"/>
              </a:spcAft>
              <a:buSzPts val="1200"/>
              <a:buChar char="○"/>
              <a:defRPr sz="1200">
                <a:solidFill>
                  <a:schemeClr val="dk1"/>
                </a:solidFill>
              </a:defRPr>
            </a:lvl2pPr>
            <a:lvl3pPr indent="-304800" lvl="2" marL="1371600" algn="ctr">
              <a:spcBef>
                <a:spcPts val="1000"/>
              </a:spcBef>
              <a:spcAft>
                <a:spcPts val="0"/>
              </a:spcAft>
              <a:buSzPts val="1200"/>
              <a:buChar char="■"/>
              <a:defRPr sz="1200">
                <a:solidFill>
                  <a:schemeClr val="dk1"/>
                </a:solidFill>
              </a:defRPr>
            </a:lvl3pPr>
            <a:lvl4pPr indent="-304800" lvl="3" marL="1828800" algn="ctr">
              <a:spcBef>
                <a:spcPts val="1000"/>
              </a:spcBef>
              <a:spcAft>
                <a:spcPts val="0"/>
              </a:spcAft>
              <a:buSzPts val="1200"/>
              <a:buChar char="●"/>
              <a:defRPr sz="1200">
                <a:solidFill>
                  <a:schemeClr val="dk1"/>
                </a:solidFill>
              </a:defRPr>
            </a:lvl4pPr>
            <a:lvl5pPr indent="-304800" lvl="4" marL="2286000" algn="ctr">
              <a:spcBef>
                <a:spcPts val="1000"/>
              </a:spcBef>
              <a:spcAft>
                <a:spcPts val="0"/>
              </a:spcAft>
              <a:buSzPts val="1200"/>
              <a:buChar char="○"/>
              <a:defRPr sz="1200">
                <a:solidFill>
                  <a:schemeClr val="dk1"/>
                </a:solidFill>
              </a:defRPr>
            </a:lvl5pPr>
            <a:lvl6pPr indent="-304800" lvl="5" marL="2743200" algn="ctr">
              <a:spcBef>
                <a:spcPts val="1000"/>
              </a:spcBef>
              <a:spcAft>
                <a:spcPts val="0"/>
              </a:spcAft>
              <a:buSzPts val="1200"/>
              <a:buChar char="■"/>
              <a:defRPr sz="1200">
                <a:solidFill>
                  <a:schemeClr val="dk1"/>
                </a:solidFill>
              </a:defRPr>
            </a:lvl6pPr>
            <a:lvl7pPr indent="-304800" lvl="6" marL="3200400" algn="ctr">
              <a:spcBef>
                <a:spcPts val="1000"/>
              </a:spcBef>
              <a:spcAft>
                <a:spcPts val="0"/>
              </a:spcAft>
              <a:buSzPts val="1200"/>
              <a:buChar char="●"/>
              <a:defRPr sz="1200">
                <a:solidFill>
                  <a:schemeClr val="dk1"/>
                </a:solidFill>
              </a:defRPr>
            </a:lvl7pPr>
            <a:lvl8pPr indent="-304800" lvl="7" marL="3657600" algn="ctr">
              <a:spcBef>
                <a:spcPts val="1000"/>
              </a:spcBef>
              <a:spcAft>
                <a:spcPts val="0"/>
              </a:spcAft>
              <a:buSzPts val="1200"/>
              <a:buChar char="○"/>
              <a:defRPr sz="1200">
                <a:solidFill>
                  <a:schemeClr val="dk1"/>
                </a:solidFill>
              </a:defRPr>
            </a:lvl8pPr>
            <a:lvl9pPr indent="-304800" lvl="8" marL="4114800" algn="ctr">
              <a:spcBef>
                <a:spcPts val="1000"/>
              </a:spcBef>
              <a:spcAft>
                <a:spcPts val="1000"/>
              </a:spcAft>
              <a:buSzPts val="1200"/>
              <a:buChar char="■"/>
              <a:defRPr sz="1200">
                <a:solidFill>
                  <a:schemeClr val="dk1"/>
                </a:solidFill>
              </a:defRPr>
            </a:lvl9pPr>
          </a:lstStyle>
          <a:p/>
        </p:txBody>
      </p:sp>
      <p:sp>
        <p:nvSpPr>
          <p:cNvPr id="284" name="Google Shape;284;p39"/>
          <p:cNvSpPr txBox="1"/>
          <p:nvPr>
            <p:ph idx="2" type="body"/>
          </p:nvPr>
        </p:nvSpPr>
        <p:spPr>
          <a:xfrm>
            <a:off x="2555275" y="3036100"/>
            <a:ext cx="1934700" cy="1309200"/>
          </a:xfrm>
          <a:prstGeom prst="rect">
            <a:avLst/>
          </a:prstGeom>
        </p:spPr>
        <p:txBody>
          <a:bodyPr anchorCtr="0" anchor="t" bIns="91450" lIns="91450" spcFirstLastPara="1" rIns="91450" wrap="square" tIns="91450">
            <a:noAutofit/>
          </a:bodyPr>
          <a:lstStyle>
            <a:lvl1pPr indent="-317500" lvl="0" marL="457200" algn="ctr">
              <a:spcBef>
                <a:spcPts val="0"/>
              </a:spcBef>
              <a:spcAft>
                <a:spcPts val="0"/>
              </a:spcAft>
              <a:buSzPts val="1400"/>
              <a:buChar char="●"/>
              <a:defRPr sz="1400">
                <a:solidFill>
                  <a:schemeClr val="dk1"/>
                </a:solidFill>
              </a:defRPr>
            </a:lvl1pPr>
            <a:lvl2pPr indent="-304800" lvl="1" marL="914400" algn="ctr">
              <a:spcBef>
                <a:spcPts val="1000"/>
              </a:spcBef>
              <a:spcAft>
                <a:spcPts val="0"/>
              </a:spcAft>
              <a:buSzPts val="1200"/>
              <a:buChar char="○"/>
              <a:defRPr sz="1200">
                <a:solidFill>
                  <a:schemeClr val="dk1"/>
                </a:solidFill>
              </a:defRPr>
            </a:lvl2pPr>
            <a:lvl3pPr indent="-304800" lvl="2" marL="1371600" algn="ctr">
              <a:spcBef>
                <a:spcPts val="1000"/>
              </a:spcBef>
              <a:spcAft>
                <a:spcPts val="0"/>
              </a:spcAft>
              <a:buSzPts val="1200"/>
              <a:buChar char="■"/>
              <a:defRPr sz="1200">
                <a:solidFill>
                  <a:schemeClr val="dk1"/>
                </a:solidFill>
              </a:defRPr>
            </a:lvl3pPr>
            <a:lvl4pPr indent="-304800" lvl="3" marL="1828800" algn="ctr">
              <a:spcBef>
                <a:spcPts val="1000"/>
              </a:spcBef>
              <a:spcAft>
                <a:spcPts val="0"/>
              </a:spcAft>
              <a:buSzPts val="1200"/>
              <a:buChar char="●"/>
              <a:defRPr sz="1200">
                <a:solidFill>
                  <a:schemeClr val="dk1"/>
                </a:solidFill>
              </a:defRPr>
            </a:lvl4pPr>
            <a:lvl5pPr indent="-304800" lvl="4" marL="2286000" algn="ctr">
              <a:spcBef>
                <a:spcPts val="1000"/>
              </a:spcBef>
              <a:spcAft>
                <a:spcPts val="0"/>
              </a:spcAft>
              <a:buSzPts val="1200"/>
              <a:buChar char="○"/>
              <a:defRPr sz="1200">
                <a:solidFill>
                  <a:schemeClr val="dk1"/>
                </a:solidFill>
              </a:defRPr>
            </a:lvl5pPr>
            <a:lvl6pPr indent="-304800" lvl="5" marL="2743200" algn="ctr">
              <a:spcBef>
                <a:spcPts val="1000"/>
              </a:spcBef>
              <a:spcAft>
                <a:spcPts val="0"/>
              </a:spcAft>
              <a:buSzPts val="1200"/>
              <a:buChar char="■"/>
              <a:defRPr sz="1200">
                <a:solidFill>
                  <a:schemeClr val="dk1"/>
                </a:solidFill>
              </a:defRPr>
            </a:lvl6pPr>
            <a:lvl7pPr indent="-304800" lvl="6" marL="3200400" algn="ctr">
              <a:spcBef>
                <a:spcPts val="1000"/>
              </a:spcBef>
              <a:spcAft>
                <a:spcPts val="0"/>
              </a:spcAft>
              <a:buSzPts val="1200"/>
              <a:buChar char="●"/>
              <a:defRPr sz="1200">
                <a:solidFill>
                  <a:schemeClr val="dk1"/>
                </a:solidFill>
              </a:defRPr>
            </a:lvl7pPr>
            <a:lvl8pPr indent="-304800" lvl="7" marL="3657600" algn="ctr">
              <a:spcBef>
                <a:spcPts val="1000"/>
              </a:spcBef>
              <a:spcAft>
                <a:spcPts val="0"/>
              </a:spcAft>
              <a:buSzPts val="1200"/>
              <a:buChar char="○"/>
              <a:defRPr sz="1200">
                <a:solidFill>
                  <a:schemeClr val="dk1"/>
                </a:solidFill>
              </a:defRPr>
            </a:lvl8pPr>
            <a:lvl9pPr indent="-304800" lvl="8" marL="4114800" algn="ctr">
              <a:spcBef>
                <a:spcPts val="1000"/>
              </a:spcBef>
              <a:spcAft>
                <a:spcPts val="1000"/>
              </a:spcAft>
              <a:buSzPts val="1200"/>
              <a:buChar char="■"/>
              <a:defRPr sz="1200">
                <a:solidFill>
                  <a:schemeClr val="dk1"/>
                </a:solidFill>
              </a:defRPr>
            </a:lvl9pPr>
          </a:lstStyle>
          <a:p/>
        </p:txBody>
      </p:sp>
      <p:sp>
        <p:nvSpPr>
          <p:cNvPr id="285" name="Google Shape;285;p39"/>
          <p:cNvSpPr txBox="1"/>
          <p:nvPr>
            <p:ph type="title"/>
          </p:nvPr>
        </p:nvSpPr>
        <p:spPr>
          <a:xfrm>
            <a:off x="456825" y="457199"/>
            <a:ext cx="8230200" cy="914400"/>
          </a:xfrm>
          <a:prstGeom prst="rect">
            <a:avLst/>
          </a:prstGeom>
        </p:spPr>
        <p:txBody>
          <a:bodyPr anchorCtr="0" anchor="t" bIns="0" lIns="0" spcFirstLastPara="1" rIns="0" wrap="square" tIns="0">
            <a:noAutofit/>
          </a:bodyPr>
          <a:lstStyle>
            <a:lvl1pPr lvl="0" algn="ctr">
              <a:spcBef>
                <a:spcPts val="0"/>
              </a:spcBef>
              <a:spcAft>
                <a:spcPts val="0"/>
              </a:spcAft>
              <a:buSzPts val="2400"/>
              <a:buNone/>
              <a:defRPr/>
            </a:lvl1pPr>
            <a:lvl2pPr lvl="1" algn="ctr">
              <a:spcBef>
                <a:spcPts val="1300"/>
              </a:spcBef>
              <a:spcAft>
                <a:spcPts val="0"/>
              </a:spcAft>
              <a:buSzPts val="2800"/>
              <a:buNone/>
              <a:defRPr/>
            </a:lvl2pPr>
            <a:lvl3pPr lvl="2" algn="ctr">
              <a:spcBef>
                <a:spcPts val="1300"/>
              </a:spcBef>
              <a:spcAft>
                <a:spcPts val="0"/>
              </a:spcAft>
              <a:buSzPts val="2800"/>
              <a:buNone/>
              <a:defRPr/>
            </a:lvl3pPr>
            <a:lvl4pPr lvl="3" algn="ctr">
              <a:spcBef>
                <a:spcPts val="1300"/>
              </a:spcBef>
              <a:spcAft>
                <a:spcPts val="0"/>
              </a:spcAft>
              <a:buSzPts val="2800"/>
              <a:buNone/>
              <a:defRPr/>
            </a:lvl4pPr>
            <a:lvl5pPr lvl="4" algn="ctr">
              <a:spcBef>
                <a:spcPts val="1300"/>
              </a:spcBef>
              <a:spcAft>
                <a:spcPts val="0"/>
              </a:spcAft>
              <a:buSzPts val="2800"/>
              <a:buNone/>
              <a:defRPr/>
            </a:lvl5pPr>
            <a:lvl6pPr lvl="5" algn="ctr">
              <a:spcBef>
                <a:spcPts val="1300"/>
              </a:spcBef>
              <a:spcAft>
                <a:spcPts val="0"/>
              </a:spcAft>
              <a:buSzPts val="2800"/>
              <a:buNone/>
              <a:defRPr/>
            </a:lvl6pPr>
            <a:lvl7pPr lvl="6" algn="ctr">
              <a:spcBef>
                <a:spcPts val="1300"/>
              </a:spcBef>
              <a:spcAft>
                <a:spcPts val="0"/>
              </a:spcAft>
              <a:buSzPts val="2800"/>
              <a:buNone/>
              <a:defRPr/>
            </a:lvl7pPr>
            <a:lvl8pPr lvl="7" algn="ctr">
              <a:spcBef>
                <a:spcPts val="1300"/>
              </a:spcBef>
              <a:spcAft>
                <a:spcPts val="0"/>
              </a:spcAft>
              <a:buSzPts val="2800"/>
              <a:buNone/>
              <a:defRPr/>
            </a:lvl8pPr>
            <a:lvl9pPr lvl="8" algn="ctr">
              <a:spcBef>
                <a:spcPts val="1300"/>
              </a:spcBef>
              <a:spcAft>
                <a:spcPts val="1300"/>
              </a:spcAft>
              <a:buSzPts val="2800"/>
              <a:buNone/>
              <a:defRPr/>
            </a:lvl9pPr>
          </a:lstStyle>
          <a:p/>
        </p:txBody>
      </p:sp>
      <p:sp>
        <p:nvSpPr>
          <p:cNvPr id="286" name="Google Shape;286;p39"/>
          <p:cNvSpPr txBox="1"/>
          <p:nvPr>
            <p:ph idx="12" type="sldNum"/>
          </p:nvPr>
        </p:nvSpPr>
        <p:spPr>
          <a:xfrm>
            <a:off x="8256725" y="4708927"/>
            <a:ext cx="437100" cy="107400"/>
          </a:xfrm>
          <a:prstGeom prst="rect">
            <a:avLst/>
          </a:prstGeom>
        </p:spPr>
        <p:txBody>
          <a:bodyPr anchorCtr="0" anchor="t" bIns="0" lIns="0" spcFirstLastPara="1" rIns="0" wrap="square" tIns="0">
            <a:noAutofit/>
          </a:bodyPr>
          <a:lstStyle>
            <a:lvl1pPr lvl="0" algn="r">
              <a:lnSpc>
                <a:spcPct val="80000"/>
              </a:lnSpc>
              <a:buSzPts val="1000"/>
              <a:buNone/>
              <a:defRPr>
                <a:latin typeface="Poppins"/>
                <a:ea typeface="Poppins"/>
                <a:cs typeface="Poppins"/>
                <a:sym typeface="Poppins"/>
              </a:defRPr>
            </a:lvl1pPr>
            <a:lvl2pPr lvl="1" algn="r">
              <a:lnSpc>
                <a:spcPct val="80000"/>
              </a:lnSpc>
              <a:buSzPts val="1000"/>
              <a:buNone/>
              <a:defRPr>
                <a:latin typeface="Poppins"/>
                <a:ea typeface="Poppins"/>
                <a:cs typeface="Poppins"/>
                <a:sym typeface="Poppins"/>
              </a:defRPr>
            </a:lvl2pPr>
            <a:lvl3pPr lvl="2" algn="r">
              <a:lnSpc>
                <a:spcPct val="80000"/>
              </a:lnSpc>
              <a:buSzPts val="1000"/>
              <a:buNone/>
              <a:defRPr>
                <a:latin typeface="Poppins"/>
                <a:ea typeface="Poppins"/>
                <a:cs typeface="Poppins"/>
                <a:sym typeface="Poppins"/>
              </a:defRPr>
            </a:lvl3pPr>
            <a:lvl4pPr lvl="3" algn="r">
              <a:lnSpc>
                <a:spcPct val="80000"/>
              </a:lnSpc>
              <a:buSzPts val="1000"/>
              <a:buNone/>
              <a:defRPr>
                <a:latin typeface="Poppins"/>
                <a:ea typeface="Poppins"/>
                <a:cs typeface="Poppins"/>
                <a:sym typeface="Poppins"/>
              </a:defRPr>
            </a:lvl4pPr>
            <a:lvl5pPr lvl="4" algn="r">
              <a:lnSpc>
                <a:spcPct val="80000"/>
              </a:lnSpc>
              <a:buSzPts val="1000"/>
              <a:buNone/>
              <a:defRPr>
                <a:latin typeface="Poppins"/>
                <a:ea typeface="Poppins"/>
                <a:cs typeface="Poppins"/>
                <a:sym typeface="Poppins"/>
              </a:defRPr>
            </a:lvl5pPr>
            <a:lvl6pPr lvl="5" algn="r">
              <a:lnSpc>
                <a:spcPct val="80000"/>
              </a:lnSpc>
              <a:buSzPts val="1000"/>
              <a:buNone/>
              <a:defRPr>
                <a:latin typeface="Poppins"/>
                <a:ea typeface="Poppins"/>
                <a:cs typeface="Poppins"/>
                <a:sym typeface="Poppins"/>
              </a:defRPr>
            </a:lvl6pPr>
            <a:lvl7pPr lvl="6" algn="r">
              <a:lnSpc>
                <a:spcPct val="80000"/>
              </a:lnSpc>
              <a:buSzPts val="1000"/>
              <a:buNone/>
              <a:defRPr>
                <a:latin typeface="Poppins"/>
                <a:ea typeface="Poppins"/>
                <a:cs typeface="Poppins"/>
                <a:sym typeface="Poppins"/>
              </a:defRPr>
            </a:lvl7pPr>
            <a:lvl8pPr lvl="7" algn="r">
              <a:lnSpc>
                <a:spcPct val="80000"/>
              </a:lnSpc>
              <a:buSzPts val="1000"/>
              <a:buNone/>
              <a:defRPr>
                <a:latin typeface="Poppins"/>
                <a:ea typeface="Poppins"/>
                <a:cs typeface="Poppins"/>
                <a:sym typeface="Poppins"/>
              </a:defRPr>
            </a:lvl8pPr>
            <a:lvl9pPr lvl="8" algn="r">
              <a:lnSpc>
                <a:spcPct val="80000"/>
              </a:lnSpc>
              <a:buSzPts val="1000"/>
              <a:buNone/>
              <a:defRPr>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287" name="Google Shape;287;p39"/>
          <p:cNvSpPr/>
          <p:nvPr>
            <p:ph idx="3" type="pic"/>
          </p:nvPr>
        </p:nvSpPr>
        <p:spPr>
          <a:xfrm>
            <a:off x="949050" y="2003650"/>
            <a:ext cx="948300" cy="948300"/>
          </a:xfrm>
          <a:prstGeom prst="rect">
            <a:avLst/>
          </a:prstGeom>
          <a:noFill/>
          <a:ln>
            <a:noFill/>
          </a:ln>
        </p:spPr>
      </p:sp>
      <p:sp>
        <p:nvSpPr>
          <p:cNvPr id="288" name="Google Shape;288;p39"/>
          <p:cNvSpPr/>
          <p:nvPr>
            <p:ph idx="4" type="pic"/>
          </p:nvPr>
        </p:nvSpPr>
        <p:spPr>
          <a:xfrm>
            <a:off x="3048219" y="2003650"/>
            <a:ext cx="948300" cy="948300"/>
          </a:xfrm>
          <a:prstGeom prst="rect">
            <a:avLst/>
          </a:prstGeom>
          <a:noFill/>
          <a:ln>
            <a:noFill/>
          </a:ln>
        </p:spPr>
      </p:sp>
      <p:sp>
        <p:nvSpPr>
          <p:cNvPr id="289" name="Google Shape;289;p39"/>
          <p:cNvSpPr/>
          <p:nvPr>
            <p:ph idx="5" type="pic"/>
          </p:nvPr>
        </p:nvSpPr>
        <p:spPr>
          <a:xfrm>
            <a:off x="5147388" y="2003650"/>
            <a:ext cx="948300" cy="948300"/>
          </a:xfrm>
          <a:prstGeom prst="rect">
            <a:avLst/>
          </a:prstGeom>
          <a:noFill/>
          <a:ln>
            <a:noFill/>
          </a:ln>
        </p:spPr>
      </p:sp>
      <p:sp>
        <p:nvSpPr>
          <p:cNvPr id="290" name="Google Shape;290;p39"/>
          <p:cNvSpPr txBox="1"/>
          <p:nvPr>
            <p:ph idx="6" type="body"/>
          </p:nvPr>
        </p:nvSpPr>
        <p:spPr>
          <a:xfrm>
            <a:off x="4654113" y="3036100"/>
            <a:ext cx="1934700" cy="1309200"/>
          </a:xfrm>
          <a:prstGeom prst="rect">
            <a:avLst/>
          </a:prstGeom>
        </p:spPr>
        <p:txBody>
          <a:bodyPr anchorCtr="0" anchor="t" bIns="91450" lIns="91450" spcFirstLastPara="1" rIns="91450" wrap="square" tIns="91450">
            <a:noAutofit/>
          </a:bodyPr>
          <a:lstStyle>
            <a:lvl1pPr indent="-317500" lvl="0" marL="457200" algn="ctr">
              <a:spcBef>
                <a:spcPts val="0"/>
              </a:spcBef>
              <a:spcAft>
                <a:spcPts val="0"/>
              </a:spcAft>
              <a:buSzPts val="1400"/>
              <a:buChar char="●"/>
              <a:defRPr sz="1400">
                <a:solidFill>
                  <a:schemeClr val="dk1"/>
                </a:solidFill>
              </a:defRPr>
            </a:lvl1pPr>
            <a:lvl2pPr indent="-304800" lvl="1" marL="914400" algn="ctr">
              <a:spcBef>
                <a:spcPts val="1000"/>
              </a:spcBef>
              <a:spcAft>
                <a:spcPts val="0"/>
              </a:spcAft>
              <a:buSzPts val="1200"/>
              <a:buChar char="○"/>
              <a:defRPr sz="1200">
                <a:solidFill>
                  <a:schemeClr val="dk1"/>
                </a:solidFill>
              </a:defRPr>
            </a:lvl2pPr>
            <a:lvl3pPr indent="-304800" lvl="2" marL="1371600" algn="ctr">
              <a:spcBef>
                <a:spcPts val="1000"/>
              </a:spcBef>
              <a:spcAft>
                <a:spcPts val="0"/>
              </a:spcAft>
              <a:buSzPts val="1200"/>
              <a:buChar char="■"/>
              <a:defRPr sz="1200">
                <a:solidFill>
                  <a:schemeClr val="dk1"/>
                </a:solidFill>
              </a:defRPr>
            </a:lvl3pPr>
            <a:lvl4pPr indent="-304800" lvl="3" marL="1828800" algn="ctr">
              <a:spcBef>
                <a:spcPts val="1000"/>
              </a:spcBef>
              <a:spcAft>
                <a:spcPts val="0"/>
              </a:spcAft>
              <a:buSzPts val="1200"/>
              <a:buChar char="●"/>
              <a:defRPr sz="1200">
                <a:solidFill>
                  <a:schemeClr val="dk1"/>
                </a:solidFill>
              </a:defRPr>
            </a:lvl4pPr>
            <a:lvl5pPr indent="-304800" lvl="4" marL="2286000" algn="ctr">
              <a:spcBef>
                <a:spcPts val="1000"/>
              </a:spcBef>
              <a:spcAft>
                <a:spcPts val="0"/>
              </a:spcAft>
              <a:buSzPts val="1200"/>
              <a:buChar char="○"/>
              <a:defRPr sz="1200">
                <a:solidFill>
                  <a:schemeClr val="dk1"/>
                </a:solidFill>
              </a:defRPr>
            </a:lvl5pPr>
            <a:lvl6pPr indent="-304800" lvl="5" marL="2743200" algn="ctr">
              <a:spcBef>
                <a:spcPts val="1000"/>
              </a:spcBef>
              <a:spcAft>
                <a:spcPts val="0"/>
              </a:spcAft>
              <a:buSzPts val="1200"/>
              <a:buChar char="■"/>
              <a:defRPr sz="1200">
                <a:solidFill>
                  <a:schemeClr val="dk1"/>
                </a:solidFill>
              </a:defRPr>
            </a:lvl6pPr>
            <a:lvl7pPr indent="-304800" lvl="6" marL="3200400" algn="ctr">
              <a:spcBef>
                <a:spcPts val="1000"/>
              </a:spcBef>
              <a:spcAft>
                <a:spcPts val="0"/>
              </a:spcAft>
              <a:buSzPts val="1200"/>
              <a:buChar char="●"/>
              <a:defRPr sz="1200">
                <a:solidFill>
                  <a:schemeClr val="dk1"/>
                </a:solidFill>
              </a:defRPr>
            </a:lvl7pPr>
            <a:lvl8pPr indent="-304800" lvl="7" marL="3657600" algn="ctr">
              <a:spcBef>
                <a:spcPts val="1000"/>
              </a:spcBef>
              <a:spcAft>
                <a:spcPts val="0"/>
              </a:spcAft>
              <a:buSzPts val="1200"/>
              <a:buChar char="○"/>
              <a:defRPr sz="1200">
                <a:solidFill>
                  <a:schemeClr val="dk1"/>
                </a:solidFill>
              </a:defRPr>
            </a:lvl8pPr>
            <a:lvl9pPr indent="-304800" lvl="8" marL="4114800" algn="ctr">
              <a:spcBef>
                <a:spcPts val="1000"/>
              </a:spcBef>
              <a:spcAft>
                <a:spcPts val="1000"/>
              </a:spcAft>
              <a:buSzPts val="1200"/>
              <a:buChar char="■"/>
              <a:defRPr sz="1200">
                <a:solidFill>
                  <a:schemeClr val="dk1"/>
                </a:solidFill>
              </a:defRPr>
            </a:lvl9pPr>
          </a:lstStyle>
          <a:p/>
        </p:txBody>
      </p:sp>
      <p:sp>
        <p:nvSpPr>
          <p:cNvPr id="291" name="Google Shape;291;p39"/>
          <p:cNvSpPr/>
          <p:nvPr/>
        </p:nvSpPr>
        <p:spPr>
          <a:xfrm>
            <a:off x="6752950" y="1774663"/>
            <a:ext cx="1934700" cy="2570400"/>
          </a:xfrm>
          <a:prstGeom prst="roundRect">
            <a:avLst>
              <a:gd fmla="val 9523" name="adj"/>
            </a:avLst>
          </a:prstGeom>
          <a:solidFill>
            <a:srgbClr val="E8E6DC"/>
          </a:solidFill>
          <a:ln>
            <a:noFill/>
          </a:ln>
        </p:spPr>
        <p:txBody>
          <a:bodyPr anchorCtr="0" anchor="t" bIns="91450" lIns="91450" spcFirstLastPara="1" rIns="91450" wrap="square" tIns="1280150">
            <a:noAutofit/>
          </a:bodyPr>
          <a:lstStyle/>
          <a:p>
            <a:pPr indent="0" lvl="0" marL="0" rtl="0" algn="ctr">
              <a:spcBef>
                <a:spcPts val="0"/>
              </a:spcBef>
              <a:spcAft>
                <a:spcPts val="0"/>
              </a:spcAft>
              <a:buNone/>
            </a:pPr>
            <a:r>
              <a:t/>
            </a:r>
            <a:endParaRPr sz="700">
              <a:latin typeface="Lora"/>
              <a:ea typeface="Lora"/>
              <a:cs typeface="Lora"/>
              <a:sym typeface="Lora"/>
            </a:endParaRPr>
          </a:p>
        </p:txBody>
      </p:sp>
      <p:sp>
        <p:nvSpPr>
          <p:cNvPr id="292" name="Google Shape;292;p39"/>
          <p:cNvSpPr/>
          <p:nvPr>
            <p:ph idx="7" type="pic"/>
          </p:nvPr>
        </p:nvSpPr>
        <p:spPr>
          <a:xfrm>
            <a:off x="7246550" y="2003650"/>
            <a:ext cx="948300" cy="948300"/>
          </a:xfrm>
          <a:prstGeom prst="rect">
            <a:avLst/>
          </a:prstGeom>
          <a:noFill/>
          <a:ln>
            <a:noFill/>
          </a:ln>
        </p:spPr>
      </p:sp>
      <p:sp>
        <p:nvSpPr>
          <p:cNvPr id="293" name="Google Shape;293;p39"/>
          <p:cNvSpPr txBox="1"/>
          <p:nvPr>
            <p:ph idx="8" type="body"/>
          </p:nvPr>
        </p:nvSpPr>
        <p:spPr>
          <a:xfrm>
            <a:off x="6752950" y="3036100"/>
            <a:ext cx="1934700" cy="1309200"/>
          </a:xfrm>
          <a:prstGeom prst="rect">
            <a:avLst/>
          </a:prstGeom>
        </p:spPr>
        <p:txBody>
          <a:bodyPr anchorCtr="0" anchor="t" bIns="91450" lIns="91450" spcFirstLastPara="1" rIns="91450" wrap="square" tIns="91450">
            <a:noAutofit/>
          </a:bodyPr>
          <a:lstStyle>
            <a:lvl1pPr indent="-317500" lvl="0" marL="457200" algn="ctr">
              <a:spcBef>
                <a:spcPts val="0"/>
              </a:spcBef>
              <a:spcAft>
                <a:spcPts val="0"/>
              </a:spcAft>
              <a:buSzPts val="1400"/>
              <a:buChar char="●"/>
              <a:defRPr sz="1400">
                <a:solidFill>
                  <a:schemeClr val="dk1"/>
                </a:solidFill>
              </a:defRPr>
            </a:lvl1pPr>
            <a:lvl2pPr indent="-304800" lvl="1" marL="914400" algn="ctr">
              <a:spcBef>
                <a:spcPts val="1000"/>
              </a:spcBef>
              <a:spcAft>
                <a:spcPts val="0"/>
              </a:spcAft>
              <a:buSzPts val="1200"/>
              <a:buChar char="○"/>
              <a:defRPr sz="1200">
                <a:solidFill>
                  <a:schemeClr val="dk1"/>
                </a:solidFill>
              </a:defRPr>
            </a:lvl2pPr>
            <a:lvl3pPr indent="-304800" lvl="2" marL="1371600" algn="ctr">
              <a:spcBef>
                <a:spcPts val="1000"/>
              </a:spcBef>
              <a:spcAft>
                <a:spcPts val="0"/>
              </a:spcAft>
              <a:buSzPts val="1200"/>
              <a:buChar char="■"/>
              <a:defRPr sz="1200">
                <a:solidFill>
                  <a:schemeClr val="dk1"/>
                </a:solidFill>
              </a:defRPr>
            </a:lvl3pPr>
            <a:lvl4pPr indent="-304800" lvl="3" marL="1828800" algn="ctr">
              <a:spcBef>
                <a:spcPts val="1000"/>
              </a:spcBef>
              <a:spcAft>
                <a:spcPts val="0"/>
              </a:spcAft>
              <a:buSzPts val="1200"/>
              <a:buChar char="●"/>
              <a:defRPr sz="1200">
                <a:solidFill>
                  <a:schemeClr val="dk1"/>
                </a:solidFill>
              </a:defRPr>
            </a:lvl4pPr>
            <a:lvl5pPr indent="-304800" lvl="4" marL="2286000" algn="ctr">
              <a:spcBef>
                <a:spcPts val="1000"/>
              </a:spcBef>
              <a:spcAft>
                <a:spcPts val="0"/>
              </a:spcAft>
              <a:buSzPts val="1200"/>
              <a:buChar char="○"/>
              <a:defRPr sz="1200">
                <a:solidFill>
                  <a:schemeClr val="dk1"/>
                </a:solidFill>
              </a:defRPr>
            </a:lvl5pPr>
            <a:lvl6pPr indent="-304800" lvl="5" marL="2743200" algn="ctr">
              <a:spcBef>
                <a:spcPts val="1000"/>
              </a:spcBef>
              <a:spcAft>
                <a:spcPts val="0"/>
              </a:spcAft>
              <a:buSzPts val="1200"/>
              <a:buChar char="■"/>
              <a:defRPr sz="1200">
                <a:solidFill>
                  <a:schemeClr val="dk1"/>
                </a:solidFill>
              </a:defRPr>
            </a:lvl6pPr>
            <a:lvl7pPr indent="-304800" lvl="6" marL="3200400" algn="ctr">
              <a:spcBef>
                <a:spcPts val="1000"/>
              </a:spcBef>
              <a:spcAft>
                <a:spcPts val="0"/>
              </a:spcAft>
              <a:buSzPts val="1200"/>
              <a:buChar char="●"/>
              <a:defRPr sz="1200">
                <a:solidFill>
                  <a:schemeClr val="dk1"/>
                </a:solidFill>
              </a:defRPr>
            </a:lvl7pPr>
            <a:lvl8pPr indent="-304800" lvl="7" marL="3657600" algn="ctr">
              <a:spcBef>
                <a:spcPts val="1000"/>
              </a:spcBef>
              <a:spcAft>
                <a:spcPts val="0"/>
              </a:spcAft>
              <a:buSzPts val="1200"/>
              <a:buChar char="○"/>
              <a:defRPr sz="1200">
                <a:solidFill>
                  <a:schemeClr val="dk1"/>
                </a:solidFill>
              </a:defRPr>
            </a:lvl8pPr>
            <a:lvl9pPr indent="-304800" lvl="8" marL="4114800" algn="ctr">
              <a:spcBef>
                <a:spcPts val="1000"/>
              </a:spcBef>
              <a:spcAft>
                <a:spcPts val="1000"/>
              </a:spcAft>
              <a:buSzPts val="1200"/>
              <a:buChar char="■"/>
              <a:defRPr sz="1200">
                <a:solidFill>
                  <a:schemeClr val="dk1"/>
                </a:solidFill>
              </a:defRPr>
            </a:lvl9pPr>
          </a:lstStyle>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9: Title and 4 icons">
  <p:cSld name="TITLE_ONLY_1_1_1_1_1_1">
    <p:spTree>
      <p:nvGrpSpPr>
        <p:cNvPr id="294" name="Shape 294"/>
        <p:cNvGrpSpPr/>
        <p:nvPr/>
      </p:nvGrpSpPr>
      <p:grpSpPr>
        <a:xfrm>
          <a:off x="0" y="0"/>
          <a:ext cx="0" cy="0"/>
          <a:chOff x="0" y="0"/>
          <a:chExt cx="0" cy="0"/>
        </a:xfrm>
      </p:grpSpPr>
      <p:sp>
        <p:nvSpPr>
          <p:cNvPr id="295" name="Google Shape;295;p40"/>
          <p:cNvSpPr/>
          <p:nvPr/>
        </p:nvSpPr>
        <p:spPr>
          <a:xfrm>
            <a:off x="2555275" y="1371613"/>
            <a:ext cx="1934700" cy="1200300"/>
          </a:xfrm>
          <a:prstGeom prst="roundRect">
            <a:avLst>
              <a:gd fmla="val 9523" name="adj"/>
            </a:avLst>
          </a:prstGeom>
          <a:solidFill>
            <a:srgbClr val="E8E6DC"/>
          </a:solidFill>
          <a:ln>
            <a:noFill/>
          </a:ln>
        </p:spPr>
        <p:txBody>
          <a:bodyPr anchorCtr="0" anchor="t" bIns="91450" lIns="91450" spcFirstLastPara="1" rIns="91450" wrap="square" tIns="1280150">
            <a:noAutofit/>
          </a:bodyPr>
          <a:lstStyle/>
          <a:p>
            <a:pPr indent="0" lvl="0" marL="0" rtl="0" algn="ctr">
              <a:spcBef>
                <a:spcPts val="0"/>
              </a:spcBef>
              <a:spcAft>
                <a:spcPts val="0"/>
              </a:spcAft>
              <a:buNone/>
            </a:pPr>
            <a:r>
              <a:t/>
            </a:r>
            <a:endParaRPr sz="700">
              <a:latin typeface="Lora"/>
              <a:ea typeface="Lora"/>
              <a:cs typeface="Lora"/>
              <a:sym typeface="Lora"/>
            </a:endParaRPr>
          </a:p>
        </p:txBody>
      </p:sp>
      <p:sp>
        <p:nvSpPr>
          <p:cNvPr id="296" name="Google Shape;296;p40"/>
          <p:cNvSpPr/>
          <p:nvPr/>
        </p:nvSpPr>
        <p:spPr>
          <a:xfrm>
            <a:off x="455775" y="1371613"/>
            <a:ext cx="1934700" cy="1200300"/>
          </a:xfrm>
          <a:prstGeom prst="roundRect">
            <a:avLst>
              <a:gd fmla="val 9523" name="adj"/>
            </a:avLst>
          </a:prstGeom>
          <a:solidFill>
            <a:srgbClr val="E8E6DC"/>
          </a:solidFill>
          <a:ln>
            <a:noFill/>
          </a:ln>
        </p:spPr>
        <p:txBody>
          <a:bodyPr anchorCtr="0" anchor="t" bIns="91450" lIns="91450" spcFirstLastPara="1" rIns="91450" wrap="square" tIns="1280150">
            <a:noAutofit/>
          </a:bodyPr>
          <a:lstStyle/>
          <a:p>
            <a:pPr indent="0" lvl="0" marL="0" rtl="0" algn="ctr">
              <a:spcBef>
                <a:spcPts val="0"/>
              </a:spcBef>
              <a:spcAft>
                <a:spcPts val="0"/>
              </a:spcAft>
              <a:buNone/>
            </a:pPr>
            <a:r>
              <a:t/>
            </a:r>
            <a:endParaRPr sz="700">
              <a:latin typeface="Lora"/>
              <a:ea typeface="Lora"/>
              <a:cs typeface="Lora"/>
              <a:sym typeface="Lora"/>
            </a:endParaRPr>
          </a:p>
        </p:txBody>
      </p:sp>
      <p:sp>
        <p:nvSpPr>
          <p:cNvPr id="297" name="Google Shape;297;p40"/>
          <p:cNvSpPr txBox="1"/>
          <p:nvPr>
            <p:ph idx="1" type="body"/>
          </p:nvPr>
        </p:nvSpPr>
        <p:spPr>
          <a:xfrm>
            <a:off x="455775" y="2751550"/>
            <a:ext cx="1934700" cy="1593600"/>
          </a:xfrm>
          <a:prstGeom prst="rect">
            <a:avLst/>
          </a:prstGeom>
        </p:spPr>
        <p:txBody>
          <a:bodyPr anchorCtr="0" anchor="t" bIns="0" lIns="0" spcFirstLastPara="1" rIns="0" wrap="square" tIns="0">
            <a:noAutofit/>
          </a:bodyPr>
          <a:lstStyle>
            <a:lvl1pPr indent="-317500" lvl="0" marL="457200" algn="ctr">
              <a:spcBef>
                <a:spcPts val="0"/>
              </a:spcBef>
              <a:spcAft>
                <a:spcPts val="0"/>
              </a:spcAft>
              <a:buSzPts val="1400"/>
              <a:buChar char="●"/>
              <a:defRPr sz="1400">
                <a:solidFill>
                  <a:schemeClr val="dk1"/>
                </a:solidFill>
              </a:defRPr>
            </a:lvl1pPr>
            <a:lvl2pPr indent="-304800" lvl="1" marL="914400" algn="ctr">
              <a:spcBef>
                <a:spcPts val="1000"/>
              </a:spcBef>
              <a:spcAft>
                <a:spcPts val="0"/>
              </a:spcAft>
              <a:buSzPts val="1200"/>
              <a:buChar char="○"/>
              <a:defRPr sz="1200">
                <a:solidFill>
                  <a:schemeClr val="dk1"/>
                </a:solidFill>
              </a:defRPr>
            </a:lvl2pPr>
            <a:lvl3pPr indent="-304800" lvl="2" marL="1371600" algn="ctr">
              <a:spcBef>
                <a:spcPts val="1000"/>
              </a:spcBef>
              <a:spcAft>
                <a:spcPts val="0"/>
              </a:spcAft>
              <a:buSzPts val="1200"/>
              <a:buChar char="■"/>
              <a:defRPr sz="1200">
                <a:solidFill>
                  <a:schemeClr val="dk1"/>
                </a:solidFill>
              </a:defRPr>
            </a:lvl3pPr>
            <a:lvl4pPr indent="-304800" lvl="3" marL="1828800" algn="ctr">
              <a:spcBef>
                <a:spcPts val="1000"/>
              </a:spcBef>
              <a:spcAft>
                <a:spcPts val="0"/>
              </a:spcAft>
              <a:buSzPts val="1200"/>
              <a:buChar char="●"/>
              <a:defRPr sz="1200">
                <a:solidFill>
                  <a:schemeClr val="dk1"/>
                </a:solidFill>
              </a:defRPr>
            </a:lvl4pPr>
            <a:lvl5pPr indent="-304800" lvl="4" marL="2286000" algn="ctr">
              <a:spcBef>
                <a:spcPts val="1000"/>
              </a:spcBef>
              <a:spcAft>
                <a:spcPts val="0"/>
              </a:spcAft>
              <a:buSzPts val="1200"/>
              <a:buChar char="○"/>
              <a:defRPr sz="1200">
                <a:solidFill>
                  <a:schemeClr val="dk1"/>
                </a:solidFill>
              </a:defRPr>
            </a:lvl5pPr>
            <a:lvl6pPr indent="-304800" lvl="5" marL="2743200" algn="ctr">
              <a:spcBef>
                <a:spcPts val="1000"/>
              </a:spcBef>
              <a:spcAft>
                <a:spcPts val="0"/>
              </a:spcAft>
              <a:buSzPts val="1200"/>
              <a:buChar char="■"/>
              <a:defRPr sz="1200">
                <a:solidFill>
                  <a:schemeClr val="dk1"/>
                </a:solidFill>
              </a:defRPr>
            </a:lvl6pPr>
            <a:lvl7pPr indent="-304800" lvl="6" marL="3200400" algn="ctr">
              <a:spcBef>
                <a:spcPts val="1000"/>
              </a:spcBef>
              <a:spcAft>
                <a:spcPts val="0"/>
              </a:spcAft>
              <a:buSzPts val="1200"/>
              <a:buChar char="●"/>
              <a:defRPr sz="1200">
                <a:solidFill>
                  <a:schemeClr val="dk1"/>
                </a:solidFill>
              </a:defRPr>
            </a:lvl7pPr>
            <a:lvl8pPr indent="-304800" lvl="7" marL="3657600" algn="ctr">
              <a:spcBef>
                <a:spcPts val="1000"/>
              </a:spcBef>
              <a:spcAft>
                <a:spcPts val="0"/>
              </a:spcAft>
              <a:buSzPts val="1200"/>
              <a:buChar char="○"/>
              <a:defRPr sz="1200">
                <a:solidFill>
                  <a:schemeClr val="dk1"/>
                </a:solidFill>
              </a:defRPr>
            </a:lvl8pPr>
            <a:lvl9pPr indent="-304800" lvl="8" marL="4114800" algn="ctr">
              <a:spcBef>
                <a:spcPts val="1000"/>
              </a:spcBef>
              <a:spcAft>
                <a:spcPts val="1000"/>
              </a:spcAft>
              <a:buSzPts val="1200"/>
              <a:buChar char="■"/>
              <a:defRPr sz="1200">
                <a:solidFill>
                  <a:schemeClr val="dk1"/>
                </a:solidFill>
              </a:defRPr>
            </a:lvl9pPr>
          </a:lstStyle>
          <a:p/>
        </p:txBody>
      </p:sp>
      <p:sp>
        <p:nvSpPr>
          <p:cNvPr id="298" name="Google Shape;298;p40"/>
          <p:cNvSpPr txBox="1"/>
          <p:nvPr>
            <p:ph idx="2" type="body"/>
          </p:nvPr>
        </p:nvSpPr>
        <p:spPr>
          <a:xfrm>
            <a:off x="2555275" y="2751550"/>
            <a:ext cx="1934700" cy="1593600"/>
          </a:xfrm>
          <a:prstGeom prst="rect">
            <a:avLst/>
          </a:prstGeom>
        </p:spPr>
        <p:txBody>
          <a:bodyPr anchorCtr="0" anchor="t" bIns="0" lIns="0" spcFirstLastPara="1" rIns="0" wrap="square" tIns="0">
            <a:noAutofit/>
          </a:bodyPr>
          <a:lstStyle>
            <a:lvl1pPr indent="-317500" lvl="0" marL="457200" algn="ctr">
              <a:spcBef>
                <a:spcPts val="0"/>
              </a:spcBef>
              <a:spcAft>
                <a:spcPts val="0"/>
              </a:spcAft>
              <a:buSzPts val="1400"/>
              <a:buChar char="●"/>
              <a:defRPr sz="1400">
                <a:solidFill>
                  <a:schemeClr val="dk1"/>
                </a:solidFill>
              </a:defRPr>
            </a:lvl1pPr>
            <a:lvl2pPr indent="-304800" lvl="1" marL="914400" algn="ctr">
              <a:spcBef>
                <a:spcPts val="1000"/>
              </a:spcBef>
              <a:spcAft>
                <a:spcPts val="0"/>
              </a:spcAft>
              <a:buSzPts val="1200"/>
              <a:buChar char="○"/>
              <a:defRPr sz="1200">
                <a:solidFill>
                  <a:schemeClr val="dk1"/>
                </a:solidFill>
              </a:defRPr>
            </a:lvl2pPr>
            <a:lvl3pPr indent="-304800" lvl="2" marL="1371600" algn="ctr">
              <a:spcBef>
                <a:spcPts val="1000"/>
              </a:spcBef>
              <a:spcAft>
                <a:spcPts val="0"/>
              </a:spcAft>
              <a:buSzPts val="1200"/>
              <a:buChar char="■"/>
              <a:defRPr sz="1200">
                <a:solidFill>
                  <a:schemeClr val="dk1"/>
                </a:solidFill>
              </a:defRPr>
            </a:lvl3pPr>
            <a:lvl4pPr indent="-304800" lvl="3" marL="1828800" algn="ctr">
              <a:spcBef>
                <a:spcPts val="1000"/>
              </a:spcBef>
              <a:spcAft>
                <a:spcPts val="0"/>
              </a:spcAft>
              <a:buSzPts val="1200"/>
              <a:buChar char="●"/>
              <a:defRPr sz="1200">
                <a:solidFill>
                  <a:schemeClr val="dk1"/>
                </a:solidFill>
              </a:defRPr>
            </a:lvl4pPr>
            <a:lvl5pPr indent="-304800" lvl="4" marL="2286000" algn="ctr">
              <a:spcBef>
                <a:spcPts val="1000"/>
              </a:spcBef>
              <a:spcAft>
                <a:spcPts val="0"/>
              </a:spcAft>
              <a:buSzPts val="1200"/>
              <a:buChar char="○"/>
              <a:defRPr sz="1200">
                <a:solidFill>
                  <a:schemeClr val="dk1"/>
                </a:solidFill>
              </a:defRPr>
            </a:lvl5pPr>
            <a:lvl6pPr indent="-304800" lvl="5" marL="2743200" algn="ctr">
              <a:spcBef>
                <a:spcPts val="1000"/>
              </a:spcBef>
              <a:spcAft>
                <a:spcPts val="0"/>
              </a:spcAft>
              <a:buSzPts val="1200"/>
              <a:buChar char="■"/>
              <a:defRPr sz="1200">
                <a:solidFill>
                  <a:schemeClr val="dk1"/>
                </a:solidFill>
              </a:defRPr>
            </a:lvl6pPr>
            <a:lvl7pPr indent="-304800" lvl="6" marL="3200400" algn="ctr">
              <a:spcBef>
                <a:spcPts val="1000"/>
              </a:spcBef>
              <a:spcAft>
                <a:spcPts val="0"/>
              </a:spcAft>
              <a:buSzPts val="1200"/>
              <a:buChar char="●"/>
              <a:defRPr sz="1200">
                <a:solidFill>
                  <a:schemeClr val="dk1"/>
                </a:solidFill>
              </a:defRPr>
            </a:lvl7pPr>
            <a:lvl8pPr indent="-304800" lvl="7" marL="3657600" algn="ctr">
              <a:spcBef>
                <a:spcPts val="1000"/>
              </a:spcBef>
              <a:spcAft>
                <a:spcPts val="0"/>
              </a:spcAft>
              <a:buSzPts val="1200"/>
              <a:buChar char="○"/>
              <a:defRPr sz="1200">
                <a:solidFill>
                  <a:schemeClr val="dk1"/>
                </a:solidFill>
              </a:defRPr>
            </a:lvl8pPr>
            <a:lvl9pPr indent="-304800" lvl="8" marL="4114800" algn="ctr">
              <a:spcBef>
                <a:spcPts val="1000"/>
              </a:spcBef>
              <a:spcAft>
                <a:spcPts val="1000"/>
              </a:spcAft>
              <a:buSzPts val="1200"/>
              <a:buChar char="■"/>
              <a:defRPr sz="1200">
                <a:solidFill>
                  <a:schemeClr val="dk1"/>
                </a:solidFill>
              </a:defRPr>
            </a:lvl9pPr>
          </a:lstStyle>
          <a:p/>
        </p:txBody>
      </p:sp>
      <p:sp>
        <p:nvSpPr>
          <p:cNvPr id="299" name="Google Shape;299;p40"/>
          <p:cNvSpPr txBox="1"/>
          <p:nvPr>
            <p:ph type="title"/>
          </p:nvPr>
        </p:nvSpPr>
        <p:spPr>
          <a:xfrm>
            <a:off x="456825" y="457199"/>
            <a:ext cx="8230200" cy="914400"/>
          </a:xfrm>
          <a:prstGeom prst="rect">
            <a:avLst/>
          </a:prstGeom>
        </p:spPr>
        <p:txBody>
          <a:bodyPr anchorCtr="0" anchor="t" bIns="0" lIns="0" spcFirstLastPara="1" rIns="0" wrap="square" tIns="0">
            <a:noAutofit/>
          </a:bodyPr>
          <a:lstStyle>
            <a:lvl1pPr lvl="0">
              <a:spcBef>
                <a:spcPts val="0"/>
              </a:spcBef>
              <a:spcAft>
                <a:spcPts val="0"/>
              </a:spcAft>
              <a:buSzPts val="2400"/>
              <a:buNone/>
              <a:defRPr/>
            </a:lvl1pPr>
            <a:lvl2pPr lvl="1">
              <a:spcBef>
                <a:spcPts val="1300"/>
              </a:spcBef>
              <a:spcAft>
                <a:spcPts val="0"/>
              </a:spcAft>
              <a:buSzPts val="2800"/>
              <a:buNone/>
              <a:defRPr/>
            </a:lvl2pPr>
            <a:lvl3pPr lvl="2">
              <a:spcBef>
                <a:spcPts val="1300"/>
              </a:spcBef>
              <a:spcAft>
                <a:spcPts val="0"/>
              </a:spcAft>
              <a:buSzPts val="2800"/>
              <a:buNone/>
              <a:defRPr/>
            </a:lvl3pPr>
            <a:lvl4pPr lvl="3">
              <a:spcBef>
                <a:spcPts val="1300"/>
              </a:spcBef>
              <a:spcAft>
                <a:spcPts val="0"/>
              </a:spcAft>
              <a:buSzPts val="2800"/>
              <a:buNone/>
              <a:defRPr/>
            </a:lvl4pPr>
            <a:lvl5pPr lvl="4">
              <a:spcBef>
                <a:spcPts val="1300"/>
              </a:spcBef>
              <a:spcAft>
                <a:spcPts val="0"/>
              </a:spcAft>
              <a:buSzPts val="2800"/>
              <a:buNone/>
              <a:defRPr/>
            </a:lvl5pPr>
            <a:lvl6pPr lvl="5">
              <a:spcBef>
                <a:spcPts val="1300"/>
              </a:spcBef>
              <a:spcAft>
                <a:spcPts val="0"/>
              </a:spcAft>
              <a:buSzPts val="2800"/>
              <a:buNone/>
              <a:defRPr/>
            </a:lvl6pPr>
            <a:lvl7pPr lvl="6">
              <a:spcBef>
                <a:spcPts val="1300"/>
              </a:spcBef>
              <a:spcAft>
                <a:spcPts val="0"/>
              </a:spcAft>
              <a:buSzPts val="2800"/>
              <a:buNone/>
              <a:defRPr/>
            </a:lvl7pPr>
            <a:lvl8pPr lvl="7">
              <a:spcBef>
                <a:spcPts val="1300"/>
              </a:spcBef>
              <a:spcAft>
                <a:spcPts val="0"/>
              </a:spcAft>
              <a:buSzPts val="2800"/>
              <a:buNone/>
              <a:defRPr/>
            </a:lvl8pPr>
            <a:lvl9pPr lvl="8">
              <a:spcBef>
                <a:spcPts val="1300"/>
              </a:spcBef>
              <a:spcAft>
                <a:spcPts val="1300"/>
              </a:spcAft>
              <a:buSzPts val="2800"/>
              <a:buNone/>
              <a:defRPr/>
            </a:lvl9pPr>
          </a:lstStyle>
          <a:p/>
        </p:txBody>
      </p:sp>
      <p:sp>
        <p:nvSpPr>
          <p:cNvPr id="300" name="Google Shape;300;p40"/>
          <p:cNvSpPr txBox="1"/>
          <p:nvPr>
            <p:ph idx="12" type="sldNum"/>
          </p:nvPr>
        </p:nvSpPr>
        <p:spPr>
          <a:xfrm>
            <a:off x="8256725" y="4708927"/>
            <a:ext cx="437100" cy="107400"/>
          </a:xfrm>
          <a:prstGeom prst="rect">
            <a:avLst/>
          </a:prstGeom>
        </p:spPr>
        <p:txBody>
          <a:bodyPr anchorCtr="0" anchor="t" bIns="0" lIns="0" spcFirstLastPara="1" rIns="0" wrap="square" tIns="0">
            <a:noAutofit/>
          </a:bodyPr>
          <a:lstStyle>
            <a:lvl1pPr lvl="0" algn="r">
              <a:lnSpc>
                <a:spcPct val="80000"/>
              </a:lnSpc>
              <a:buSzPts val="1000"/>
              <a:buNone/>
              <a:defRPr>
                <a:latin typeface="Poppins"/>
                <a:ea typeface="Poppins"/>
                <a:cs typeface="Poppins"/>
                <a:sym typeface="Poppins"/>
              </a:defRPr>
            </a:lvl1pPr>
            <a:lvl2pPr lvl="1" algn="r">
              <a:lnSpc>
                <a:spcPct val="80000"/>
              </a:lnSpc>
              <a:buSzPts val="1000"/>
              <a:buNone/>
              <a:defRPr>
                <a:latin typeface="Poppins"/>
                <a:ea typeface="Poppins"/>
                <a:cs typeface="Poppins"/>
                <a:sym typeface="Poppins"/>
              </a:defRPr>
            </a:lvl2pPr>
            <a:lvl3pPr lvl="2" algn="r">
              <a:lnSpc>
                <a:spcPct val="80000"/>
              </a:lnSpc>
              <a:buSzPts val="1000"/>
              <a:buNone/>
              <a:defRPr>
                <a:latin typeface="Poppins"/>
                <a:ea typeface="Poppins"/>
                <a:cs typeface="Poppins"/>
                <a:sym typeface="Poppins"/>
              </a:defRPr>
            </a:lvl3pPr>
            <a:lvl4pPr lvl="3" algn="r">
              <a:lnSpc>
                <a:spcPct val="80000"/>
              </a:lnSpc>
              <a:buSzPts val="1000"/>
              <a:buNone/>
              <a:defRPr>
                <a:latin typeface="Poppins"/>
                <a:ea typeface="Poppins"/>
                <a:cs typeface="Poppins"/>
                <a:sym typeface="Poppins"/>
              </a:defRPr>
            </a:lvl4pPr>
            <a:lvl5pPr lvl="4" algn="r">
              <a:lnSpc>
                <a:spcPct val="80000"/>
              </a:lnSpc>
              <a:buSzPts val="1000"/>
              <a:buNone/>
              <a:defRPr>
                <a:latin typeface="Poppins"/>
                <a:ea typeface="Poppins"/>
                <a:cs typeface="Poppins"/>
                <a:sym typeface="Poppins"/>
              </a:defRPr>
            </a:lvl5pPr>
            <a:lvl6pPr lvl="5" algn="r">
              <a:lnSpc>
                <a:spcPct val="80000"/>
              </a:lnSpc>
              <a:buSzPts val="1000"/>
              <a:buNone/>
              <a:defRPr>
                <a:latin typeface="Poppins"/>
                <a:ea typeface="Poppins"/>
                <a:cs typeface="Poppins"/>
                <a:sym typeface="Poppins"/>
              </a:defRPr>
            </a:lvl6pPr>
            <a:lvl7pPr lvl="6" algn="r">
              <a:lnSpc>
                <a:spcPct val="80000"/>
              </a:lnSpc>
              <a:buSzPts val="1000"/>
              <a:buNone/>
              <a:defRPr>
                <a:latin typeface="Poppins"/>
                <a:ea typeface="Poppins"/>
                <a:cs typeface="Poppins"/>
                <a:sym typeface="Poppins"/>
              </a:defRPr>
            </a:lvl7pPr>
            <a:lvl8pPr lvl="7" algn="r">
              <a:lnSpc>
                <a:spcPct val="80000"/>
              </a:lnSpc>
              <a:buSzPts val="1000"/>
              <a:buNone/>
              <a:defRPr>
                <a:latin typeface="Poppins"/>
                <a:ea typeface="Poppins"/>
                <a:cs typeface="Poppins"/>
                <a:sym typeface="Poppins"/>
              </a:defRPr>
            </a:lvl8pPr>
            <a:lvl9pPr lvl="8" algn="r">
              <a:lnSpc>
                <a:spcPct val="80000"/>
              </a:lnSpc>
              <a:buSzPts val="1000"/>
              <a:buNone/>
              <a:defRPr>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301" name="Google Shape;301;p40"/>
          <p:cNvSpPr/>
          <p:nvPr>
            <p:ph idx="3" type="pic"/>
          </p:nvPr>
        </p:nvSpPr>
        <p:spPr>
          <a:xfrm>
            <a:off x="1047675" y="1596242"/>
            <a:ext cx="750900" cy="750900"/>
          </a:xfrm>
          <a:prstGeom prst="rect">
            <a:avLst/>
          </a:prstGeom>
          <a:noFill/>
          <a:ln>
            <a:noFill/>
          </a:ln>
        </p:spPr>
      </p:sp>
      <p:sp>
        <p:nvSpPr>
          <p:cNvPr id="302" name="Google Shape;302;p40"/>
          <p:cNvSpPr/>
          <p:nvPr>
            <p:ph idx="4" type="pic"/>
          </p:nvPr>
        </p:nvSpPr>
        <p:spPr>
          <a:xfrm>
            <a:off x="3146849" y="1596238"/>
            <a:ext cx="750900" cy="750900"/>
          </a:xfrm>
          <a:prstGeom prst="rect">
            <a:avLst/>
          </a:prstGeom>
          <a:noFill/>
          <a:ln>
            <a:noFill/>
          </a:ln>
        </p:spPr>
      </p:sp>
      <p:sp>
        <p:nvSpPr>
          <p:cNvPr id="303" name="Google Shape;303;p40"/>
          <p:cNvSpPr/>
          <p:nvPr>
            <p:ph idx="5" type="pic"/>
          </p:nvPr>
        </p:nvSpPr>
        <p:spPr>
          <a:xfrm>
            <a:off x="5246017" y="1596238"/>
            <a:ext cx="750900" cy="750900"/>
          </a:xfrm>
          <a:prstGeom prst="rect">
            <a:avLst/>
          </a:prstGeom>
          <a:noFill/>
          <a:ln>
            <a:noFill/>
          </a:ln>
        </p:spPr>
      </p:sp>
      <p:sp>
        <p:nvSpPr>
          <p:cNvPr id="304" name="Google Shape;304;p40"/>
          <p:cNvSpPr txBox="1"/>
          <p:nvPr>
            <p:ph idx="6" type="body"/>
          </p:nvPr>
        </p:nvSpPr>
        <p:spPr>
          <a:xfrm>
            <a:off x="4654113" y="2731238"/>
            <a:ext cx="1934700" cy="1593600"/>
          </a:xfrm>
          <a:prstGeom prst="rect">
            <a:avLst/>
          </a:prstGeom>
        </p:spPr>
        <p:txBody>
          <a:bodyPr anchorCtr="0" anchor="t" bIns="0" lIns="0" spcFirstLastPara="1" rIns="0" wrap="square" tIns="0">
            <a:noAutofit/>
          </a:bodyPr>
          <a:lstStyle>
            <a:lvl1pPr indent="-317500" lvl="0" marL="457200" algn="ctr">
              <a:spcBef>
                <a:spcPts val="0"/>
              </a:spcBef>
              <a:spcAft>
                <a:spcPts val="0"/>
              </a:spcAft>
              <a:buSzPts val="1400"/>
              <a:buChar char="●"/>
              <a:defRPr sz="1400">
                <a:solidFill>
                  <a:schemeClr val="dk1"/>
                </a:solidFill>
              </a:defRPr>
            </a:lvl1pPr>
            <a:lvl2pPr indent="-304800" lvl="1" marL="914400" algn="ctr">
              <a:spcBef>
                <a:spcPts val="1000"/>
              </a:spcBef>
              <a:spcAft>
                <a:spcPts val="0"/>
              </a:spcAft>
              <a:buSzPts val="1200"/>
              <a:buChar char="○"/>
              <a:defRPr sz="1200">
                <a:solidFill>
                  <a:schemeClr val="dk1"/>
                </a:solidFill>
              </a:defRPr>
            </a:lvl2pPr>
            <a:lvl3pPr indent="-304800" lvl="2" marL="1371600" algn="ctr">
              <a:spcBef>
                <a:spcPts val="1000"/>
              </a:spcBef>
              <a:spcAft>
                <a:spcPts val="0"/>
              </a:spcAft>
              <a:buSzPts val="1200"/>
              <a:buChar char="■"/>
              <a:defRPr sz="1200">
                <a:solidFill>
                  <a:schemeClr val="dk1"/>
                </a:solidFill>
              </a:defRPr>
            </a:lvl3pPr>
            <a:lvl4pPr indent="-304800" lvl="3" marL="1828800" algn="ctr">
              <a:spcBef>
                <a:spcPts val="1000"/>
              </a:spcBef>
              <a:spcAft>
                <a:spcPts val="0"/>
              </a:spcAft>
              <a:buSzPts val="1200"/>
              <a:buChar char="●"/>
              <a:defRPr sz="1200">
                <a:solidFill>
                  <a:schemeClr val="dk1"/>
                </a:solidFill>
              </a:defRPr>
            </a:lvl4pPr>
            <a:lvl5pPr indent="-304800" lvl="4" marL="2286000" algn="ctr">
              <a:spcBef>
                <a:spcPts val="1000"/>
              </a:spcBef>
              <a:spcAft>
                <a:spcPts val="0"/>
              </a:spcAft>
              <a:buSzPts val="1200"/>
              <a:buChar char="○"/>
              <a:defRPr sz="1200">
                <a:solidFill>
                  <a:schemeClr val="dk1"/>
                </a:solidFill>
              </a:defRPr>
            </a:lvl5pPr>
            <a:lvl6pPr indent="-304800" lvl="5" marL="2743200" algn="ctr">
              <a:spcBef>
                <a:spcPts val="1000"/>
              </a:spcBef>
              <a:spcAft>
                <a:spcPts val="0"/>
              </a:spcAft>
              <a:buSzPts val="1200"/>
              <a:buChar char="■"/>
              <a:defRPr sz="1200">
                <a:solidFill>
                  <a:schemeClr val="dk1"/>
                </a:solidFill>
              </a:defRPr>
            </a:lvl6pPr>
            <a:lvl7pPr indent="-304800" lvl="6" marL="3200400" algn="ctr">
              <a:spcBef>
                <a:spcPts val="1000"/>
              </a:spcBef>
              <a:spcAft>
                <a:spcPts val="0"/>
              </a:spcAft>
              <a:buSzPts val="1200"/>
              <a:buChar char="●"/>
              <a:defRPr sz="1200">
                <a:solidFill>
                  <a:schemeClr val="dk1"/>
                </a:solidFill>
              </a:defRPr>
            </a:lvl7pPr>
            <a:lvl8pPr indent="-304800" lvl="7" marL="3657600" algn="ctr">
              <a:spcBef>
                <a:spcPts val="1000"/>
              </a:spcBef>
              <a:spcAft>
                <a:spcPts val="0"/>
              </a:spcAft>
              <a:buSzPts val="1200"/>
              <a:buChar char="○"/>
              <a:defRPr sz="1200">
                <a:solidFill>
                  <a:schemeClr val="dk1"/>
                </a:solidFill>
              </a:defRPr>
            </a:lvl8pPr>
            <a:lvl9pPr indent="-304800" lvl="8" marL="4114800" algn="ctr">
              <a:spcBef>
                <a:spcPts val="1000"/>
              </a:spcBef>
              <a:spcAft>
                <a:spcPts val="1000"/>
              </a:spcAft>
              <a:buSzPts val="1200"/>
              <a:buChar char="■"/>
              <a:defRPr sz="1200">
                <a:solidFill>
                  <a:schemeClr val="dk1"/>
                </a:solidFill>
              </a:defRPr>
            </a:lvl9pPr>
          </a:lstStyle>
          <a:p/>
        </p:txBody>
      </p:sp>
      <p:sp>
        <p:nvSpPr>
          <p:cNvPr id="305" name="Google Shape;305;p40"/>
          <p:cNvSpPr/>
          <p:nvPr/>
        </p:nvSpPr>
        <p:spPr>
          <a:xfrm>
            <a:off x="4654113" y="1371613"/>
            <a:ext cx="1934700" cy="1200300"/>
          </a:xfrm>
          <a:prstGeom prst="roundRect">
            <a:avLst>
              <a:gd fmla="val 9523" name="adj"/>
            </a:avLst>
          </a:prstGeom>
          <a:solidFill>
            <a:srgbClr val="E8E6DC"/>
          </a:solidFill>
          <a:ln>
            <a:noFill/>
          </a:ln>
        </p:spPr>
        <p:txBody>
          <a:bodyPr anchorCtr="0" anchor="t" bIns="91450" lIns="91450" spcFirstLastPara="1" rIns="91450" wrap="square" tIns="1280150">
            <a:noAutofit/>
          </a:bodyPr>
          <a:lstStyle/>
          <a:p>
            <a:pPr indent="0" lvl="0" marL="0" rtl="0" algn="ctr">
              <a:spcBef>
                <a:spcPts val="0"/>
              </a:spcBef>
              <a:spcAft>
                <a:spcPts val="0"/>
              </a:spcAft>
              <a:buNone/>
            </a:pPr>
            <a:r>
              <a:t/>
            </a:r>
            <a:endParaRPr sz="700">
              <a:latin typeface="Lora"/>
              <a:ea typeface="Lora"/>
              <a:cs typeface="Lora"/>
              <a:sym typeface="Lora"/>
            </a:endParaRPr>
          </a:p>
        </p:txBody>
      </p:sp>
      <p:sp>
        <p:nvSpPr>
          <p:cNvPr id="306" name="Google Shape;306;p40"/>
          <p:cNvSpPr/>
          <p:nvPr/>
        </p:nvSpPr>
        <p:spPr>
          <a:xfrm>
            <a:off x="6752950" y="1371613"/>
            <a:ext cx="1934700" cy="1200300"/>
          </a:xfrm>
          <a:prstGeom prst="roundRect">
            <a:avLst>
              <a:gd fmla="val 9523" name="adj"/>
            </a:avLst>
          </a:prstGeom>
          <a:solidFill>
            <a:srgbClr val="E8E6DC"/>
          </a:solidFill>
          <a:ln>
            <a:noFill/>
          </a:ln>
        </p:spPr>
        <p:txBody>
          <a:bodyPr anchorCtr="0" anchor="t" bIns="91450" lIns="91450" spcFirstLastPara="1" rIns="91450" wrap="square" tIns="1280150">
            <a:noAutofit/>
          </a:bodyPr>
          <a:lstStyle/>
          <a:p>
            <a:pPr indent="0" lvl="0" marL="0" rtl="0" algn="ctr">
              <a:spcBef>
                <a:spcPts val="0"/>
              </a:spcBef>
              <a:spcAft>
                <a:spcPts val="0"/>
              </a:spcAft>
              <a:buNone/>
            </a:pPr>
            <a:r>
              <a:t/>
            </a:r>
            <a:endParaRPr sz="700">
              <a:latin typeface="Lora"/>
              <a:ea typeface="Lora"/>
              <a:cs typeface="Lora"/>
              <a:sym typeface="Lora"/>
            </a:endParaRPr>
          </a:p>
        </p:txBody>
      </p:sp>
      <p:sp>
        <p:nvSpPr>
          <p:cNvPr id="307" name="Google Shape;307;p40"/>
          <p:cNvSpPr/>
          <p:nvPr>
            <p:ph idx="7" type="pic"/>
          </p:nvPr>
        </p:nvSpPr>
        <p:spPr>
          <a:xfrm>
            <a:off x="7345180" y="1596238"/>
            <a:ext cx="750900" cy="750900"/>
          </a:xfrm>
          <a:prstGeom prst="rect">
            <a:avLst/>
          </a:prstGeom>
          <a:noFill/>
          <a:ln>
            <a:noFill/>
          </a:ln>
        </p:spPr>
      </p:sp>
      <p:sp>
        <p:nvSpPr>
          <p:cNvPr id="308" name="Google Shape;308;p40"/>
          <p:cNvSpPr txBox="1"/>
          <p:nvPr>
            <p:ph idx="8" type="body"/>
          </p:nvPr>
        </p:nvSpPr>
        <p:spPr>
          <a:xfrm>
            <a:off x="6752950" y="2751550"/>
            <a:ext cx="1934700" cy="1593600"/>
          </a:xfrm>
          <a:prstGeom prst="rect">
            <a:avLst/>
          </a:prstGeom>
        </p:spPr>
        <p:txBody>
          <a:bodyPr anchorCtr="0" anchor="t" bIns="0" lIns="0" spcFirstLastPara="1" rIns="0" wrap="square" tIns="0">
            <a:noAutofit/>
          </a:bodyPr>
          <a:lstStyle>
            <a:lvl1pPr indent="-317500" lvl="0" marL="457200" algn="ctr">
              <a:spcBef>
                <a:spcPts val="0"/>
              </a:spcBef>
              <a:spcAft>
                <a:spcPts val="0"/>
              </a:spcAft>
              <a:buSzPts val="1400"/>
              <a:buChar char="●"/>
              <a:defRPr sz="1400">
                <a:solidFill>
                  <a:schemeClr val="dk1"/>
                </a:solidFill>
              </a:defRPr>
            </a:lvl1pPr>
            <a:lvl2pPr indent="-304800" lvl="1" marL="914400" algn="ctr">
              <a:spcBef>
                <a:spcPts val="1000"/>
              </a:spcBef>
              <a:spcAft>
                <a:spcPts val="0"/>
              </a:spcAft>
              <a:buSzPts val="1200"/>
              <a:buChar char="○"/>
              <a:defRPr sz="1200">
                <a:solidFill>
                  <a:schemeClr val="dk1"/>
                </a:solidFill>
              </a:defRPr>
            </a:lvl2pPr>
            <a:lvl3pPr indent="-304800" lvl="2" marL="1371600" algn="ctr">
              <a:spcBef>
                <a:spcPts val="1000"/>
              </a:spcBef>
              <a:spcAft>
                <a:spcPts val="0"/>
              </a:spcAft>
              <a:buSzPts val="1200"/>
              <a:buChar char="■"/>
              <a:defRPr sz="1200">
                <a:solidFill>
                  <a:schemeClr val="dk1"/>
                </a:solidFill>
              </a:defRPr>
            </a:lvl3pPr>
            <a:lvl4pPr indent="-304800" lvl="3" marL="1828800" algn="ctr">
              <a:spcBef>
                <a:spcPts val="1000"/>
              </a:spcBef>
              <a:spcAft>
                <a:spcPts val="0"/>
              </a:spcAft>
              <a:buSzPts val="1200"/>
              <a:buChar char="●"/>
              <a:defRPr sz="1200">
                <a:solidFill>
                  <a:schemeClr val="dk1"/>
                </a:solidFill>
              </a:defRPr>
            </a:lvl4pPr>
            <a:lvl5pPr indent="-304800" lvl="4" marL="2286000" algn="ctr">
              <a:spcBef>
                <a:spcPts val="1000"/>
              </a:spcBef>
              <a:spcAft>
                <a:spcPts val="0"/>
              </a:spcAft>
              <a:buSzPts val="1200"/>
              <a:buChar char="○"/>
              <a:defRPr sz="1200">
                <a:solidFill>
                  <a:schemeClr val="dk1"/>
                </a:solidFill>
              </a:defRPr>
            </a:lvl5pPr>
            <a:lvl6pPr indent="-304800" lvl="5" marL="2743200" algn="ctr">
              <a:spcBef>
                <a:spcPts val="1000"/>
              </a:spcBef>
              <a:spcAft>
                <a:spcPts val="0"/>
              </a:spcAft>
              <a:buSzPts val="1200"/>
              <a:buChar char="■"/>
              <a:defRPr sz="1200">
                <a:solidFill>
                  <a:schemeClr val="dk1"/>
                </a:solidFill>
              </a:defRPr>
            </a:lvl6pPr>
            <a:lvl7pPr indent="-304800" lvl="6" marL="3200400" algn="ctr">
              <a:spcBef>
                <a:spcPts val="1000"/>
              </a:spcBef>
              <a:spcAft>
                <a:spcPts val="0"/>
              </a:spcAft>
              <a:buSzPts val="1200"/>
              <a:buChar char="●"/>
              <a:defRPr sz="1200">
                <a:solidFill>
                  <a:schemeClr val="dk1"/>
                </a:solidFill>
              </a:defRPr>
            </a:lvl7pPr>
            <a:lvl8pPr indent="-304800" lvl="7" marL="3657600" algn="ctr">
              <a:spcBef>
                <a:spcPts val="1000"/>
              </a:spcBef>
              <a:spcAft>
                <a:spcPts val="0"/>
              </a:spcAft>
              <a:buSzPts val="1200"/>
              <a:buChar char="○"/>
              <a:defRPr sz="1200">
                <a:solidFill>
                  <a:schemeClr val="dk1"/>
                </a:solidFill>
              </a:defRPr>
            </a:lvl8pPr>
            <a:lvl9pPr indent="-304800" lvl="8" marL="4114800" algn="ctr">
              <a:spcBef>
                <a:spcPts val="1000"/>
              </a:spcBef>
              <a:spcAft>
                <a:spcPts val="1000"/>
              </a:spcAft>
              <a:buSzPts val="1200"/>
              <a:buChar char="■"/>
              <a:defRPr sz="1200">
                <a:solidFill>
                  <a:schemeClr val="dk1"/>
                </a:solidFill>
              </a:defRPr>
            </a:lvl9pPr>
          </a:lstStyle>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10: Title and 5 icons">
  <p:cSld name="TITLE_ONLY_1_1_2_1_1">
    <p:spTree>
      <p:nvGrpSpPr>
        <p:cNvPr id="309" name="Shape 309"/>
        <p:cNvGrpSpPr/>
        <p:nvPr/>
      </p:nvGrpSpPr>
      <p:grpSpPr>
        <a:xfrm>
          <a:off x="0" y="0"/>
          <a:ext cx="0" cy="0"/>
          <a:chOff x="0" y="0"/>
          <a:chExt cx="0" cy="0"/>
        </a:xfrm>
      </p:grpSpPr>
      <p:sp>
        <p:nvSpPr>
          <p:cNvPr id="310" name="Google Shape;310;p41"/>
          <p:cNvSpPr txBox="1"/>
          <p:nvPr>
            <p:ph idx="1" type="body"/>
          </p:nvPr>
        </p:nvSpPr>
        <p:spPr>
          <a:xfrm>
            <a:off x="455775" y="2762100"/>
            <a:ext cx="1541400" cy="1582800"/>
          </a:xfrm>
          <a:prstGeom prst="rect">
            <a:avLst/>
          </a:prstGeom>
        </p:spPr>
        <p:txBody>
          <a:bodyPr anchorCtr="0" anchor="t" bIns="0" lIns="0" spcFirstLastPara="1" rIns="0" wrap="square" tIns="0">
            <a:noAutofit/>
          </a:bodyPr>
          <a:lstStyle>
            <a:lvl1pPr indent="-317500" lvl="0" marL="457200" algn="ctr">
              <a:spcBef>
                <a:spcPts val="0"/>
              </a:spcBef>
              <a:spcAft>
                <a:spcPts val="0"/>
              </a:spcAft>
              <a:buSzPts val="1400"/>
              <a:buChar char="●"/>
              <a:defRPr sz="1400">
                <a:solidFill>
                  <a:schemeClr val="dk1"/>
                </a:solidFill>
              </a:defRPr>
            </a:lvl1pPr>
            <a:lvl2pPr indent="-304800" lvl="1" marL="914400" algn="ctr">
              <a:spcBef>
                <a:spcPts val="1000"/>
              </a:spcBef>
              <a:spcAft>
                <a:spcPts val="0"/>
              </a:spcAft>
              <a:buSzPts val="1200"/>
              <a:buChar char="○"/>
              <a:defRPr sz="1200">
                <a:solidFill>
                  <a:schemeClr val="dk1"/>
                </a:solidFill>
              </a:defRPr>
            </a:lvl2pPr>
            <a:lvl3pPr indent="-304800" lvl="2" marL="1371600" algn="ctr">
              <a:spcBef>
                <a:spcPts val="1000"/>
              </a:spcBef>
              <a:spcAft>
                <a:spcPts val="0"/>
              </a:spcAft>
              <a:buSzPts val="1200"/>
              <a:buChar char="■"/>
              <a:defRPr sz="1200">
                <a:solidFill>
                  <a:schemeClr val="dk1"/>
                </a:solidFill>
              </a:defRPr>
            </a:lvl3pPr>
            <a:lvl4pPr indent="-304800" lvl="3" marL="1828800" algn="ctr">
              <a:spcBef>
                <a:spcPts val="1000"/>
              </a:spcBef>
              <a:spcAft>
                <a:spcPts val="0"/>
              </a:spcAft>
              <a:buSzPts val="1200"/>
              <a:buChar char="●"/>
              <a:defRPr sz="1200">
                <a:solidFill>
                  <a:schemeClr val="dk1"/>
                </a:solidFill>
              </a:defRPr>
            </a:lvl4pPr>
            <a:lvl5pPr indent="-304800" lvl="4" marL="2286000" algn="ctr">
              <a:spcBef>
                <a:spcPts val="1000"/>
              </a:spcBef>
              <a:spcAft>
                <a:spcPts val="0"/>
              </a:spcAft>
              <a:buSzPts val="1200"/>
              <a:buChar char="○"/>
              <a:defRPr sz="1200">
                <a:solidFill>
                  <a:schemeClr val="dk1"/>
                </a:solidFill>
              </a:defRPr>
            </a:lvl5pPr>
            <a:lvl6pPr indent="-304800" lvl="5" marL="2743200" algn="ctr">
              <a:spcBef>
                <a:spcPts val="1000"/>
              </a:spcBef>
              <a:spcAft>
                <a:spcPts val="0"/>
              </a:spcAft>
              <a:buSzPts val="1200"/>
              <a:buChar char="■"/>
              <a:defRPr sz="1200">
                <a:solidFill>
                  <a:schemeClr val="dk1"/>
                </a:solidFill>
              </a:defRPr>
            </a:lvl6pPr>
            <a:lvl7pPr indent="-304800" lvl="6" marL="3200400" algn="ctr">
              <a:spcBef>
                <a:spcPts val="1000"/>
              </a:spcBef>
              <a:spcAft>
                <a:spcPts val="0"/>
              </a:spcAft>
              <a:buSzPts val="1200"/>
              <a:buChar char="●"/>
              <a:defRPr sz="1200">
                <a:solidFill>
                  <a:schemeClr val="dk1"/>
                </a:solidFill>
              </a:defRPr>
            </a:lvl7pPr>
            <a:lvl8pPr indent="-304800" lvl="7" marL="3657600" algn="ctr">
              <a:spcBef>
                <a:spcPts val="1000"/>
              </a:spcBef>
              <a:spcAft>
                <a:spcPts val="0"/>
              </a:spcAft>
              <a:buSzPts val="1200"/>
              <a:buChar char="○"/>
              <a:defRPr sz="1200">
                <a:solidFill>
                  <a:schemeClr val="dk1"/>
                </a:solidFill>
              </a:defRPr>
            </a:lvl8pPr>
            <a:lvl9pPr indent="-304800" lvl="8" marL="4114800" algn="ctr">
              <a:spcBef>
                <a:spcPts val="1000"/>
              </a:spcBef>
              <a:spcAft>
                <a:spcPts val="1000"/>
              </a:spcAft>
              <a:buSzPts val="1200"/>
              <a:buChar char="■"/>
              <a:defRPr sz="1200">
                <a:solidFill>
                  <a:schemeClr val="dk1"/>
                </a:solidFill>
              </a:defRPr>
            </a:lvl9pPr>
          </a:lstStyle>
          <a:p/>
        </p:txBody>
      </p:sp>
      <p:sp>
        <p:nvSpPr>
          <p:cNvPr id="311" name="Google Shape;311;p41"/>
          <p:cNvSpPr txBox="1"/>
          <p:nvPr>
            <p:ph idx="2" type="body"/>
          </p:nvPr>
        </p:nvSpPr>
        <p:spPr>
          <a:xfrm>
            <a:off x="2128360" y="2762100"/>
            <a:ext cx="1541400" cy="1582800"/>
          </a:xfrm>
          <a:prstGeom prst="rect">
            <a:avLst/>
          </a:prstGeom>
        </p:spPr>
        <p:txBody>
          <a:bodyPr anchorCtr="0" anchor="t" bIns="0" lIns="0" spcFirstLastPara="1" rIns="0" wrap="square" tIns="0">
            <a:noAutofit/>
          </a:bodyPr>
          <a:lstStyle>
            <a:lvl1pPr indent="-317500" lvl="0" marL="457200" algn="ctr">
              <a:spcBef>
                <a:spcPts val="0"/>
              </a:spcBef>
              <a:spcAft>
                <a:spcPts val="0"/>
              </a:spcAft>
              <a:buSzPts val="1400"/>
              <a:buChar char="●"/>
              <a:defRPr sz="1400">
                <a:solidFill>
                  <a:schemeClr val="dk1"/>
                </a:solidFill>
              </a:defRPr>
            </a:lvl1pPr>
            <a:lvl2pPr indent="-304800" lvl="1" marL="914400" algn="ctr">
              <a:spcBef>
                <a:spcPts val="1000"/>
              </a:spcBef>
              <a:spcAft>
                <a:spcPts val="0"/>
              </a:spcAft>
              <a:buSzPts val="1200"/>
              <a:buChar char="○"/>
              <a:defRPr sz="1200">
                <a:solidFill>
                  <a:schemeClr val="dk1"/>
                </a:solidFill>
              </a:defRPr>
            </a:lvl2pPr>
            <a:lvl3pPr indent="-304800" lvl="2" marL="1371600" algn="ctr">
              <a:spcBef>
                <a:spcPts val="1000"/>
              </a:spcBef>
              <a:spcAft>
                <a:spcPts val="0"/>
              </a:spcAft>
              <a:buSzPts val="1200"/>
              <a:buChar char="■"/>
              <a:defRPr sz="1200">
                <a:solidFill>
                  <a:schemeClr val="dk1"/>
                </a:solidFill>
              </a:defRPr>
            </a:lvl3pPr>
            <a:lvl4pPr indent="-304800" lvl="3" marL="1828800" algn="ctr">
              <a:spcBef>
                <a:spcPts val="1000"/>
              </a:spcBef>
              <a:spcAft>
                <a:spcPts val="0"/>
              </a:spcAft>
              <a:buSzPts val="1200"/>
              <a:buChar char="●"/>
              <a:defRPr sz="1200">
                <a:solidFill>
                  <a:schemeClr val="dk1"/>
                </a:solidFill>
              </a:defRPr>
            </a:lvl4pPr>
            <a:lvl5pPr indent="-304800" lvl="4" marL="2286000" algn="ctr">
              <a:spcBef>
                <a:spcPts val="1000"/>
              </a:spcBef>
              <a:spcAft>
                <a:spcPts val="0"/>
              </a:spcAft>
              <a:buSzPts val="1200"/>
              <a:buChar char="○"/>
              <a:defRPr sz="1200">
                <a:solidFill>
                  <a:schemeClr val="dk1"/>
                </a:solidFill>
              </a:defRPr>
            </a:lvl5pPr>
            <a:lvl6pPr indent="-304800" lvl="5" marL="2743200" algn="ctr">
              <a:spcBef>
                <a:spcPts val="1000"/>
              </a:spcBef>
              <a:spcAft>
                <a:spcPts val="0"/>
              </a:spcAft>
              <a:buSzPts val="1200"/>
              <a:buChar char="■"/>
              <a:defRPr sz="1200">
                <a:solidFill>
                  <a:schemeClr val="dk1"/>
                </a:solidFill>
              </a:defRPr>
            </a:lvl6pPr>
            <a:lvl7pPr indent="-304800" lvl="6" marL="3200400" algn="ctr">
              <a:spcBef>
                <a:spcPts val="1000"/>
              </a:spcBef>
              <a:spcAft>
                <a:spcPts val="0"/>
              </a:spcAft>
              <a:buSzPts val="1200"/>
              <a:buChar char="●"/>
              <a:defRPr sz="1200">
                <a:solidFill>
                  <a:schemeClr val="dk1"/>
                </a:solidFill>
              </a:defRPr>
            </a:lvl7pPr>
            <a:lvl8pPr indent="-304800" lvl="7" marL="3657600" algn="ctr">
              <a:spcBef>
                <a:spcPts val="1000"/>
              </a:spcBef>
              <a:spcAft>
                <a:spcPts val="0"/>
              </a:spcAft>
              <a:buSzPts val="1200"/>
              <a:buChar char="○"/>
              <a:defRPr sz="1200">
                <a:solidFill>
                  <a:schemeClr val="dk1"/>
                </a:solidFill>
              </a:defRPr>
            </a:lvl8pPr>
            <a:lvl9pPr indent="-304800" lvl="8" marL="4114800" algn="ctr">
              <a:spcBef>
                <a:spcPts val="1000"/>
              </a:spcBef>
              <a:spcAft>
                <a:spcPts val="1000"/>
              </a:spcAft>
              <a:buSzPts val="1200"/>
              <a:buChar char="■"/>
              <a:defRPr sz="1200">
                <a:solidFill>
                  <a:schemeClr val="dk1"/>
                </a:solidFill>
              </a:defRPr>
            </a:lvl9pPr>
          </a:lstStyle>
          <a:p/>
        </p:txBody>
      </p:sp>
      <p:sp>
        <p:nvSpPr>
          <p:cNvPr id="312" name="Google Shape;312;p41"/>
          <p:cNvSpPr txBox="1"/>
          <p:nvPr>
            <p:ph type="title"/>
          </p:nvPr>
        </p:nvSpPr>
        <p:spPr>
          <a:xfrm>
            <a:off x="456825" y="457199"/>
            <a:ext cx="8230200" cy="914400"/>
          </a:xfrm>
          <a:prstGeom prst="rect">
            <a:avLst/>
          </a:prstGeom>
        </p:spPr>
        <p:txBody>
          <a:bodyPr anchorCtr="0" anchor="t" bIns="0" lIns="0" spcFirstLastPara="1" rIns="0" wrap="square" tIns="0">
            <a:noAutofit/>
          </a:bodyPr>
          <a:lstStyle>
            <a:lvl1pPr lvl="0" algn="ctr">
              <a:spcBef>
                <a:spcPts val="0"/>
              </a:spcBef>
              <a:spcAft>
                <a:spcPts val="0"/>
              </a:spcAft>
              <a:buSzPts val="2400"/>
              <a:buNone/>
              <a:defRPr/>
            </a:lvl1pPr>
            <a:lvl2pPr lvl="1" algn="ctr">
              <a:spcBef>
                <a:spcPts val="1300"/>
              </a:spcBef>
              <a:spcAft>
                <a:spcPts val="0"/>
              </a:spcAft>
              <a:buSzPts val="2800"/>
              <a:buNone/>
              <a:defRPr/>
            </a:lvl2pPr>
            <a:lvl3pPr lvl="2" algn="ctr">
              <a:spcBef>
                <a:spcPts val="1300"/>
              </a:spcBef>
              <a:spcAft>
                <a:spcPts val="0"/>
              </a:spcAft>
              <a:buSzPts val="2800"/>
              <a:buNone/>
              <a:defRPr/>
            </a:lvl3pPr>
            <a:lvl4pPr lvl="3" algn="ctr">
              <a:spcBef>
                <a:spcPts val="1300"/>
              </a:spcBef>
              <a:spcAft>
                <a:spcPts val="0"/>
              </a:spcAft>
              <a:buSzPts val="2800"/>
              <a:buNone/>
              <a:defRPr/>
            </a:lvl4pPr>
            <a:lvl5pPr lvl="4" algn="ctr">
              <a:spcBef>
                <a:spcPts val="1300"/>
              </a:spcBef>
              <a:spcAft>
                <a:spcPts val="0"/>
              </a:spcAft>
              <a:buSzPts val="2800"/>
              <a:buNone/>
              <a:defRPr/>
            </a:lvl5pPr>
            <a:lvl6pPr lvl="5" algn="ctr">
              <a:spcBef>
                <a:spcPts val="1300"/>
              </a:spcBef>
              <a:spcAft>
                <a:spcPts val="0"/>
              </a:spcAft>
              <a:buSzPts val="2800"/>
              <a:buNone/>
              <a:defRPr/>
            </a:lvl6pPr>
            <a:lvl7pPr lvl="6" algn="ctr">
              <a:spcBef>
                <a:spcPts val="1300"/>
              </a:spcBef>
              <a:spcAft>
                <a:spcPts val="0"/>
              </a:spcAft>
              <a:buSzPts val="2800"/>
              <a:buNone/>
              <a:defRPr/>
            </a:lvl7pPr>
            <a:lvl8pPr lvl="7" algn="ctr">
              <a:spcBef>
                <a:spcPts val="1300"/>
              </a:spcBef>
              <a:spcAft>
                <a:spcPts val="0"/>
              </a:spcAft>
              <a:buSzPts val="2800"/>
              <a:buNone/>
              <a:defRPr/>
            </a:lvl8pPr>
            <a:lvl9pPr lvl="8" algn="ctr">
              <a:spcBef>
                <a:spcPts val="1300"/>
              </a:spcBef>
              <a:spcAft>
                <a:spcPts val="1300"/>
              </a:spcAft>
              <a:buSzPts val="2800"/>
              <a:buNone/>
              <a:defRPr/>
            </a:lvl9pPr>
          </a:lstStyle>
          <a:p/>
        </p:txBody>
      </p:sp>
      <p:sp>
        <p:nvSpPr>
          <p:cNvPr id="313" name="Google Shape;313;p41"/>
          <p:cNvSpPr txBox="1"/>
          <p:nvPr>
            <p:ph idx="12" type="sldNum"/>
          </p:nvPr>
        </p:nvSpPr>
        <p:spPr>
          <a:xfrm>
            <a:off x="8256725" y="4708927"/>
            <a:ext cx="437100" cy="107400"/>
          </a:xfrm>
          <a:prstGeom prst="rect">
            <a:avLst/>
          </a:prstGeom>
        </p:spPr>
        <p:txBody>
          <a:bodyPr anchorCtr="0" anchor="t" bIns="0" lIns="0" spcFirstLastPara="1" rIns="0" wrap="square" tIns="0">
            <a:noAutofit/>
          </a:bodyPr>
          <a:lstStyle>
            <a:lvl1pPr lvl="0" algn="r">
              <a:lnSpc>
                <a:spcPct val="80000"/>
              </a:lnSpc>
              <a:buSzPts val="1000"/>
              <a:buNone/>
              <a:defRPr>
                <a:latin typeface="Poppins"/>
                <a:ea typeface="Poppins"/>
                <a:cs typeface="Poppins"/>
                <a:sym typeface="Poppins"/>
              </a:defRPr>
            </a:lvl1pPr>
            <a:lvl2pPr lvl="1" algn="r">
              <a:lnSpc>
                <a:spcPct val="80000"/>
              </a:lnSpc>
              <a:buSzPts val="1000"/>
              <a:buNone/>
              <a:defRPr>
                <a:latin typeface="Poppins"/>
                <a:ea typeface="Poppins"/>
                <a:cs typeface="Poppins"/>
                <a:sym typeface="Poppins"/>
              </a:defRPr>
            </a:lvl2pPr>
            <a:lvl3pPr lvl="2" algn="r">
              <a:lnSpc>
                <a:spcPct val="80000"/>
              </a:lnSpc>
              <a:buSzPts val="1000"/>
              <a:buNone/>
              <a:defRPr>
                <a:latin typeface="Poppins"/>
                <a:ea typeface="Poppins"/>
                <a:cs typeface="Poppins"/>
                <a:sym typeface="Poppins"/>
              </a:defRPr>
            </a:lvl3pPr>
            <a:lvl4pPr lvl="3" algn="r">
              <a:lnSpc>
                <a:spcPct val="80000"/>
              </a:lnSpc>
              <a:buSzPts val="1000"/>
              <a:buNone/>
              <a:defRPr>
                <a:latin typeface="Poppins"/>
                <a:ea typeface="Poppins"/>
                <a:cs typeface="Poppins"/>
                <a:sym typeface="Poppins"/>
              </a:defRPr>
            </a:lvl4pPr>
            <a:lvl5pPr lvl="4" algn="r">
              <a:lnSpc>
                <a:spcPct val="80000"/>
              </a:lnSpc>
              <a:buSzPts val="1000"/>
              <a:buNone/>
              <a:defRPr>
                <a:latin typeface="Poppins"/>
                <a:ea typeface="Poppins"/>
                <a:cs typeface="Poppins"/>
                <a:sym typeface="Poppins"/>
              </a:defRPr>
            </a:lvl5pPr>
            <a:lvl6pPr lvl="5" algn="r">
              <a:lnSpc>
                <a:spcPct val="80000"/>
              </a:lnSpc>
              <a:buSzPts val="1000"/>
              <a:buNone/>
              <a:defRPr>
                <a:latin typeface="Poppins"/>
                <a:ea typeface="Poppins"/>
                <a:cs typeface="Poppins"/>
                <a:sym typeface="Poppins"/>
              </a:defRPr>
            </a:lvl6pPr>
            <a:lvl7pPr lvl="6" algn="r">
              <a:lnSpc>
                <a:spcPct val="80000"/>
              </a:lnSpc>
              <a:buSzPts val="1000"/>
              <a:buNone/>
              <a:defRPr>
                <a:latin typeface="Poppins"/>
                <a:ea typeface="Poppins"/>
                <a:cs typeface="Poppins"/>
                <a:sym typeface="Poppins"/>
              </a:defRPr>
            </a:lvl7pPr>
            <a:lvl8pPr lvl="7" algn="r">
              <a:lnSpc>
                <a:spcPct val="80000"/>
              </a:lnSpc>
              <a:buSzPts val="1000"/>
              <a:buNone/>
              <a:defRPr>
                <a:latin typeface="Poppins"/>
                <a:ea typeface="Poppins"/>
                <a:cs typeface="Poppins"/>
                <a:sym typeface="Poppins"/>
              </a:defRPr>
            </a:lvl8pPr>
            <a:lvl9pPr lvl="8" algn="r">
              <a:lnSpc>
                <a:spcPct val="80000"/>
              </a:lnSpc>
              <a:buSzPts val="1000"/>
              <a:buNone/>
              <a:defRPr>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314" name="Google Shape;314;p41"/>
          <p:cNvSpPr/>
          <p:nvPr>
            <p:ph idx="3" type="pic"/>
          </p:nvPr>
        </p:nvSpPr>
        <p:spPr>
          <a:xfrm>
            <a:off x="752325" y="1623594"/>
            <a:ext cx="948300" cy="948300"/>
          </a:xfrm>
          <a:prstGeom prst="rect">
            <a:avLst/>
          </a:prstGeom>
          <a:noFill/>
          <a:ln>
            <a:noFill/>
          </a:ln>
        </p:spPr>
      </p:sp>
      <p:sp>
        <p:nvSpPr>
          <p:cNvPr id="315" name="Google Shape;315;p41"/>
          <p:cNvSpPr/>
          <p:nvPr>
            <p:ph idx="4" type="pic"/>
          </p:nvPr>
        </p:nvSpPr>
        <p:spPr>
          <a:xfrm>
            <a:off x="2424913" y="1623594"/>
            <a:ext cx="948300" cy="948300"/>
          </a:xfrm>
          <a:prstGeom prst="rect">
            <a:avLst/>
          </a:prstGeom>
          <a:noFill/>
          <a:ln>
            <a:noFill/>
          </a:ln>
        </p:spPr>
      </p:sp>
      <p:sp>
        <p:nvSpPr>
          <p:cNvPr id="316" name="Google Shape;316;p41"/>
          <p:cNvSpPr txBox="1"/>
          <p:nvPr>
            <p:ph idx="5" type="body"/>
          </p:nvPr>
        </p:nvSpPr>
        <p:spPr>
          <a:xfrm>
            <a:off x="3800416" y="2762100"/>
            <a:ext cx="1541400" cy="1582800"/>
          </a:xfrm>
          <a:prstGeom prst="rect">
            <a:avLst/>
          </a:prstGeom>
        </p:spPr>
        <p:txBody>
          <a:bodyPr anchorCtr="0" anchor="t" bIns="0" lIns="0" spcFirstLastPara="1" rIns="0" wrap="square" tIns="0">
            <a:noAutofit/>
          </a:bodyPr>
          <a:lstStyle>
            <a:lvl1pPr indent="-317500" lvl="0" marL="457200" algn="ctr">
              <a:spcBef>
                <a:spcPts val="0"/>
              </a:spcBef>
              <a:spcAft>
                <a:spcPts val="0"/>
              </a:spcAft>
              <a:buSzPts val="1400"/>
              <a:buChar char="●"/>
              <a:defRPr sz="1400">
                <a:solidFill>
                  <a:schemeClr val="dk1"/>
                </a:solidFill>
              </a:defRPr>
            </a:lvl1pPr>
            <a:lvl2pPr indent="-304800" lvl="1" marL="914400" algn="ctr">
              <a:spcBef>
                <a:spcPts val="1000"/>
              </a:spcBef>
              <a:spcAft>
                <a:spcPts val="0"/>
              </a:spcAft>
              <a:buSzPts val="1200"/>
              <a:buChar char="○"/>
              <a:defRPr sz="1200">
                <a:solidFill>
                  <a:schemeClr val="dk1"/>
                </a:solidFill>
              </a:defRPr>
            </a:lvl2pPr>
            <a:lvl3pPr indent="-304800" lvl="2" marL="1371600" algn="ctr">
              <a:spcBef>
                <a:spcPts val="1000"/>
              </a:spcBef>
              <a:spcAft>
                <a:spcPts val="0"/>
              </a:spcAft>
              <a:buSzPts val="1200"/>
              <a:buChar char="■"/>
              <a:defRPr sz="1200">
                <a:solidFill>
                  <a:schemeClr val="dk1"/>
                </a:solidFill>
              </a:defRPr>
            </a:lvl3pPr>
            <a:lvl4pPr indent="-304800" lvl="3" marL="1828800" algn="ctr">
              <a:spcBef>
                <a:spcPts val="1000"/>
              </a:spcBef>
              <a:spcAft>
                <a:spcPts val="0"/>
              </a:spcAft>
              <a:buSzPts val="1200"/>
              <a:buChar char="●"/>
              <a:defRPr sz="1200">
                <a:solidFill>
                  <a:schemeClr val="dk1"/>
                </a:solidFill>
              </a:defRPr>
            </a:lvl4pPr>
            <a:lvl5pPr indent="-304800" lvl="4" marL="2286000" algn="ctr">
              <a:spcBef>
                <a:spcPts val="1000"/>
              </a:spcBef>
              <a:spcAft>
                <a:spcPts val="0"/>
              </a:spcAft>
              <a:buSzPts val="1200"/>
              <a:buChar char="○"/>
              <a:defRPr sz="1200">
                <a:solidFill>
                  <a:schemeClr val="dk1"/>
                </a:solidFill>
              </a:defRPr>
            </a:lvl5pPr>
            <a:lvl6pPr indent="-304800" lvl="5" marL="2743200" algn="ctr">
              <a:spcBef>
                <a:spcPts val="1000"/>
              </a:spcBef>
              <a:spcAft>
                <a:spcPts val="0"/>
              </a:spcAft>
              <a:buSzPts val="1200"/>
              <a:buChar char="■"/>
              <a:defRPr sz="1200">
                <a:solidFill>
                  <a:schemeClr val="dk1"/>
                </a:solidFill>
              </a:defRPr>
            </a:lvl6pPr>
            <a:lvl7pPr indent="-304800" lvl="6" marL="3200400" algn="ctr">
              <a:spcBef>
                <a:spcPts val="1000"/>
              </a:spcBef>
              <a:spcAft>
                <a:spcPts val="0"/>
              </a:spcAft>
              <a:buSzPts val="1200"/>
              <a:buChar char="●"/>
              <a:defRPr sz="1200">
                <a:solidFill>
                  <a:schemeClr val="dk1"/>
                </a:solidFill>
              </a:defRPr>
            </a:lvl7pPr>
            <a:lvl8pPr indent="-304800" lvl="7" marL="3657600" algn="ctr">
              <a:spcBef>
                <a:spcPts val="1000"/>
              </a:spcBef>
              <a:spcAft>
                <a:spcPts val="0"/>
              </a:spcAft>
              <a:buSzPts val="1200"/>
              <a:buChar char="○"/>
              <a:defRPr sz="1200">
                <a:solidFill>
                  <a:schemeClr val="dk1"/>
                </a:solidFill>
              </a:defRPr>
            </a:lvl8pPr>
            <a:lvl9pPr indent="-304800" lvl="8" marL="4114800" algn="ctr">
              <a:spcBef>
                <a:spcPts val="1000"/>
              </a:spcBef>
              <a:spcAft>
                <a:spcPts val="1000"/>
              </a:spcAft>
              <a:buSzPts val="1200"/>
              <a:buChar char="■"/>
              <a:defRPr sz="1200">
                <a:solidFill>
                  <a:schemeClr val="dk1"/>
                </a:solidFill>
              </a:defRPr>
            </a:lvl9pPr>
          </a:lstStyle>
          <a:p/>
        </p:txBody>
      </p:sp>
      <p:sp>
        <p:nvSpPr>
          <p:cNvPr id="317" name="Google Shape;317;p41"/>
          <p:cNvSpPr/>
          <p:nvPr>
            <p:ph idx="6" type="pic"/>
          </p:nvPr>
        </p:nvSpPr>
        <p:spPr>
          <a:xfrm>
            <a:off x="4097500" y="1623594"/>
            <a:ext cx="948300" cy="948300"/>
          </a:xfrm>
          <a:prstGeom prst="rect">
            <a:avLst/>
          </a:prstGeom>
          <a:noFill/>
          <a:ln>
            <a:noFill/>
          </a:ln>
        </p:spPr>
      </p:sp>
      <p:sp>
        <p:nvSpPr>
          <p:cNvPr id="318" name="Google Shape;318;p41"/>
          <p:cNvSpPr txBox="1"/>
          <p:nvPr>
            <p:ph idx="7" type="body"/>
          </p:nvPr>
        </p:nvSpPr>
        <p:spPr>
          <a:xfrm>
            <a:off x="5472473" y="2762100"/>
            <a:ext cx="1541400" cy="1582800"/>
          </a:xfrm>
          <a:prstGeom prst="rect">
            <a:avLst/>
          </a:prstGeom>
        </p:spPr>
        <p:txBody>
          <a:bodyPr anchorCtr="0" anchor="t" bIns="0" lIns="0" spcFirstLastPara="1" rIns="0" wrap="square" tIns="0">
            <a:noAutofit/>
          </a:bodyPr>
          <a:lstStyle>
            <a:lvl1pPr indent="-317500" lvl="0" marL="457200" algn="ctr">
              <a:spcBef>
                <a:spcPts val="0"/>
              </a:spcBef>
              <a:spcAft>
                <a:spcPts val="0"/>
              </a:spcAft>
              <a:buSzPts val="1400"/>
              <a:buChar char="●"/>
              <a:defRPr sz="1400">
                <a:solidFill>
                  <a:schemeClr val="dk1"/>
                </a:solidFill>
              </a:defRPr>
            </a:lvl1pPr>
            <a:lvl2pPr indent="-304800" lvl="1" marL="914400" algn="ctr">
              <a:spcBef>
                <a:spcPts val="1000"/>
              </a:spcBef>
              <a:spcAft>
                <a:spcPts val="0"/>
              </a:spcAft>
              <a:buSzPts val="1200"/>
              <a:buChar char="○"/>
              <a:defRPr sz="1200">
                <a:solidFill>
                  <a:schemeClr val="dk1"/>
                </a:solidFill>
              </a:defRPr>
            </a:lvl2pPr>
            <a:lvl3pPr indent="-304800" lvl="2" marL="1371600" algn="ctr">
              <a:spcBef>
                <a:spcPts val="1000"/>
              </a:spcBef>
              <a:spcAft>
                <a:spcPts val="0"/>
              </a:spcAft>
              <a:buSzPts val="1200"/>
              <a:buChar char="■"/>
              <a:defRPr sz="1200">
                <a:solidFill>
                  <a:schemeClr val="dk1"/>
                </a:solidFill>
              </a:defRPr>
            </a:lvl3pPr>
            <a:lvl4pPr indent="-304800" lvl="3" marL="1828800" algn="ctr">
              <a:spcBef>
                <a:spcPts val="1000"/>
              </a:spcBef>
              <a:spcAft>
                <a:spcPts val="0"/>
              </a:spcAft>
              <a:buSzPts val="1200"/>
              <a:buChar char="●"/>
              <a:defRPr sz="1200">
                <a:solidFill>
                  <a:schemeClr val="dk1"/>
                </a:solidFill>
              </a:defRPr>
            </a:lvl4pPr>
            <a:lvl5pPr indent="-304800" lvl="4" marL="2286000" algn="ctr">
              <a:spcBef>
                <a:spcPts val="1000"/>
              </a:spcBef>
              <a:spcAft>
                <a:spcPts val="0"/>
              </a:spcAft>
              <a:buSzPts val="1200"/>
              <a:buChar char="○"/>
              <a:defRPr sz="1200">
                <a:solidFill>
                  <a:schemeClr val="dk1"/>
                </a:solidFill>
              </a:defRPr>
            </a:lvl5pPr>
            <a:lvl6pPr indent="-304800" lvl="5" marL="2743200" algn="ctr">
              <a:spcBef>
                <a:spcPts val="1000"/>
              </a:spcBef>
              <a:spcAft>
                <a:spcPts val="0"/>
              </a:spcAft>
              <a:buSzPts val="1200"/>
              <a:buChar char="■"/>
              <a:defRPr sz="1200">
                <a:solidFill>
                  <a:schemeClr val="dk1"/>
                </a:solidFill>
              </a:defRPr>
            </a:lvl6pPr>
            <a:lvl7pPr indent="-304800" lvl="6" marL="3200400" algn="ctr">
              <a:spcBef>
                <a:spcPts val="1000"/>
              </a:spcBef>
              <a:spcAft>
                <a:spcPts val="0"/>
              </a:spcAft>
              <a:buSzPts val="1200"/>
              <a:buChar char="●"/>
              <a:defRPr sz="1200">
                <a:solidFill>
                  <a:schemeClr val="dk1"/>
                </a:solidFill>
              </a:defRPr>
            </a:lvl7pPr>
            <a:lvl8pPr indent="-304800" lvl="7" marL="3657600" algn="ctr">
              <a:spcBef>
                <a:spcPts val="1000"/>
              </a:spcBef>
              <a:spcAft>
                <a:spcPts val="0"/>
              </a:spcAft>
              <a:buSzPts val="1200"/>
              <a:buChar char="○"/>
              <a:defRPr sz="1200">
                <a:solidFill>
                  <a:schemeClr val="dk1"/>
                </a:solidFill>
              </a:defRPr>
            </a:lvl8pPr>
            <a:lvl9pPr indent="-304800" lvl="8" marL="4114800" algn="ctr">
              <a:spcBef>
                <a:spcPts val="1000"/>
              </a:spcBef>
              <a:spcAft>
                <a:spcPts val="1000"/>
              </a:spcAft>
              <a:buSzPts val="1200"/>
              <a:buChar char="■"/>
              <a:defRPr sz="1200">
                <a:solidFill>
                  <a:schemeClr val="dk1"/>
                </a:solidFill>
              </a:defRPr>
            </a:lvl9pPr>
          </a:lstStyle>
          <a:p/>
        </p:txBody>
      </p:sp>
      <p:sp>
        <p:nvSpPr>
          <p:cNvPr id="319" name="Google Shape;319;p41"/>
          <p:cNvSpPr/>
          <p:nvPr>
            <p:ph idx="8" type="pic"/>
          </p:nvPr>
        </p:nvSpPr>
        <p:spPr>
          <a:xfrm>
            <a:off x="5770088" y="1623594"/>
            <a:ext cx="948300" cy="948300"/>
          </a:xfrm>
          <a:prstGeom prst="rect">
            <a:avLst/>
          </a:prstGeom>
          <a:noFill/>
          <a:ln>
            <a:noFill/>
          </a:ln>
        </p:spPr>
      </p:sp>
      <p:sp>
        <p:nvSpPr>
          <p:cNvPr id="320" name="Google Shape;320;p41"/>
          <p:cNvSpPr txBox="1"/>
          <p:nvPr>
            <p:ph idx="9" type="body"/>
          </p:nvPr>
        </p:nvSpPr>
        <p:spPr>
          <a:xfrm>
            <a:off x="7144530" y="2762100"/>
            <a:ext cx="1541400" cy="1582800"/>
          </a:xfrm>
          <a:prstGeom prst="rect">
            <a:avLst/>
          </a:prstGeom>
        </p:spPr>
        <p:txBody>
          <a:bodyPr anchorCtr="0" anchor="t" bIns="0" lIns="0" spcFirstLastPara="1" rIns="0" wrap="square" tIns="0">
            <a:noAutofit/>
          </a:bodyPr>
          <a:lstStyle>
            <a:lvl1pPr indent="-317500" lvl="0" marL="457200" algn="ctr">
              <a:spcBef>
                <a:spcPts val="0"/>
              </a:spcBef>
              <a:spcAft>
                <a:spcPts val="0"/>
              </a:spcAft>
              <a:buSzPts val="1400"/>
              <a:buChar char="●"/>
              <a:defRPr sz="1400">
                <a:solidFill>
                  <a:schemeClr val="dk1"/>
                </a:solidFill>
              </a:defRPr>
            </a:lvl1pPr>
            <a:lvl2pPr indent="-304800" lvl="1" marL="914400" algn="ctr">
              <a:spcBef>
                <a:spcPts val="1000"/>
              </a:spcBef>
              <a:spcAft>
                <a:spcPts val="0"/>
              </a:spcAft>
              <a:buSzPts val="1200"/>
              <a:buChar char="○"/>
              <a:defRPr sz="1200">
                <a:solidFill>
                  <a:schemeClr val="dk1"/>
                </a:solidFill>
              </a:defRPr>
            </a:lvl2pPr>
            <a:lvl3pPr indent="-304800" lvl="2" marL="1371600" algn="ctr">
              <a:spcBef>
                <a:spcPts val="1000"/>
              </a:spcBef>
              <a:spcAft>
                <a:spcPts val="0"/>
              </a:spcAft>
              <a:buSzPts val="1200"/>
              <a:buChar char="■"/>
              <a:defRPr sz="1200">
                <a:solidFill>
                  <a:schemeClr val="dk1"/>
                </a:solidFill>
              </a:defRPr>
            </a:lvl3pPr>
            <a:lvl4pPr indent="-304800" lvl="3" marL="1828800" algn="ctr">
              <a:spcBef>
                <a:spcPts val="1000"/>
              </a:spcBef>
              <a:spcAft>
                <a:spcPts val="0"/>
              </a:spcAft>
              <a:buSzPts val="1200"/>
              <a:buChar char="●"/>
              <a:defRPr sz="1200">
                <a:solidFill>
                  <a:schemeClr val="dk1"/>
                </a:solidFill>
              </a:defRPr>
            </a:lvl4pPr>
            <a:lvl5pPr indent="-304800" lvl="4" marL="2286000" algn="ctr">
              <a:spcBef>
                <a:spcPts val="1000"/>
              </a:spcBef>
              <a:spcAft>
                <a:spcPts val="0"/>
              </a:spcAft>
              <a:buSzPts val="1200"/>
              <a:buChar char="○"/>
              <a:defRPr sz="1200">
                <a:solidFill>
                  <a:schemeClr val="dk1"/>
                </a:solidFill>
              </a:defRPr>
            </a:lvl5pPr>
            <a:lvl6pPr indent="-304800" lvl="5" marL="2743200" algn="ctr">
              <a:spcBef>
                <a:spcPts val="1000"/>
              </a:spcBef>
              <a:spcAft>
                <a:spcPts val="0"/>
              </a:spcAft>
              <a:buSzPts val="1200"/>
              <a:buChar char="■"/>
              <a:defRPr sz="1200">
                <a:solidFill>
                  <a:schemeClr val="dk1"/>
                </a:solidFill>
              </a:defRPr>
            </a:lvl6pPr>
            <a:lvl7pPr indent="-304800" lvl="6" marL="3200400" algn="ctr">
              <a:spcBef>
                <a:spcPts val="1000"/>
              </a:spcBef>
              <a:spcAft>
                <a:spcPts val="0"/>
              </a:spcAft>
              <a:buSzPts val="1200"/>
              <a:buChar char="●"/>
              <a:defRPr sz="1200">
                <a:solidFill>
                  <a:schemeClr val="dk1"/>
                </a:solidFill>
              </a:defRPr>
            </a:lvl7pPr>
            <a:lvl8pPr indent="-304800" lvl="7" marL="3657600" algn="ctr">
              <a:spcBef>
                <a:spcPts val="1000"/>
              </a:spcBef>
              <a:spcAft>
                <a:spcPts val="0"/>
              </a:spcAft>
              <a:buSzPts val="1200"/>
              <a:buChar char="○"/>
              <a:defRPr sz="1200">
                <a:solidFill>
                  <a:schemeClr val="dk1"/>
                </a:solidFill>
              </a:defRPr>
            </a:lvl8pPr>
            <a:lvl9pPr indent="-304800" lvl="8" marL="4114800" algn="ctr">
              <a:spcBef>
                <a:spcPts val="1000"/>
              </a:spcBef>
              <a:spcAft>
                <a:spcPts val="1000"/>
              </a:spcAft>
              <a:buSzPts val="1200"/>
              <a:buChar char="■"/>
              <a:defRPr sz="1200">
                <a:solidFill>
                  <a:schemeClr val="dk1"/>
                </a:solidFill>
              </a:defRPr>
            </a:lvl9pPr>
          </a:lstStyle>
          <a:p/>
        </p:txBody>
      </p:sp>
      <p:sp>
        <p:nvSpPr>
          <p:cNvPr id="321" name="Google Shape;321;p41"/>
          <p:cNvSpPr/>
          <p:nvPr>
            <p:ph idx="13" type="pic"/>
          </p:nvPr>
        </p:nvSpPr>
        <p:spPr>
          <a:xfrm>
            <a:off x="7442675" y="1623594"/>
            <a:ext cx="948300" cy="948300"/>
          </a:xfrm>
          <a:prstGeom prst="rect">
            <a:avLst/>
          </a:prstGeom>
          <a:noFill/>
          <a:ln>
            <a:noFill/>
          </a:ln>
        </p:spPr>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11: Title and 5 icons">
  <p:cSld name="TITLE_ONLY_1_1_1_2_1_1">
    <p:spTree>
      <p:nvGrpSpPr>
        <p:cNvPr id="322" name="Shape 322"/>
        <p:cNvGrpSpPr/>
        <p:nvPr/>
      </p:nvGrpSpPr>
      <p:grpSpPr>
        <a:xfrm>
          <a:off x="0" y="0"/>
          <a:ext cx="0" cy="0"/>
          <a:chOff x="0" y="0"/>
          <a:chExt cx="0" cy="0"/>
        </a:xfrm>
      </p:grpSpPr>
      <p:sp>
        <p:nvSpPr>
          <p:cNvPr id="323" name="Google Shape;323;p42"/>
          <p:cNvSpPr/>
          <p:nvPr/>
        </p:nvSpPr>
        <p:spPr>
          <a:xfrm>
            <a:off x="3800416" y="1755138"/>
            <a:ext cx="1541400" cy="2570400"/>
          </a:xfrm>
          <a:prstGeom prst="roundRect">
            <a:avLst>
              <a:gd fmla="val 9523" name="adj"/>
            </a:avLst>
          </a:prstGeom>
          <a:solidFill>
            <a:srgbClr val="E8E6DC"/>
          </a:solidFill>
          <a:ln>
            <a:noFill/>
          </a:ln>
        </p:spPr>
        <p:txBody>
          <a:bodyPr anchorCtr="0" anchor="t" bIns="91450" lIns="91450" spcFirstLastPara="1" rIns="91450" wrap="square" tIns="1280150">
            <a:noAutofit/>
          </a:bodyPr>
          <a:lstStyle/>
          <a:p>
            <a:pPr indent="0" lvl="0" marL="0" rtl="0" algn="ctr">
              <a:spcBef>
                <a:spcPts val="0"/>
              </a:spcBef>
              <a:spcAft>
                <a:spcPts val="0"/>
              </a:spcAft>
              <a:buNone/>
            </a:pPr>
            <a:r>
              <a:t/>
            </a:r>
            <a:endParaRPr sz="700">
              <a:latin typeface="Lora"/>
              <a:ea typeface="Lora"/>
              <a:cs typeface="Lora"/>
              <a:sym typeface="Lora"/>
            </a:endParaRPr>
          </a:p>
        </p:txBody>
      </p:sp>
      <p:sp>
        <p:nvSpPr>
          <p:cNvPr id="324" name="Google Shape;324;p42"/>
          <p:cNvSpPr/>
          <p:nvPr/>
        </p:nvSpPr>
        <p:spPr>
          <a:xfrm>
            <a:off x="2128360" y="1774663"/>
            <a:ext cx="1541400" cy="2570400"/>
          </a:xfrm>
          <a:prstGeom prst="roundRect">
            <a:avLst>
              <a:gd fmla="val 9523" name="adj"/>
            </a:avLst>
          </a:prstGeom>
          <a:solidFill>
            <a:srgbClr val="E8E6DC"/>
          </a:solidFill>
          <a:ln>
            <a:noFill/>
          </a:ln>
        </p:spPr>
        <p:txBody>
          <a:bodyPr anchorCtr="0" anchor="t" bIns="91450" lIns="91450" spcFirstLastPara="1" rIns="91450" wrap="square" tIns="1280150">
            <a:noAutofit/>
          </a:bodyPr>
          <a:lstStyle/>
          <a:p>
            <a:pPr indent="0" lvl="0" marL="0" rtl="0" algn="ctr">
              <a:spcBef>
                <a:spcPts val="0"/>
              </a:spcBef>
              <a:spcAft>
                <a:spcPts val="0"/>
              </a:spcAft>
              <a:buNone/>
            </a:pPr>
            <a:r>
              <a:t/>
            </a:r>
            <a:endParaRPr sz="700">
              <a:latin typeface="Lora"/>
              <a:ea typeface="Lora"/>
              <a:cs typeface="Lora"/>
              <a:sym typeface="Lora"/>
            </a:endParaRPr>
          </a:p>
        </p:txBody>
      </p:sp>
      <p:sp>
        <p:nvSpPr>
          <p:cNvPr id="325" name="Google Shape;325;p42"/>
          <p:cNvSpPr/>
          <p:nvPr/>
        </p:nvSpPr>
        <p:spPr>
          <a:xfrm>
            <a:off x="455775" y="1774663"/>
            <a:ext cx="1541400" cy="2570400"/>
          </a:xfrm>
          <a:prstGeom prst="roundRect">
            <a:avLst>
              <a:gd fmla="val 9523" name="adj"/>
            </a:avLst>
          </a:prstGeom>
          <a:solidFill>
            <a:srgbClr val="E8E6DC"/>
          </a:solidFill>
          <a:ln>
            <a:noFill/>
          </a:ln>
        </p:spPr>
        <p:txBody>
          <a:bodyPr anchorCtr="0" anchor="t" bIns="91450" lIns="91450" spcFirstLastPara="1" rIns="91450" wrap="square" tIns="1280150">
            <a:noAutofit/>
          </a:bodyPr>
          <a:lstStyle/>
          <a:p>
            <a:pPr indent="0" lvl="0" marL="0" rtl="0" algn="ctr">
              <a:spcBef>
                <a:spcPts val="0"/>
              </a:spcBef>
              <a:spcAft>
                <a:spcPts val="0"/>
              </a:spcAft>
              <a:buNone/>
            </a:pPr>
            <a:r>
              <a:t/>
            </a:r>
            <a:endParaRPr sz="700">
              <a:latin typeface="Lora"/>
              <a:ea typeface="Lora"/>
              <a:cs typeface="Lora"/>
              <a:sym typeface="Lora"/>
            </a:endParaRPr>
          </a:p>
        </p:txBody>
      </p:sp>
      <p:sp>
        <p:nvSpPr>
          <p:cNvPr id="326" name="Google Shape;326;p42"/>
          <p:cNvSpPr txBox="1"/>
          <p:nvPr>
            <p:ph idx="1" type="body"/>
          </p:nvPr>
        </p:nvSpPr>
        <p:spPr>
          <a:xfrm>
            <a:off x="455775" y="3036100"/>
            <a:ext cx="1541400" cy="1309200"/>
          </a:xfrm>
          <a:prstGeom prst="rect">
            <a:avLst/>
          </a:prstGeom>
        </p:spPr>
        <p:txBody>
          <a:bodyPr anchorCtr="0" anchor="t" bIns="91450" lIns="91450" spcFirstLastPara="1" rIns="91450" wrap="square" tIns="91450">
            <a:noAutofit/>
          </a:bodyPr>
          <a:lstStyle>
            <a:lvl1pPr indent="-292100" lvl="0" marL="457200" algn="ctr">
              <a:spcBef>
                <a:spcPts val="0"/>
              </a:spcBef>
              <a:spcAft>
                <a:spcPts val="0"/>
              </a:spcAft>
              <a:buSzPts val="1000"/>
              <a:buChar char="●"/>
              <a:defRPr sz="1000">
                <a:solidFill>
                  <a:schemeClr val="dk1"/>
                </a:solidFill>
              </a:defRPr>
            </a:lvl1pPr>
            <a:lvl2pPr indent="-292100" lvl="1" marL="914400" algn="ctr">
              <a:spcBef>
                <a:spcPts val="1000"/>
              </a:spcBef>
              <a:spcAft>
                <a:spcPts val="0"/>
              </a:spcAft>
              <a:buSzPts val="1000"/>
              <a:buChar char="○"/>
              <a:defRPr sz="1000">
                <a:solidFill>
                  <a:schemeClr val="dk1"/>
                </a:solidFill>
              </a:defRPr>
            </a:lvl2pPr>
            <a:lvl3pPr indent="-292100" lvl="2" marL="1371600" algn="ctr">
              <a:spcBef>
                <a:spcPts val="1000"/>
              </a:spcBef>
              <a:spcAft>
                <a:spcPts val="0"/>
              </a:spcAft>
              <a:buSzPts val="1000"/>
              <a:buChar char="■"/>
              <a:defRPr>
                <a:solidFill>
                  <a:schemeClr val="dk1"/>
                </a:solidFill>
              </a:defRPr>
            </a:lvl3pPr>
            <a:lvl4pPr indent="-292100" lvl="3" marL="1828800" algn="ctr">
              <a:spcBef>
                <a:spcPts val="1000"/>
              </a:spcBef>
              <a:spcAft>
                <a:spcPts val="0"/>
              </a:spcAft>
              <a:buSzPts val="1000"/>
              <a:buChar char="●"/>
              <a:defRPr>
                <a:solidFill>
                  <a:schemeClr val="dk1"/>
                </a:solidFill>
              </a:defRPr>
            </a:lvl4pPr>
            <a:lvl5pPr indent="-292100" lvl="4" marL="2286000" algn="ctr">
              <a:spcBef>
                <a:spcPts val="1000"/>
              </a:spcBef>
              <a:spcAft>
                <a:spcPts val="0"/>
              </a:spcAft>
              <a:buSzPts val="1000"/>
              <a:buChar char="○"/>
              <a:defRPr>
                <a:solidFill>
                  <a:schemeClr val="dk1"/>
                </a:solidFill>
              </a:defRPr>
            </a:lvl5pPr>
            <a:lvl6pPr indent="-292100" lvl="5" marL="2743200" algn="ctr">
              <a:spcBef>
                <a:spcPts val="1000"/>
              </a:spcBef>
              <a:spcAft>
                <a:spcPts val="0"/>
              </a:spcAft>
              <a:buSzPts val="1000"/>
              <a:buChar char="■"/>
              <a:defRPr>
                <a:solidFill>
                  <a:schemeClr val="dk1"/>
                </a:solidFill>
              </a:defRPr>
            </a:lvl6pPr>
            <a:lvl7pPr indent="-292100" lvl="6" marL="3200400" algn="ctr">
              <a:spcBef>
                <a:spcPts val="1000"/>
              </a:spcBef>
              <a:spcAft>
                <a:spcPts val="0"/>
              </a:spcAft>
              <a:buSzPts val="1000"/>
              <a:buChar char="●"/>
              <a:defRPr>
                <a:solidFill>
                  <a:schemeClr val="dk1"/>
                </a:solidFill>
              </a:defRPr>
            </a:lvl7pPr>
            <a:lvl8pPr indent="-292100" lvl="7" marL="3657600" algn="ctr">
              <a:spcBef>
                <a:spcPts val="1000"/>
              </a:spcBef>
              <a:spcAft>
                <a:spcPts val="0"/>
              </a:spcAft>
              <a:buSzPts val="1000"/>
              <a:buChar char="○"/>
              <a:defRPr>
                <a:solidFill>
                  <a:schemeClr val="dk1"/>
                </a:solidFill>
              </a:defRPr>
            </a:lvl8pPr>
            <a:lvl9pPr indent="-292100" lvl="8" marL="4114800" algn="ctr">
              <a:spcBef>
                <a:spcPts val="1000"/>
              </a:spcBef>
              <a:spcAft>
                <a:spcPts val="1000"/>
              </a:spcAft>
              <a:buSzPts val="1000"/>
              <a:buChar char="■"/>
              <a:defRPr>
                <a:solidFill>
                  <a:schemeClr val="dk1"/>
                </a:solidFill>
              </a:defRPr>
            </a:lvl9pPr>
          </a:lstStyle>
          <a:p/>
        </p:txBody>
      </p:sp>
      <p:sp>
        <p:nvSpPr>
          <p:cNvPr id="327" name="Google Shape;327;p42"/>
          <p:cNvSpPr txBox="1"/>
          <p:nvPr>
            <p:ph idx="2" type="body"/>
          </p:nvPr>
        </p:nvSpPr>
        <p:spPr>
          <a:xfrm>
            <a:off x="2128363" y="3036100"/>
            <a:ext cx="1541400" cy="1309200"/>
          </a:xfrm>
          <a:prstGeom prst="rect">
            <a:avLst/>
          </a:prstGeom>
        </p:spPr>
        <p:txBody>
          <a:bodyPr anchorCtr="0" anchor="t" bIns="91450" lIns="91450" spcFirstLastPara="1" rIns="91450" wrap="square" tIns="91450">
            <a:noAutofit/>
          </a:bodyPr>
          <a:lstStyle>
            <a:lvl1pPr indent="-292100" lvl="0" marL="457200" algn="ctr">
              <a:spcBef>
                <a:spcPts val="0"/>
              </a:spcBef>
              <a:spcAft>
                <a:spcPts val="0"/>
              </a:spcAft>
              <a:buSzPts val="1000"/>
              <a:buChar char="●"/>
              <a:defRPr sz="1000">
                <a:solidFill>
                  <a:schemeClr val="dk1"/>
                </a:solidFill>
              </a:defRPr>
            </a:lvl1pPr>
            <a:lvl2pPr indent="-292100" lvl="1" marL="914400" algn="ctr">
              <a:spcBef>
                <a:spcPts val="1000"/>
              </a:spcBef>
              <a:spcAft>
                <a:spcPts val="0"/>
              </a:spcAft>
              <a:buSzPts val="1000"/>
              <a:buChar char="○"/>
              <a:defRPr sz="1000">
                <a:solidFill>
                  <a:schemeClr val="dk1"/>
                </a:solidFill>
              </a:defRPr>
            </a:lvl2pPr>
            <a:lvl3pPr indent="-292100" lvl="2" marL="1371600" algn="ctr">
              <a:spcBef>
                <a:spcPts val="1000"/>
              </a:spcBef>
              <a:spcAft>
                <a:spcPts val="0"/>
              </a:spcAft>
              <a:buSzPts val="1000"/>
              <a:buChar char="■"/>
              <a:defRPr>
                <a:solidFill>
                  <a:schemeClr val="dk1"/>
                </a:solidFill>
              </a:defRPr>
            </a:lvl3pPr>
            <a:lvl4pPr indent="-292100" lvl="3" marL="1828800" algn="ctr">
              <a:spcBef>
                <a:spcPts val="1000"/>
              </a:spcBef>
              <a:spcAft>
                <a:spcPts val="0"/>
              </a:spcAft>
              <a:buSzPts val="1000"/>
              <a:buChar char="●"/>
              <a:defRPr>
                <a:solidFill>
                  <a:schemeClr val="dk1"/>
                </a:solidFill>
              </a:defRPr>
            </a:lvl4pPr>
            <a:lvl5pPr indent="-292100" lvl="4" marL="2286000" algn="ctr">
              <a:spcBef>
                <a:spcPts val="1000"/>
              </a:spcBef>
              <a:spcAft>
                <a:spcPts val="0"/>
              </a:spcAft>
              <a:buSzPts val="1000"/>
              <a:buChar char="○"/>
              <a:defRPr>
                <a:solidFill>
                  <a:schemeClr val="dk1"/>
                </a:solidFill>
              </a:defRPr>
            </a:lvl5pPr>
            <a:lvl6pPr indent="-292100" lvl="5" marL="2743200" algn="ctr">
              <a:spcBef>
                <a:spcPts val="1000"/>
              </a:spcBef>
              <a:spcAft>
                <a:spcPts val="0"/>
              </a:spcAft>
              <a:buSzPts val="1000"/>
              <a:buChar char="■"/>
              <a:defRPr>
                <a:solidFill>
                  <a:schemeClr val="dk1"/>
                </a:solidFill>
              </a:defRPr>
            </a:lvl6pPr>
            <a:lvl7pPr indent="-292100" lvl="6" marL="3200400" algn="ctr">
              <a:spcBef>
                <a:spcPts val="1000"/>
              </a:spcBef>
              <a:spcAft>
                <a:spcPts val="0"/>
              </a:spcAft>
              <a:buSzPts val="1000"/>
              <a:buChar char="●"/>
              <a:defRPr>
                <a:solidFill>
                  <a:schemeClr val="dk1"/>
                </a:solidFill>
              </a:defRPr>
            </a:lvl7pPr>
            <a:lvl8pPr indent="-292100" lvl="7" marL="3657600" algn="ctr">
              <a:spcBef>
                <a:spcPts val="1000"/>
              </a:spcBef>
              <a:spcAft>
                <a:spcPts val="0"/>
              </a:spcAft>
              <a:buSzPts val="1000"/>
              <a:buChar char="○"/>
              <a:defRPr>
                <a:solidFill>
                  <a:schemeClr val="dk1"/>
                </a:solidFill>
              </a:defRPr>
            </a:lvl8pPr>
            <a:lvl9pPr indent="-292100" lvl="8" marL="4114800" algn="ctr">
              <a:spcBef>
                <a:spcPts val="1000"/>
              </a:spcBef>
              <a:spcAft>
                <a:spcPts val="1000"/>
              </a:spcAft>
              <a:buSzPts val="1000"/>
              <a:buChar char="■"/>
              <a:defRPr>
                <a:solidFill>
                  <a:schemeClr val="dk1"/>
                </a:solidFill>
              </a:defRPr>
            </a:lvl9pPr>
          </a:lstStyle>
          <a:p/>
        </p:txBody>
      </p:sp>
      <p:sp>
        <p:nvSpPr>
          <p:cNvPr id="328" name="Google Shape;328;p42"/>
          <p:cNvSpPr txBox="1"/>
          <p:nvPr>
            <p:ph type="title"/>
          </p:nvPr>
        </p:nvSpPr>
        <p:spPr>
          <a:xfrm>
            <a:off x="456825" y="457199"/>
            <a:ext cx="8230200" cy="914400"/>
          </a:xfrm>
          <a:prstGeom prst="rect">
            <a:avLst/>
          </a:prstGeom>
        </p:spPr>
        <p:txBody>
          <a:bodyPr anchorCtr="0" anchor="t" bIns="0" lIns="0" spcFirstLastPara="1" rIns="0" wrap="square" tIns="0">
            <a:noAutofit/>
          </a:bodyPr>
          <a:lstStyle>
            <a:lvl1pPr lvl="0" algn="ctr">
              <a:spcBef>
                <a:spcPts val="0"/>
              </a:spcBef>
              <a:spcAft>
                <a:spcPts val="0"/>
              </a:spcAft>
              <a:buSzPts val="2400"/>
              <a:buNone/>
              <a:defRPr/>
            </a:lvl1pPr>
            <a:lvl2pPr lvl="1" algn="ctr">
              <a:spcBef>
                <a:spcPts val="1300"/>
              </a:spcBef>
              <a:spcAft>
                <a:spcPts val="0"/>
              </a:spcAft>
              <a:buSzPts val="2800"/>
              <a:buNone/>
              <a:defRPr/>
            </a:lvl2pPr>
            <a:lvl3pPr lvl="2" algn="ctr">
              <a:spcBef>
                <a:spcPts val="1300"/>
              </a:spcBef>
              <a:spcAft>
                <a:spcPts val="0"/>
              </a:spcAft>
              <a:buSzPts val="2800"/>
              <a:buNone/>
              <a:defRPr/>
            </a:lvl3pPr>
            <a:lvl4pPr lvl="3" algn="ctr">
              <a:spcBef>
                <a:spcPts val="1300"/>
              </a:spcBef>
              <a:spcAft>
                <a:spcPts val="0"/>
              </a:spcAft>
              <a:buSzPts val="2800"/>
              <a:buNone/>
              <a:defRPr/>
            </a:lvl4pPr>
            <a:lvl5pPr lvl="4" algn="ctr">
              <a:spcBef>
                <a:spcPts val="1300"/>
              </a:spcBef>
              <a:spcAft>
                <a:spcPts val="0"/>
              </a:spcAft>
              <a:buSzPts val="2800"/>
              <a:buNone/>
              <a:defRPr/>
            </a:lvl5pPr>
            <a:lvl6pPr lvl="5" algn="ctr">
              <a:spcBef>
                <a:spcPts val="1300"/>
              </a:spcBef>
              <a:spcAft>
                <a:spcPts val="0"/>
              </a:spcAft>
              <a:buSzPts val="2800"/>
              <a:buNone/>
              <a:defRPr/>
            </a:lvl6pPr>
            <a:lvl7pPr lvl="6" algn="ctr">
              <a:spcBef>
                <a:spcPts val="1300"/>
              </a:spcBef>
              <a:spcAft>
                <a:spcPts val="0"/>
              </a:spcAft>
              <a:buSzPts val="2800"/>
              <a:buNone/>
              <a:defRPr/>
            </a:lvl7pPr>
            <a:lvl8pPr lvl="7" algn="ctr">
              <a:spcBef>
                <a:spcPts val="1300"/>
              </a:spcBef>
              <a:spcAft>
                <a:spcPts val="0"/>
              </a:spcAft>
              <a:buSzPts val="2800"/>
              <a:buNone/>
              <a:defRPr/>
            </a:lvl8pPr>
            <a:lvl9pPr lvl="8" algn="ctr">
              <a:spcBef>
                <a:spcPts val="1300"/>
              </a:spcBef>
              <a:spcAft>
                <a:spcPts val="1300"/>
              </a:spcAft>
              <a:buSzPts val="2800"/>
              <a:buNone/>
              <a:defRPr/>
            </a:lvl9pPr>
          </a:lstStyle>
          <a:p/>
        </p:txBody>
      </p:sp>
      <p:sp>
        <p:nvSpPr>
          <p:cNvPr id="329" name="Google Shape;329;p42"/>
          <p:cNvSpPr txBox="1"/>
          <p:nvPr>
            <p:ph idx="12" type="sldNum"/>
          </p:nvPr>
        </p:nvSpPr>
        <p:spPr>
          <a:xfrm>
            <a:off x="8256725" y="4708927"/>
            <a:ext cx="437100" cy="107400"/>
          </a:xfrm>
          <a:prstGeom prst="rect">
            <a:avLst/>
          </a:prstGeom>
        </p:spPr>
        <p:txBody>
          <a:bodyPr anchorCtr="0" anchor="t" bIns="0" lIns="0" spcFirstLastPara="1" rIns="0" wrap="square" tIns="0">
            <a:noAutofit/>
          </a:bodyPr>
          <a:lstStyle>
            <a:lvl1pPr lvl="0" algn="r">
              <a:lnSpc>
                <a:spcPct val="80000"/>
              </a:lnSpc>
              <a:buSzPts val="1000"/>
              <a:buNone/>
              <a:defRPr>
                <a:latin typeface="Poppins"/>
                <a:ea typeface="Poppins"/>
                <a:cs typeface="Poppins"/>
                <a:sym typeface="Poppins"/>
              </a:defRPr>
            </a:lvl1pPr>
            <a:lvl2pPr lvl="1" algn="r">
              <a:lnSpc>
                <a:spcPct val="80000"/>
              </a:lnSpc>
              <a:buSzPts val="1000"/>
              <a:buNone/>
              <a:defRPr>
                <a:latin typeface="Poppins"/>
                <a:ea typeface="Poppins"/>
                <a:cs typeface="Poppins"/>
                <a:sym typeface="Poppins"/>
              </a:defRPr>
            </a:lvl2pPr>
            <a:lvl3pPr lvl="2" algn="r">
              <a:lnSpc>
                <a:spcPct val="80000"/>
              </a:lnSpc>
              <a:buSzPts val="1000"/>
              <a:buNone/>
              <a:defRPr>
                <a:latin typeface="Poppins"/>
                <a:ea typeface="Poppins"/>
                <a:cs typeface="Poppins"/>
                <a:sym typeface="Poppins"/>
              </a:defRPr>
            </a:lvl3pPr>
            <a:lvl4pPr lvl="3" algn="r">
              <a:lnSpc>
                <a:spcPct val="80000"/>
              </a:lnSpc>
              <a:buSzPts val="1000"/>
              <a:buNone/>
              <a:defRPr>
                <a:latin typeface="Poppins"/>
                <a:ea typeface="Poppins"/>
                <a:cs typeface="Poppins"/>
                <a:sym typeface="Poppins"/>
              </a:defRPr>
            </a:lvl4pPr>
            <a:lvl5pPr lvl="4" algn="r">
              <a:lnSpc>
                <a:spcPct val="80000"/>
              </a:lnSpc>
              <a:buSzPts val="1000"/>
              <a:buNone/>
              <a:defRPr>
                <a:latin typeface="Poppins"/>
                <a:ea typeface="Poppins"/>
                <a:cs typeface="Poppins"/>
                <a:sym typeface="Poppins"/>
              </a:defRPr>
            </a:lvl5pPr>
            <a:lvl6pPr lvl="5" algn="r">
              <a:lnSpc>
                <a:spcPct val="80000"/>
              </a:lnSpc>
              <a:buSzPts val="1000"/>
              <a:buNone/>
              <a:defRPr>
                <a:latin typeface="Poppins"/>
                <a:ea typeface="Poppins"/>
                <a:cs typeface="Poppins"/>
                <a:sym typeface="Poppins"/>
              </a:defRPr>
            </a:lvl6pPr>
            <a:lvl7pPr lvl="6" algn="r">
              <a:lnSpc>
                <a:spcPct val="80000"/>
              </a:lnSpc>
              <a:buSzPts val="1000"/>
              <a:buNone/>
              <a:defRPr>
                <a:latin typeface="Poppins"/>
                <a:ea typeface="Poppins"/>
                <a:cs typeface="Poppins"/>
                <a:sym typeface="Poppins"/>
              </a:defRPr>
            </a:lvl7pPr>
            <a:lvl8pPr lvl="7" algn="r">
              <a:lnSpc>
                <a:spcPct val="80000"/>
              </a:lnSpc>
              <a:buSzPts val="1000"/>
              <a:buNone/>
              <a:defRPr>
                <a:latin typeface="Poppins"/>
                <a:ea typeface="Poppins"/>
                <a:cs typeface="Poppins"/>
                <a:sym typeface="Poppins"/>
              </a:defRPr>
            </a:lvl8pPr>
            <a:lvl9pPr lvl="8" algn="r">
              <a:lnSpc>
                <a:spcPct val="80000"/>
              </a:lnSpc>
              <a:buSzPts val="1000"/>
              <a:buNone/>
              <a:defRPr>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330" name="Google Shape;330;p42"/>
          <p:cNvSpPr/>
          <p:nvPr>
            <p:ph idx="3" type="pic"/>
          </p:nvPr>
        </p:nvSpPr>
        <p:spPr>
          <a:xfrm>
            <a:off x="752325" y="2003650"/>
            <a:ext cx="948300" cy="948300"/>
          </a:xfrm>
          <a:prstGeom prst="rect">
            <a:avLst/>
          </a:prstGeom>
          <a:noFill/>
          <a:ln>
            <a:noFill/>
          </a:ln>
        </p:spPr>
      </p:sp>
      <p:sp>
        <p:nvSpPr>
          <p:cNvPr id="331" name="Google Shape;331;p42"/>
          <p:cNvSpPr/>
          <p:nvPr>
            <p:ph idx="4" type="pic"/>
          </p:nvPr>
        </p:nvSpPr>
        <p:spPr>
          <a:xfrm>
            <a:off x="2424638" y="2003650"/>
            <a:ext cx="948300" cy="948300"/>
          </a:xfrm>
          <a:prstGeom prst="rect">
            <a:avLst/>
          </a:prstGeom>
          <a:noFill/>
          <a:ln>
            <a:noFill/>
          </a:ln>
        </p:spPr>
      </p:sp>
      <p:sp>
        <p:nvSpPr>
          <p:cNvPr id="332" name="Google Shape;332;p42"/>
          <p:cNvSpPr/>
          <p:nvPr>
            <p:ph idx="5" type="pic"/>
          </p:nvPr>
        </p:nvSpPr>
        <p:spPr>
          <a:xfrm>
            <a:off x="4096969" y="2003650"/>
            <a:ext cx="948300" cy="948300"/>
          </a:xfrm>
          <a:prstGeom prst="rect">
            <a:avLst/>
          </a:prstGeom>
          <a:noFill/>
          <a:ln>
            <a:noFill/>
          </a:ln>
        </p:spPr>
      </p:sp>
      <p:sp>
        <p:nvSpPr>
          <p:cNvPr id="333" name="Google Shape;333;p42"/>
          <p:cNvSpPr txBox="1"/>
          <p:nvPr>
            <p:ph idx="6" type="body"/>
          </p:nvPr>
        </p:nvSpPr>
        <p:spPr>
          <a:xfrm>
            <a:off x="3800413" y="3036100"/>
            <a:ext cx="1541400" cy="1309200"/>
          </a:xfrm>
          <a:prstGeom prst="rect">
            <a:avLst/>
          </a:prstGeom>
        </p:spPr>
        <p:txBody>
          <a:bodyPr anchorCtr="0" anchor="t" bIns="91450" lIns="91450" spcFirstLastPara="1" rIns="91450" wrap="square" tIns="91450">
            <a:noAutofit/>
          </a:bodyPr>
          <a:lstStyle>
            <a:lvl1pPr indent="-292100" lvl="0" marL="457200" algn="ctr">
              <a:spcBef>
                <a:spcPts val="0"/>
              </a:spcBef>
              <a:spcAft>
                <a:spcPts val="0"/>
              </a:spcAft>
              <a:buSzPts val="1000"/>
              <a:buChar char="●"/>
              <a:defRPr sz="1000">
                <a:solidFill>
                  <a:schemeClr val="dk1"/>
                </a:solidFill>
              </a:defRPr>
            </a:lvl1pPr>
            <a:lvl2pPr indent="-292100" lvl="1" marL="914400" algn="ctr">
              <a:spcBef>
                <a:spcPts val="1000"/>
              </a:spcBef>
              <a:spcAft>
                <a:spcPts val="0"/>
              </a:spcAft>
              <a:buSzPts val="1000"/>
              <a:buChar char="○"/>
              <a:defRPr sz="1000">
                <a:solidFill>
                  <a:schemeClr val="dk1"/>
                </a:solidFill>
              </a:defRPr>
            </a:lvl2pPr>
            <a:lvl3pPr indent="-292100" lvl="2" marL="1371600" algn="ctr">
              <a:spcBef>
                <a:spcPts val="1000"/>
              </a:spcBef>
              <a:spcAft>
                <a:spcPts val="0"/>
              </a:spcAft>
              <a:buSzPts val="1000"/>
              <a:buChar char="■"/>
              <a:defRPr>
                <a:solidFill>
                  <a:schemeClr val="dk1"/>
                </a:solidFill>
              </a:defRPr>
            </a:lvl3pPr>
            <a:lvl4pPr indent="-292100" lvl="3" marL="1828800" algn="ctr">
              <a:spcBef>
                <a:spcPts val="1000"/>
              </a:spcBef>
              <a:spcAft>
                <a:spcPts val="0"/>
              </a:spcAft>
              <a:buSzPts val="1000"/>
              <a:buChar char="●"/>
              <a:defRPr>
                <a:solidFill>
                  <a:schemeClr val="dk1"/>
                </a:solidFill>
              </a:defRPr>
            </a:lvl4pPr>
            <a:lvl5pPr indent="-292100" lvl="4" marL="2286000" algn="ctr">
              <a:spcBef>
                <a:spcPts val="1000"/>
              </a:spcBef>
              <a:spcAft>
                <a:spcPts val="0"/>
              </a:spcAft>
              <a:buSzPts val="1000"/>
              <a:buChar char="○"/>
              <a:defRPr>
                <a:solidFill>
                  <a:schemeClr val="dk1"/>
                </a:solidFill>
              </a:defRPr>
            </a:lvl5pPr>
            <a:lvl6pPr indent="-292100" lvl="5" marL="2743200" algn="ctr">
              <a:spcBef>
                <a:spcPts val="1000"/>
              </a:spcBef>
              <a:spcAft>
                <a:spcPts val="0"/>
              </a:spcAft>
              <a:buSzPts val="1000"/>
              <a:buChar char="■"/>
              <a:defRPr>
                <a:solidFill>
                  <a:schemeClr val="dk1"/>
                </a:solidFill>
              </a:defRPr>
            </a:lvl6pPr>
            <a:lvl7pPr indent="-292100" lvl="6" marL="3200400" algn="ctr">
              <a:spcBef>
                <a:spcPts val="1000"/>
              </a:spcBef>
              <a:spcAft>
                <a:spcPts val="0"/>
              </a:spcAft>
              <a:buSzPts val="1000"/>
              <a:buChar char="●"/>
              <a:defRPr>
                <a:solidFill>
                  <a:schemeClr val="dk1"/>
                </a:solidFill>
              </a:defRPr>
            </a:lvl7pPr>
            <a:lvl8pPr indent="-292100" lvl="7" marL="3657600" algn="ctr">
              <a:spcBef>
                <a:spcPts val="1000"/>
              </a:spcBef>
              <a:spcAft>
                <a:spcPts val="0"/>
              </a:spcAft>
              <a:buSzPts val="1000"/>
              <a:buChar char="○"/>
              <a:defRPr>
                <a:solidFill>
                  <a:schemeClr val="dk1"/>
                </a:solidFill>
              </a:defRPr>
            </a:lvl8pPr>
            <a:lvl9pPr indent="-292100" lvl="8" marL="4114800" algn="ctr">
              <a:spcBef>
                <a:spcPts val="1000"/>
              </a:spcBef>
              <a:spcAft>
                <a:spcPts val="1000"/>
              </a:spcAft>
              <a:buSzPts val="1000"/>
              <a:buChar char="■"/>
              <a:defRPr>
                <a:solidFill>
                  <a:schemeClr val="dk1"/>
                </a:solidFill>
              </a:defRPr>
            </a:lvl9pPr>
          </a:lstStyle>
          <a:p/>
        </p:txBody>
      </p:sp>
      <p:sp>
        <p:nvSpPr>
          <p:cNvPr id="334" name="Google Shape;334;p42"/>
          <p:cNvSpPr/>
          <p:nvPr>
            <p:ph idx="7" type="pic"/>
          </p:nvPr>
        </p:nvSpPr>
        <p:spPr>
          <a:xfrm>
            <a:off x="5769019" y="2003650"/>
            <a:ext cx="948300" cy="948300"/>
          </a:xfrm>
          <a:prstGeom prst="rect">
            <a:avLst/>
          </a:prstGeom>
          <a:noFill/>
          <a:ln>
            <a:noFill/>
          </a:ln>
        </p:spPr>
      </p:sp>
      <p:sp>
        <p:nvSpPr>
          <p:cNvPr id="335" name="Google Shape;335;p42"/>
          <p:cNvSpPr txBox="1"/>
          <p:nvPr>
            <p:ph idx="8" type="body"/>
          </p:nvPr>
        </p:nvSpPr>
        <p:spPr>
          <a:xfrm>
            <a:off x="5472475" y="3036100"/>
            <a:ext cx="1541400" cy="1309200"/>
          </a:xfrm>
          <a:prstGeom prst="rect">
            <a:avLst/>
          </a:prstGeom>
        </p:spPr>
        <p:txBody>
          <a:bodyPr anchorCtr="0" anchor="t" bIns="91450" lIns="91450" spcFirstLastPara="1" rIns="91450" wrap="square" tIns="91450">
            <a:noAutofit/>
          </a:bodyPr>
          <a:lstStyle>
            <a:lvl1pPr indent="-292100" lvl="0" marL="457200" algn="ctr">
              <a:spcBef>
                <a:spcPts val="0"/>
              </a:spcBef>
              <a:spcAft>
                <a:spcPts val="0"/>
              </a:spcAft>
              <a:buSzPts val="1000"/>
              <a:buChar char="●"/>
              <a:defRPr sz="1000">
                <a:solidFill>
                  <a:schemeClr val="dk1"/>
                </a:solidFill>
              </a:defRPr>
            </a:lvl1pPr>
            <a:lvl2pPr indent="-292100" lvl="1" marL="914400" algn="ctr">
              <a:spcBef>
                <a:spcPts val="1000"/>
              </a:spcBef>
              <a:spcAft>
                <a:spcPts val="0"/>
              </a:spcAft>
              <a:buSzPts val="1000"/>
              <a:buChar char="○"/>
              <a:defRPr sz="1000">
                <a:solidFill>
                  <a:schemeClr val="dk1"/>
                </a:solidFill>
              </a:defRPr>
            </a:lvl2pPr>
            <a:lvl3pPr indent="-292100" lvl="2" marL="1371600" algn="ctr">
              <a:spcBef>
                <a:spcPts val="1000"/>
              </a:spcBef>
              <a:spcAft>
                <a:spcPts val="0"/>
              </a:spcAft>
              <a:buSzPts val="1000"/>
              <a:buChar char="■"/>
              <a:defRPr>
                <a:solidFill>
                  <a:schemeClr val="dk1"/>
                </a:solidFill>
              </a:defRPr>
            </a:lvl3pPr>
            <a:lvl4pPr indent="-292100" lvl="3" marL="1828800" algn="ctr">
              <a:spcBef>
                <a:spcPts val="1000"/>
              </a:spcBef>
              <a:spcAft>
                <a:spcPts val="0"/>
              </a:spcAft>
              <a:buSzPts val="1000"/>
              <a:buChar char="●"/>
              <a:defRPr>
                <a:solidFill>
                  <a:schemeClr val="dk1"/>
                </a:solidFill>
              </a:defRPr>
            </a:lvl4pPr>
            <a:lvl5pPr indent="-292100" lvl="4" marL="2286000" algn="ctr">
              <a:spcBef>
                <a:spcPts val="1000"/>
              </a:spcBef>
              <a:spcAft>
                <a:spcPts val="0"/>
              </a:spcAft>
              <a:buSzPts val="1000"/>
              <a:buChar char="○"/>
              <a:defRPr>
                <a:solidFill>
                  <a:schemeClr val="dk1"/>
                </a:solidFill>
              </a:defRPr>
            </a:lvl5pPr>
            <a:lvl6pPr indent="-292100" lvl="5" marL="2743200" algn="ctr">
              <a:spcBef>
                <a:spcPts val="1000"/>
              </a:spcBef>
              <a:spcAft>
                <a:spcPts val="0"/>
              </a:spcAft>
              <a:buSzPts val="1000"/>
              <a:buChar char="■"/>
              <a:defRPr>
                <a:solidFill>
                  <a:schemeClr val="dk1"/>
                </a:solidFill>
              </a:defRPr>
            </a:lvl6pPr>
            <a:lvl7pPr indent="-292100" lvl="6" marL="3200400" algn="ctr">
              <a:spcBef>
                <a:spcPts val="1000"/>
              </a:spcBef>
              <a:spcAft>
                <a:spcPts val="0"/>
              </a:spcAft>
              <a:buSzPts val="1000"/>
              <a:buChar char="●"/>
              <a:defRPr>
                <a:solidFill>
                  <a:schemeClr val="dk1"/>
                </a:solidFill>
              </a:defRPr>
            </a:lvl7pPr>
            <a:lvl8pPr indent="-292100" lvl="7" marL="3657600" algn="ctr">
              <a:spcBef>
                <a:spcPts val="1000"/>
              </a:spcBef>
              <a:spcAft>
                <a:spcPts val="0"/>
              </a:spcAft>
              <a:buSzPts val="1000"/>
              <a:buChar char="○"/>
              <a:defRPr>
                <a:solidFill>
                  <a:schemeClr val="dk1"/>
                </a:solidFill>
              </a:defRPr>
            </a:lvl8pPr>
            <a:lvl9pPr indent="-292100" lvl="8" marL="4114800" algn="ctr">
              <a:spcBef>
                <a:spcPts val="1000"/>
              </a:spcBef>
              <a:spcAft>
                <a:spcPts val="1000"/>
              </a:spcAft>
              <a:buSzPts val="1000"/>
              <a:buChar char="■"/>
              <a:defRPr>
                <a:solidFill>
                  <a:schemeClr val="dk1"/>
                </a:solidFill>
              </a:defRPr>
            </a:lvl9pPr>
          </a:lstStyle>
          <a:p/>
        </p:txBody>
      </p:sp>
      <p:sp>
        <p:nvSpPr>
          <p:cNvPr id="336" name="Google Shape;336;p42"/>
          <p:cNvSpPr/>
          <p:nvPr/>
        </p:nvSpPr>
        <p:spPr>
          <a:xfrm>
            <a:off x="5472473" y="1774663"/>
            <a:ext cx="1541400" cy="2570400"/>
          </a:xfrm>
          <a:prstGeom prst="roundRect">
            <a:avLst>
              <a:gd fmla="val 9523" name="adj"/>
            </a:avLst>
          </a:prstGeom>
          <a:solidFill>
            <a:srgbClr val="E8E6DC"/>
          </a:solidFill>
          <a:ln>
            <a:noFill/>
          </a:ln>
        </p:spPr>
        <p:txBody>
          <a:bodyPr anchorCtr="0" anchor="t" bIns="91450" lIns="91450" spcFirstLastPara="1" rIns="91450" wrap="square" tIns="1280150">
            <a:noAutofit/>
          </a:bodyPr>
          <a:lstStyle/>
          <a:p>
            <a:pPr indent="0" lvl="0" marL="0" rtl="0" algn="ctr">
              <a:spcBef>
                <a:spcPts val="0"/>
              </a:spcBef>
              <a:spcAft>
                <a:spcPts val="0"/>
              </a:spcAft>
              <a:buNone/>
            </a:pPr>
            <a:r>
              <a:t/>
            </a:r>
            <a:endParaRPr sz="700">
              <a:latin typeface="Lora"/>
              <a:ea typeface="Lora"/>
              <a:cs typeface="Lora"/>
              <a:sym typeface="Lora"/>
            </a:endParaRPr>
          </a:p>
        </p:txBody>
      </p:sp>
      <p:sp>
        <p:nvSpPr>
          <p:cNvPr id="337" name="Google Shape;337;p42"/>
          <p:cNvSpPr/>
          <p:nvPr/>
        </p:nvSpPr>
        <p:spPr>
          <a:xfrm>
            <a:off x="7144530" y="1774663"/>
            <a:ext cx="1541400" cy="2570400"/>
          </a:xfrm>
          <a:prstGeom prst="roundRect">
            <a:avLst>
              <a:gd fmla="val 9523" name="adj"/>
            </a:avLst>
          </a:prstGeom>
          <a:solidFill>
            <a:srgbClr val="E8E6DC"/>
          </a:solidFill>
          <a:ln>
            <a:noFill/>
          </a:ln>
        </p:spPr>
        <p:txBody>
          <a:bodyPr anchorCtr="0" anchor="t" bIns="91450" lIns="91450" spcFirstLastPara="1" rIns="91450" wrap="square" tIns="1280150">
            <a:noAutofit/>
          </a:bodyPr>
          <a:lstStyle/>
          <a:p>
            <a:pPr indent="0" lvl="0" marL="0" rtl="0" algn="ctr">
              <a:spcBef>
                <a:spcPts val="0"/>
              </a:spcBef>
              <a:spcAft>
                <a:spcPts val="0"/>
              </a:spcAft>
              <a:buNone/>
            </a:pPr>
            <a:r>
              <a:t/>
            </a:r>
            <a:endParaRPr sz="700">
              <a:latin typeface="Lora"/>
              <a:ea typeface="Lora"/>
              <a:cs typeface="Lora"/>
              <a:sym typeface="Lora"/>
            </a:endParaRPr>
          </a:p>
        </p:txBody>
      </p:sp>
      <p:sp>
        <p:nvSpPr>
          <p:cNvPr id="338" name="Google Shape;338;p42"/>
          <p:cNvSpPr/>
          <p:nvPr>
            <p:ph idx="9" type="pic"/>
          </p:nvPr>
        </p:nvSpPr>
        <p:spPr>
          <a:xfrm>
            <a:off x="7441069" y="2003650"/>
            <a:ext cx="948300" cy="948300"/>
          </a:xfrm>
          <a:prstGeom prst="rect">
            <a:avLst/>
          </a:prstGeom>
          <a:noFill/>
          <a:ln>
            <a:noFill/>
          </a:ln>
        </p:spPr>
      </p:sp>
      <p:sp>
        <p:nvSpPr>
          <p:cNvPr id="339" name="Google Shape;339;p42"/>
          <p:cNvSpPr txBox="1"/>
          <p:nvPr>
            <p:ph idx="13" type="body"/>
          </p:nvPr>
        </p:nvSpPr>
        <p:spPr>
          <a:xfrm>
            <a:off x="7144538" y="3036100"/>
            <a:ext cx="1541400" cy="1309200"/>
          </a:xfrm>
          <a:prstGeom prst="rect">
            <a:avLst/>
          </a:prstGeom>
        </p:spPr>
        <p:txBody>
          <a:bodyPr anchorCtr="0" anchor="t" bIns="91450" lIns="91450" spcFirstLastPara="1" rIns="91450" wrap="square" tIns="91450">
            <a:noAutofit/>
          </a:bodyPr>
          <a:lstStyle>
            <a:lvl1pPr indent="-292100" lvl="0" marL="457200" algn="ctr">
              <a:spcBef>
                <a:spcPts val="0"/>
              </a:spcBef>
              <a:spcAft>
                <a:spcPts val="0"/>
              </a:spcAft>
              <a:buSzPts val="1000"/>
              <a:buChar char="●"/>
              <a:defRPr sz="1000">
                <a:solidFill>
                  <a:schemeClr val="dk1"/>
                </a:solidFill>
              </a:defRPr>
            </a:lvl1pPr>
            <a:lvl2pPr indent="-292100" lvl="1" marL="914400" algn="ctr">
              <a:spcBef>
                <a:spcPts val="1000"/>
              </a:spcBef>
              <a:spcAft>
                <a:spcPts val="0"/>
              </a:spcAft>
              <a:buSzPts val="1000"/>
              <a:buChar char="○"/>
              <a:defRPr sz="1000">
                <a:solidFill>
                  <a:schemeClr val="dk1"/>
                </a:solidFill>
              </a:defRPr>
            </a:lvl2pPr>
            <a:lvl3pPr indent="-292100" lvl="2" marL="1371600" algn="ctr">
              <a:spcBef>
                <a:spcPts val="1000"/>
              </a:spcBef>
              <a:spcAft>
                <a:spcPts val="0"/>
              </a:spcAft>
              <a:buSzPts val="1000"/>
              <a:buChar char="■"/>
              <a:defRPr>
                <a:solidFill>
                  <a:schemeClr val="dk1"/>
                </a:solidFill>
              </a:defRPr>
            </a:lvl3pPr>
            <a:lvl4pPr indent="-292100" lvl="3" marL="1828800" algn="ctr">
              <a:spcBef>
                <a:spcPts val="1000"/>
              </a:spcBef>
              <a:spcAft>
                <a:spcPts val="0"/>
              </a:spcAft>
              <a:buSzPts val="1000"/>
              <a:buChar char="●"/>
              <a:defRPr>
                <a:solidFill>
                  <a:schemeClr val="dk1"/>
                </a:solidFill>
              </a:defRPr>
            </a:lvl4pPr>
            <a:lvl5pPr indent="-292100" lvl="4" marL="2286000" algn="ctr">
              <a:spcBef>
                <a:spcPts val="1000"/>
              </a:spcBef>
              <a:spcAft>
                <a:spcPts val="0"/>
              </a:spcAft>
              <a:buSzPts val="1000"/>
              <a:buChar char="○"/>
              <a:defRPr>
                <a:solidFill>
                  <a:schemeClr val="dk1"/>
                </a:solidFill>
              </a:defRPr>
            </a:lvl5pPr>
            <a:lvl6pPr indent="-292100" lvl="5" marL="2743200" algn="ctr">
              <a:spcBef>
                <a:spcPts val="1000"/>
              </a:spcBef>
              <a:spcAft>
                <a:spcPts val="0"/>
              </a:spcAft>
              <a:buSzPts val="1000"/>
              <a:buChar char="■"/>
              <a:defRPr>
                <a:solidFill>
                  <a:schemeClr val="dk1"/>
                </a:solidFill>
              </a:defRPr>
            </a:lvl6pPr>
            <a:lvl7pPr indent="-292100" lvl="6" marL="3200400" algn="ctr">
              <a:spcBef>
                <a:spcPts val="1000"/>
              </a:spcBef>
              <a:spcAft>
                <a:spcPts val="0"/>
              </a:spcAft>
              <a:buSzPts val="1000"/>
              <a:buChar char="●"/>
              <a:defRPr>
                <a:solidFill>
                  <a:schemeClr val="dk1"/>
                </a:solidFill>
              </a:defRPr>
            </a:lvl7pPr>
            <a:lvl8pPr indent="-292100" lvl="7" marL="3657600" algn="ctr">
              <a:spcBef>
                <a:spcPts val="1000"/>
              </a:spcBef>
              <a:spcAft>
                <a:spcPts val="0"/>
              </a:spcAft>
              <a:buSzPts val="1000"/>
              <a:buChar char="○"/>
              <a:defRPr>
                <a:solidFill>
                  <a:schemeClr val="dk1"/>
                </a:solidFill>
              </a:defRPr>
            </a:lvl8pPr>
            <a:lvl9pPr indent="-292100" lvl="8" marL="4114800" algn="ctr">
              <a:spcBef>
                <a:spcPts val="1000"/>
              </a:spcBef>
              <a:spcAft>
                <a:spcPts val="1000"/>
              </a:spcAft>
              <a:buSzPts val="1000"/>
              <a:buChar char="■"/>
              <a:defRPr>
                <a:solidFill>
                  <a:schemeClr val="dk1"/>
                </a:solidFill>
              </a:defRPr>
            </a:lvl9pPr>
          </a:lstStyle>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12: Title and 5 icons">
  <p:cSld name="TITLE_ONLY_1_1_1_1_1_1_1">
    <p:spTree>
      <p:nvGrpSpPr>
        <p:cNvPr id="340" name="Shape 340"/>
        <p:cNvGrpSpPr/>
        <p:nvPr/>
      </p:nvGrpSpPr>
      <p:grpSpPr>
        <a:xfrm>
          <a:off x="0" y="0"/>
          <a:ext cx="0" cy="0"/>
          <a:chOff x="0" y="0"/>
          <a:chExt cx="0" cy="0"/>
        </a:xfrm>
      </p:grpSpPr>
      <p:sp>
        <p:nvSpPr>
          <p:cNvPr id="341" name="Google Shape;341;p43"/>
          <p:cNvSpPr txBox="1"/>
          <p:nvPr>
            <p:ph idx="1" type="body"/>
          </p:nvPr>
        </p:nvSpPr>
        <p:spPr>
          <a:xfrm>
            <a:off x="455775" y="2751550"/>
            <a:ext cx="1541400" cy="1593600"/>
          </a:xfrm>
          <a:prstGeom prst="rect">
            <a:avLst/>
          </a:prstGeom>
        </p:spPr>
        <p:txBody>
          <a:bodyPr anchorCtr="0" anchor="t" bIns="0" lIns="0" spcFirstLastPara="1" rIns="0" wrap="square" tIns="0">
            <a:noAutofit/>
          </a:bodyPr>
          <a:lstStyle>
            <a:lvl1pPr indent="-317500" lvl="0" marL="457200" algn="ctr">
              <a:spcBef>
                <a:spcPts val="0"/>
              </a:spcBef>
              <a:spcAft>
                <a:spcPts val="0"/>
              </a:spcAft>
              <a:buSzPts val="1400"/>
              <a:buChar char="●"/>
              <a:defRPr sz="1400">
                <a:solidFill>
                  <a:schemeClr val="dk1"/>
                </a:solidFill>
              </a:defRPr>
            </a:lvl1pPr>
            <a:lvl2pPr indent="-304800" lvl="1" marL="914400" algn="ctr">
              <a:spcBef>
                <a:spcPts val="1000"/>
              </a:spcBef>
              <a:spcAft>
                <a:spcPts val="0"/>
              </a:spcAft>
              <a:buSzPts val="1200"/>
              <a:buChar char="○"/>
              <a:defRPr sz="1200">
                <a:solidFill>
                  <a:schemeClr val="dk1"/>
                </a:solidFill>
              </a:defRPr>
            </a:lvl2pPr>
            <a:lvl3pPr indent="-304800" lvl="2" marL="1371600" algn="ctr">
              <a:spcBef>
                <a:spcPts val="1000"/>
              </a:spcBef>
              <a:spcAft>
                <a:spcPts val="0"/>
              </a:spcAft>
              <a:buSzPts val="1200"/>
              <a:buChar char="■"/>
              <a:defRPr sz="1200">
                <a:solidFill>
                  <a:schemeClr val="dk1"/>
                </a:solidFill>
              </a:defRPr>
            </a:lvl3pPr>
            <a:lvl4pPr indent="-304800" lvl="3" marL="1828800" algn="ctr">
              <a:spcBef>
                <a:spcPts val="1000"/>
              </a:spcBef>
              <a:spcAft>
                <a:spcPts val="0"/>
              </a:spcAft>
              <a:buSzPts val="1200"/>
              <a:buChar char="●"/>
              <a:defRPr sz="1200">
                <a:solidFill>
                  <a:schemeClr val="dk1"/>
                </a:solidFill>
              </a:defRPr>
            </a:lvl4pPr>
            <a:lvl5pPr indent="-304800" lvl="4" marL="2286000" algn="ctr">
              <a:spcBef>
                <a:spcPts val="1000"/>
              </a:spcBef>
              <a:spcAft>
                <a:spcPts val="0"/>
              </a:spcAft>
              <a:buSzPts val="1200"/>
              <a:buChar char="○"/>
              <a:defRPr sz="1200">
                <a:solidFill>
                  <a:schemeClr val="dk1"/>
                </a:solidFill>
              </a:defRPr>
            </a:lvl5pPr>
            <a:lvl6pPr indent="-304800" lvl="5" marL="2743200" algn="ctr">
              <a:spcBef>
                <a:spcPts val="1000"/>
              </a:spcBef>
              <a:spcAft>
                <a:spcPts val="0"/>
              </a:spcAft>
              <a:buSzPts val="1200"/>
              <a:buChar char="■"/>
              <a:defRPr sz="1200">
                <a:solidFill>
                  <a:schemeClr val="dk1"/>
                </a:solidFill>
              </a:defRPr>
            </a:lvl6pPr>
            <a:lvl7pPr indent="-304800" lvl="6" marL="3200400" algn="ctr">
              <a:spcBef>
                <a:spcPts val="1000"/>
              </a:spcBef>
              <a:spcAft>
                <a:spcPts val="0"/>
              </a:spcAft>
              <a:buSzPts val="1200"/>
              <a:buChar char="●"/>
              <a:defRPr sz="1200">
                <a:solidFill>
                  <a:schemeClr val="dk1"/>
                </a:solidFill>
              </a:defRPr>
            </a:lvl7pPr>
            <a:lvl8pPr indent="-304800" lvl="7" marL="3657600" algn="ctr">
              <a:spcBef>
                <a:spcPts val="1000"/>
              </a:spcBef>
              <a:spcAft>
                <a:spcPts val="0"/>
              </a:spcAft>
              <a:buSzPts val="1200"/>
              <a:buChar char="○"/>
              <a:defRPr sz="1200">
                <a:solidFill>
                  <a:schemeClr val="dk1"/>
                </a:solidFill>
              </a:defRPr>
            </a:lvl8pPr>
            <a:lvl9pPr indent="-304800" lvl="8" marL="4114800" algn="ctr">
              <a:spcBef>
                <a:spcPts val="1000"/>
              </a:spcBef>
              <a:spcAft>
                <a:spcPts val="1000"/>
              </a:spcAft>
              <a:buSzPts val="1200"/>
              <a:buChar char="■"/>
              <a:defRPr sz="1200">
                <a:solidFill>
                  <a:schemeClr val="dk1"/>
                </a:solidFill>
              </a:defRPr>
            </a:lvl9pPr>
          </a:lstStyle>
          <a:p/>
        </p:txBody>
      </p:sp>
      <p:sp>
        <p:nvSpPr>
          <p:cNvPr id="342" name="Google Shape;342;p43"/>
          <p:cNvSpPr txBox="1"/>
          <p:nvPr>
            <p:ph idx="2" type="body"/>
          </p:nvPr>
        </p:nvSpPr>
        <p:spPr>
          <a:xfrm>
            <a:off x="2128363" y="2751550"/>
            <a:ext cx="1541400" cy="1593600"/>
          </a:xfrm>
          <a:prstGeom prst="rect">
            <a:avLst/>
          </a:prstGeom>
        </p:spPr>
        <p:txBody>
          <a:bodyPr anchorCtr="0" anchor="t" bIns="0" lIns="0" spcFirstLastPara="1" rIns="0" wrap="square" tIns="0">
            <a:noAutofit/>
          </a:bodyPr>
          <a:lstStyle>
            <a:lvl1pPr indent="-317500" lvl="0" marL="457200" algn="ctr">
              <a:spcBef>
                <a:spcPts val="0"/>
              </a:spcBef>
              <a:spcAft>
                <a:spcPts val="0"/>
              </a:spcAft>
              <a:buSzPts val="1400"/>
              <a:buChar char="●"/>
              <a:defRPr sz="1400">
                <a:solidFill>
                  <a:schemeClr val="dk1"/>
                </a:solidFill>
              </a:defRPr>
            </a:lvl1pPr>
            <a:lvl2pPr indent="-304800" lvl="1" marL="914400" algn="ctr">
              <a:spcBef>
                <a:spcPts val="1000"/>
              </a:spcBef>
              <a:spcAft>
                <a:spcPts val="0"/>
              </a:spcAft>
              <a:buSzPts val="1200"/>
              <a:buChar char="○"/>
              <a:defRPr sz="1200">
                <a:solidFill>
                  <a:schemeClr val="dk1"/>
                </a:solidFill>
              </a:defRPr>
            </a:lvl2pPr>
            <a:lvl3pPr indent="-304800" lvl="2" marL="1371600" algn="ctr">
              <a:spcBef>
                <a:spcPts val="1000"/>
              </a:spcBef>
              <a:spcAft>
                <a:spcPts val="0"/>
              </a:spcAft>
              <a:buSzPts val="1200"/>
              <a:buChar char="■"/>
              <a:defRPr sz="1200">
                <a:solidFill>
                  <a:schemeClr val="dk1"/>
                </a:solidFill>
              </a:defRPr>
            </a:lvl3pPr>
            <a:lvl4pPr indent="-304800" lvl="3" marL="1828800" algn="ctr">
              <a:spcBef>
                <a:spcPts val="1000"/>
              </a:spcBef>
              <a:spcAft>
                <a:spcPts val="0"/>
              </a:spcAft>
              <a:buSzPts val="1200"/>
              <a:buChar char="●"/>
              <a:defRPr sz="1200">
                <a:solidFill>
                  <a:schemeClr val="dk1"/>
                </a:solidFill>
              </a:defRPr>
            </a:lvl4pPr>
            <a:lvl5pPr indent="-304800" lvl="4" marL="2286000" algn="ctr">
              <a:spcBef>
                <a:spcPts val="1000"/>
              </a:spcBef>
              <a:spcAft>
                <a:spcPts val="0"/>
              </a:spcAft>
              <a:buSzPts val="1200"/>
              <a:buChar char="○"/>
              <a:defRPr sz="1200">
                <a:solidFill>
                  <a:schemeClr val="dk1"/>
                </a:solidFill>
              </a:defRPr>
            </a:lvl5pPr>
            <a:lvl6pPr indent="-304800" lvl="5" marL="2743200" algn="ctr">
              <a:spcBef>
                <a:spcPts val="1000"/>
              </a:spcBef>
              <a:spcAft>
                <a:spcPts val="0"/>
              </a:spcAft>
              <a:buSzPts val="1200"/>
              <a:buChar char="■"/>
              <a:defRPr sz="1200">
                <a:solidFill>
                  <a:schemeClr val="dk1"/>
                </a:solidFill>
              </a:defRPr>
            </a:lvl6pPr>
            <a:lvl7pPr indent="-304800" lvl="6" marL="3200400" algn="ctr">
              <a:spcBef>
                <a:spcPts val="1000"/>
              </a:spcBef>
              <a:spcAft>
                <a:spcPts val="0"/>
              </a:spcAft>
              <a:buSzPts val="1200"/>
              <a:buChar char="●"/>
              <a:defRPr sz="1200">
                <a:solidFill>
                  <a:schemeClr val="dk1"/>
                </a:solidFill>
              </a:defRPr>
            </a:lvl7pPr>
            <a:lvl8pPr indent="-304800" lvl="7" marL="3657600" algn="ctr">
              <a:spcBef>
                <a:spcPts val="1000"/>
              </a:spcBef>
              <a:spcAft>
                <a:spcPts val="0"/>
              </a:spcAft>
              <a:buSzPts val="1200"/>
              <a:buChar char="○"/>
              <a:defRPr sz="1200">
                <a:solidFill>
                  <a:schemeClr val="dk1"/>
                </a:solidFill>
              </a:defRPr>
            </a:lvl8pPr>
            <a:lvl9pPr indent="-304800" lvl="8" marL="4114800" algn="ctr">
              <a:spcBef>
                <a:spcPts val="1000"/>
              </a:spcBef>
              <a:spcAft>
                <a:spcPts val="1000"/>
              </a:spcAft>
              <a:buSzPts val="1200"/>
              <a:buChar char="■"/>
              <a:defRPr sz="1200">
                <a:solidFill>
                  <a:schemeClr val="dk1"/>
                </a:solidFill>
              </a:defRPr>
            </a:lvl9pPr>
          </a:lstStyle>
          <a:p/>
        </p:txBody>
      </p:sp>
      <p:sp>
        <p:nvSpPr>
          <p:cNvPr id="343" name="Google Shape;343;p43"/>
          <p:cNvSpPr txBox="1"/>
          <p:nvPr>
            <p:ph type="title"/>
          </p:nvPr>
        </p:nvSpPr>
        <p:spPr>
          <a:xfrm>
            <a:off x="456825" y="457199"/>
            <a:ext cx="8230200" cy="914400"/>
          </a:xfrm>
          <a:prstGeom prst="rect">
            <a:avLst/>
          </a:prstGeom>
        </p:spPr>
        <p:txBody>
          <a:bodyPr anchorCtr="0" anchor="t" bIns="0" lIns="0" spcFirstLastPara="1" rIns="0" wrap="square" tIns="0">
            <a:noAutofit/>
          </a:bodyPr>
          <a:lstStyle>
            <a:lvl1pPr lvl="0">
              <a:spcBef>
                <a:spcPts val="0"/>
              </a:spcBef>
              <a:spcAft>
                <a:spcPts val="0"/>
              </a:spcAft>
              <a:buSzPts val="2400"/>
              <a:buNone/>
              <a:defRPr/>
            </a:lvl1pPr>
            <a:lvl2pPr lvl="1">
              <a:spcBef>
                <a:spcPts val="1300"/>
              </a:spcBef>
              <a:spcAft>
                <a:spcPts val="0"/>
              </a:spcAft>
              <a:buSzPts val="2800"/>
              <a:buNone/>
              <a:defRPr/>
            </a:lvl2pPr>
            <a:lvl3pPr lvl="2">
              <a:spcBef>
                <a:spcPts val="1300"/>
              </a:spcBef>
              <a:spcAft>
                <a:spcPts val="0"/>
              </a:spcAft>
              <a:buSzPts val="2800"/>
              <a:buNone/>
              <a:defRPr/>
            </a:lvl3pPr>
            <a:lvl4pPr lvl="3">
              <a:spcBef>
                <a:spcPts val="1300"/>
              </a:spcBef>
              <a:spcAft>
                <a:spcPts val="0"/>
              </a:spcAft>
              <a:buSzPts val="2800"/>
              <a:buNone/>
              <a:defRPr/>
            </a:lvl4pPr>
            <a:lvl5pPr lvl="4">
              <a:spcBef>
                <a:spcPts val="1300"/>
              </a:spcBef>
              <a:spcAft>
                <a:spcPts val="0"/>
              </a:spcAft>
              <a:buSzPts val="2800"/>
              <a:buNone/>
              <a:defRPr/>
            </a:lvl5pPr>
            <a:lvl6pPr lvl="5">
              <a:spcBef>
                <a:spcPts val="1300"/>
              </a:spcBef>
              <a:spcAft>
                <a:spcPts val="0"/>
              </a:spcAft>
              <a:buSzPts val="2800"/>
              <a:buNone/>
              <a:defRPr/>
            </a:lvl6pPr>
            <a:lvl7pPr lvl="6">
              <a:spcBef>
                <a:spcPts val="1300"/>
              </a:spcBef>
              <a:spcAft>
                <a:spcPts val="0"/>
              </a:spcAft>
              <a:buSzPts val="2800"/>
              <a:buNone/>
              <a:defRPr/>
            </a:lvl7pPr>
            <a:lvl8pPr lvl="7">
              <a:spcBef>
                <a:spcPts val="1300"/>
              </a:spcBef>
              <a:spcAft>
                <a:spcPts val="0"/>
              </a:spcAft>
              <a:buSzPts val="2800"/>
              <a:buNone/>
              <a:defRPr/>
            </a:lvl8pPr>
            <a:lvl9pPr lvl="8">
              <a:spcBef>
                <a:spcPts val="1300"/>
              </a:spcBef>
              <a:spcAft>
                <a:spcPts val="1300"/>
              </a:spcAft>
              <a:buSzPts val="2800"/>
              <a:buNone/>
              <a:defRPr/>
            </a:lvl9pPr>
          </a:lstStyle>
          <a:p/>
        </p:txBody>
      </p:sp>
      <p:sp>
        <p:nvSpPr>
          <p:cNvPr id="344" name="Google Shape;344;p43"/>
          <p:cNvSpPr txBox="1"/>
          <p:nvPr>
            <p:ph idx="12" type="sldNum"/>
          </p:nvPr>
        </p:nvSpPr>
        <p:spPr>
          <a:xfrm>
            <a:off x="8256725" y="4708927"/>
            <a:ext cx="437100" cy="107400"/>
          </a:xfrm>
          <a:prstGeom prst="rect">
            <a:avLst/>
          </a:prstGeom>
        </p:spPr>
        <p:txBody>
          <a:bodyPr anchorCtr="0" anchor="t" bIns="0" lIns="0" spcFirstLastPara="1" rIns="0" wrap="square" tIns="0">
            <a:noAutofit/>
          </a:bodyPr>
          <a:lstStyle>
            <a:lvl1pPr lvl="0" algn="r">
              <a:lnSpc>
                <a:spcPct val="80000"/>
              </a:lnSpc>
              <a:buSzPts val="1000"/>
              <a:buNone/>
              <a:defRPr>
                <a:latin typeface="Poppins"/>
                <a:ea typeface="Poppins"/>
                <a:cs typeface="Poppins"/>
                <a:sym typeface="Poppins"/>
              </a:defRPr>
            </a:lvl1pPr>
            <a:lvl2pPr lvl="1" algn="r">
              <a:lnSpc>
                <a:spcPct val="80000"/>
              </a:lnSpc>
              <a:buSzPts val="1000"/>
              <a:buNone/>
              <a:defRPr>
                <a:latin typeface="Poppins"/>
                <a:ea typeface="Poppins"/>
                <a:cs typeface="Poppins"/>
                <a:sym typeface="Poppins"/>
              </a:defRPr>
            </a:lvl2pPr>
            <a:lvl3pPr lvl="2" algn="r">
              <a:lnSpc>
                <a:spcPct val="80000"/>
              </a:lnSpc>
              <a:buSzPts val="1000"/>
              <a:buNone/>
              <a:defRPr>
                <a:latin typeface="Poppins"/>
                <a:ea typeface="Poppins"/>
                <a:cs typeface="Poppins"/>
                <a:sym typeface="Poppins"/>
              </a:defRPr>
            </a:lvl3pPr>
            <a:lvl4pPr lvl="3" algn="r">
              <a:lnSpc>
                <a:spcPct val="80000"/>
              </a:lnSpc>
              <a:buSzPts val="1000"/>
              <a:buNone/>
              <a:defRPr>
                <a:latin typeface="Poppins"/>
                <a:ea typeface="Poppins"/>
                <a:cs typeface="Poppins"/>
                <a:sym typeface="Poppins"/>
              </a:defRPr>
            </a:lvl4pPr>
            <a:lvl5pPr lvl="4" algn="r">
              <a:lnSpc>
                <a:spcPct val="80000"/>
              </a:lnSpc>
              <a:buSzPts val="1000"/>
              <a:buNone/>
              <a:defRPr>
                <a:latin typeface="Poppins"/>
                <a:ea typeface="Poppins"/>
                <a:cs typeface="Poppins"/>
                <a:sym typeface="Poppins"/>
              </a:defRPr>
            </a:lvl5pPr>
            <a:lvl6pPr lvl="5" algn="r">
              <a:lnSpc>
                <a:spcPct val="80000"/>
              </a:lnSpc>
              <a:buSzPts val="1000"/>
              <a:buNone/>
              <a:defRPr>
                <a:latin typeface="Poppins"/>
                <a:ea typeface="Poppins"/>
                <a:cs typeface="Poppins"/>
                <a:sym typeface="Poppins"/>
              </a:defRPr>
            </a:lvl6pPr>
            <a:lvl7pPr lvl="6" algn="r">
              <a:lnSpc>
                <a:spcPct val="80000"/>
              </a:lnSpc>
              <a:buSzPts val="1000"/>
              <a:buNone/>
              <a:defRPr>
                <a:latin typeface="Poppins"/>
                <a:ea typeface="Poppins"/>
                <a:cs typeface="Poppins"/>
                <a:sym typeface="Poppins"/>
              </a:defRPr>
            </a:lvl7pPr>
            <a:lvl8pPr lvl="7" algn="r">
              <a:lnSpc>
                <a:spcPct val="80000"/>
              </a:lnSpc>
              <a:buSzPts val="1000"/>
              <a:buNone/>
              <a:defRPr>
                <a:latin typeface="Poppins"/>
                <a:ea typeface="Poppins"/>
                <a:cs typeface="Poppins"/>
                <a:sym typeface="Poppins"/>
              </a:defRPr>
            </a:lvl8pPr>
            <a:lvl9pPr lvl="8" algn="r">
              <a:lnSpc>
                <a:spcPct val="80000"/>
              </a:lnSpc>
              <a:buSzPts val="1000"/>
              <a:buNone/>
              <a:defRPr>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345" name="Google Shape;345;p43"/>
          <p:cNvSpPr/>
          <p:nvPr>
            <p:ph idx="3" type="pic"/>
          </p:nvPr>
        </p:nvSpPr>
        <p:spPr>
          <a:xfrm>
            <a:off x="850950" y="1596242"/>
            <a:ext cx="750900" cy="750900"/>
          </a:xfrm>
          <a:prstGeom prst="rect">
            <a:avLst/>
          </a:prstGeom>
          <a:noFill/>
          <a:ln>
            <a:noFill/>
          </a:ln>
        </p:spPr>
      </p:sp>
      <p:sp>
        <p:nvSpPr>
          <p:cNvPr id="346" name="Google Shape;346;p43"/>
          <p:cNvSpPr/>
          <p:nvPr>
            <p:ph idx="4" type="pic"/>
          </p:nvPr>
        </p:nvSpPr>
        <p:spPr>
          <a:xfrm>
            <a:off x="2523267" y="1596238"/>
            <a:ext cx="750900" cy="750900"/>
          </a:xfrm>
          <a:prstGeom prst="rect">
            <a:avLst/>
          </a:prstGeom>
          <a:noFill/>
          <a:ln>
            <a:noFill/>
          </a:ln>
        </p:spPr>
      </p:sp>
      <p:sp>
        <p:nvSpPr>
          <p:cNvPr id="347" name="Google Shape;347;p43"/>
          <p:cNvSpPr/>
          <p:nvPr>
            <p:ph idx="5" type="pic"/>
          </p:nvPr>
        </p:nvSpPr>
        <p:spPr>
          <a:xfrm>
            <a:off x="4196559" y="1596238"/>
            <a:ext cx="750900" cy="750900"/>
          </a:xfrm>
          <a:prstGeom prst="rect">
            <a:avLst/>
          </a:prstGeom>
          <a:noFill/>
          <a:ln>
            <a:noFill/>
          </a:ln>
        </p:spPr>
      </p:sp>
      <p:sp>
        <p:nvSpPr>
          <p:cNvPr id="348" name="Google Shape;348;p43"/>
          <p:cNvSpPr txBox="1"/>
          <p:nvPr>
            <p:ph idx="6" type="body"/>
          </p:nvPr>
        </p:nvSpPr>
        <p:spPr>
          <a:xfrm>
            <a:off x="3801373" y="2731238"/>
            <a:ext cx="1541400" cy="1593600"/>
          </a:xfrm>
          <a:prstGeom prst="rect">
            <a:avLst/>
          </a:prstGeom>
        </p:spPr>
        <p:txBody>
          <a:bodyPr anchorCtr="0" anchor="t" bIns="0" lIns="0" spcFirstLastPara="1" rIns="0" wrap="square" tIns="0">
            <a:noAutofit/>
          </a:bodyPr>
          <a:lstStyle>
            <a:lvl1pPr indent="-317500" lvl="0" marL="457200" algn="ctr">
              <a:spcBef>
                <a:spcPts val="0"/>
              </a:spcBef>
              <a:spcAft>
                <a:spcPts val="0"/>
              </a:spcAft>
              <a:buSzPts val="1400"/>
              <a:buChar char="●"/>
              <a:defRPr sz="1400">
                <a:solidFill>
                  <a:schemeClr val="dk1"/>
                </a:solidFill>
              </a:defRPr>
            </a:lvl1pPr>
            <a:lvl2pPr indent="-304800" lvl="1" marL="914400" algn="ctr">
              <a:spcBef>
                <a:spcPts val="1000"/>
              </a:spcBef>
              <a:spcAft>
                <a:spcPts val="0"/>
              </a:spcAft>
              <a:buSzPts val="1200"/>
              <a:buChar char="○"/>
              <a:defRPr sz="1200">
                <a:solidFill>
                  <a:schemeClr val="dk1"/>
                </a:solidFill>
              </a:defRPr>
            </a:lvl2pPr>
            <a:lvl3pPr indent="-304800" lvl="2" marL="1371600" algn="ctr">
              <a:spcBef>
                <a:spcPts val="1000"/>
              </a:spcBef>
              <a:spcAft>
                <a:spcPts val="0"/>
              </a:spcAft>
              <a:buSzPts val="1200"/>
              <a:buChar char="■"/>
              <a:defRPr sz="1200">
                <a:solidFill>
                  <a:schemeClr val="dk1"/>
                </a:solidFill>
              </a:defRPr>
            </a:lvl3pPr>
            <a:lvl4pPr indent="-304800" lvl="3" marL="1828800" algn="ctr">
              <a:spcBef>
                <a:spcPts val="1000"/>
              </a:spcBef>
              <a:spcAft>
                <a:spcPts val="0"/>
              </a:spcAft>
              <a:buSzPts val="1200"/>
              <a:buChar char="●"/>
              <a:defRPr sz="1200">
                <a:solidFill>
                  <a:schemeClr val="dk1"/>
                </a:solidFill>
              </a:defRPr>
            </a:lvl4pPr>
            <a:lvl5pPr indent="-304800" lvl="4" marL="2286000" algn="ctr">
              <a:spcBef>
                <a:spcPts val="1000"/>
              </a:spcBef>
              <a:spcAft>
                <a:spcPts val="0"/>
              </a:spcAft>
              <a:buSzPts val="1200"/>
              <a:buChar char="○"/>
              <a:defRPr sz="1200">
                <a:solidFill>
                  <a:schemeClr val="dk1"/>
                </a:solidFill>
              </a:defRPr>
            </a:lvl5pPr>
            <a:lvl6pPr indent="-304800" lvl="5" marL="2743200" algn="ctr">
              <a:spcBef>
                <a:spcPts val="1000"/>
              </a:spcBef>
              <a:spcAft>
                <a:spcPts val="0"/>
              </a:spcAft>
              <a:buSzPts val="1200"/>
              <a:buChar char="■"/>
              <a:defRPr sz="1200">
                <a:solidFill>
                  <a:schemeClr val="dk1"/>
                </a:solidFill>
              </a:defRPr>
            </a:lvl6pPr>
            <a:lvl7pPr indent="-304800" lvl="6" marL="3200400" algn="ctr">
              <a:spcBef>
                <a:spcPts val="1000"/>
              </a:spcBef>
              <a:spcAft>
                <a:spcPts val="0"/>
              </a:spcAft>
              <a:buSzPts val="1200"/>
              <a:buChar char="●"/>
              <a:defRPr sz="1200">
                <a:solidFill>
                  <a:schemeClr val="dk1"/>
                </a:solidFill>
              </a:defRPr>
            </a:lvl7pPr>
            <a:lvl8pPr indent="-304800" lvl="7" marL="3657600" algn="ctr">
              <a:spcBef>
                <a:spcPts val="1000"/>
              </a:spcBef>
              <a:spcAft>
                <a:spcPts val="0"/>
              </a:spcAft>
              <a:buSzPts val="1200"/>
              <a:buChar char="○"/>
              <a:defRPr sz="1200">
                <a:solidFill>
                  <a:schemeClr val="dk1"/>
                </a:solidFill>
              </a:defRPr>
            </a:lvl8pPr>
            <a:lvl9pPr indent="-304800" lvl="8" marL="4114800" algn="ctr">
              <a:spcBef>
                <a:spcPts val="1000"/>
              </a:spcBef>
              <a:spcAft>
                <a:spcPts val="1000"/>
              </a:spcAft>
              <a:buSzPts val="1200"/>
              <a:buChar char="■"/>
              <a:defRPr sz="1200">
                <a:solidFill>
                  <a:schemeClr val="dk1"/>
                </a:solidFill>
              </a:defRPr>
            </a:lvl9pPr>
          </a:lstStyle>
          <a:p/>
        </p:txBody>
      </p:sp>
      <p:sp>
        <p:nvSpPr>
          <p:cNvPr id="349" name="Google Shape;349;p43"/>
          <p:cNvSpPr/>
          <p:nvPr>
            <p:ph idx="7" type="pic"/>
          </p:nvPr>
        </p:nvSpPr>
        <p:spPr>
          <a:xfrm>
            <a:off x="5867649" y="1596238"/>
            <a:ext cx="750900" cy="750900"/>
          </a:xfrm>
          <a:prstGeom prst="rect">
            <a:avLst/>
          </a:prstGeom>
          <a:noFill/>
          <a:ln>
            <a:noFill/>
          </a:ln>
        </p:spPr>
      </p:sp>
      <p:sp>
        <p:nvSpPr>
          <p:cNvPr id="350" name="Google Shape;350;p43"/>
          <p:cNvSpPr txBox="1"/>
          <p:nvPr>
            <p:ph idx="8" type="body"/>
          </p:nvPr>
        </p:nvSpPr>
        <p:spPr>
          <a:xfrm>
            <a:off x="5472475" y="2751550"/>
            <a:ext cx="1541400" cy="1593600"/>
          </a:xfrm>
          <a:prstGeom prst="rect">
            <a:avLst/>
          </a:prstGeom>
        </p:spPr>
        <p:txBody>
          <a:bodyPr anchorCtr="0" anchor="t" bIns="0" lIns="0" spcFirstLastPara="1" rIns="0" wrap="square" tIns="0">
            <a:noAutofit/>
          </a:bodyPr>
          <a:lstStyle>
            <a:lvl1pPr indent="-317500" lvl="0" marL="457200" algn="ctr">
              <a:spcBef>
                <a:spcPts val="0"/>
              </a:spcBef>
              <a:spcAft>
                <a:spcPts val="0"/>
              </a:spcAft>
              <a:buSzPts val="1400"/>
              <a:buChar char="●"/>
              <a:defRPr sz="1400">
                <a:solidFill>
                  <a:schemeClr val="dk1"/>
                </a:solidFill>
              </a:defRPr>
            </a:lvl1pPr>
            <a:lvl2pPr indent="-304800" lvl="1" marL="914400" algn="ctr">
              <a:spcBef>
                <a:spcPts val="1000"/>
              </a:spcBef>
              <a:spcAft>
                <a:spcPts val="0"/>
              </a:spcAft>
              <a:buSzPts val="1200"/>
              <a:buChar char="○"/>
              <a:defRPr sz="1200">
                <a:solidFill>
                  <a:schemeClr val="dk1"/>
                </a:solidFill>
              </a:defRPr>
            </a:lvl2pPr>
            <a:lvl3pPr indent="-304800" lvl="2" marL="1371600" algn="ctr">
              <a:spcBef>
                <a:spcPts val="1000"/>
              </a:spcBef>
              <a:spcAft>
                <a:spcPts val="0"/>
              </a:spcAft>
              <a:buSzPts val="1200"/>
              <a:buChar char="■"/>
              <a:defRPr sz="1200">
                <a:solidFill>
                  <a:schemeClr val="dk1"/>
                </a:solidFill>
              </a:defRPr>
            </a:lvl3pPr>
            <a:lvl4pPr indent="-304800" lvl="3" marL="1828800" algn="ctr">
              <a:spcBef>
                <a:spcPts val="1000"/>
              </a:spcBef>
              <a:spcAft>
                <a:spcPts val="0"/>
              </a:spcAft>
              <a:buSzPts val="1200"/>
              <a:buChar char="●"/>
              <a:defRPr sz="1200">
                <a:solidFill>
                  <a:schemeClr val="dk1"/>
                </a:solidFill>
              </a:defRPr>
            </a:lvl4pPr>
            <a:lvl5pPr indent="-304800" lvl="4" marL="2286000" algn="ctr">
              <a:spcBef>
                <a:spcPts val="1000"/>
              </a:spcBef>
              <a:spcAft>
                <a:spcPts val="0"/>
              </a:spcAft>
              <a:buSzPts val="1200"/>
              <a:buChar char="○"/>
              <a:defRPr sz="1200">
                <a:solidFill>
                  <a:schemeClr val="dk1"/>
                </a:solidFill>
              </a:defRPr>
            </a:lvl5pPr>
            <a:lvl6pPr indent="-304800" lvl="5" marL="2743200" algn="ctr">
              <a:spcBef>
                <a:spcPts val="1000"/>
              </a:spcBef>
              <a:spcAft>
                <a:spcPts val="0"/>
              </a:spcAft>
              <a:buSzPts val="1200"/>
              <a:buChar char="■"/>
              <a:defRPr sz="1200">
                <a:solidFill>
                  <a:schemeClr val="dk1"/>
                </a:solidFill>
              </a:defRPr>
            </a:lvl6pPr>
            <a:lvl7pPr indent="-304800" lvl="6" marL="3200400" algn="ctr">
              <a:spcBef>
                <a:spcPts val="1000"/>
              </a:spcBef>
              <a:spcAft>
                <a:spcPts val="0"/>
              </a:spcAft>
              <a:buSzPts val="1200"/>
              <a:buChar char="●"/>
              <a:defRPr sz="1200">
                <a:solidFill>
                  <a:schemeClr val="dk1"/>
                </a:solidFill>
              </a:defRPr>
            </a:lvl7pPr>
            <a:lvl8pPr indent="-304800" lvl="7" marL="3657600" algn="ctr">
              <a:spcBef>
                <a:spcPts val="1000"/>
              </a:spcBef>
              <a:spcAft>
                <a:spcPts val="0"/>
              </a:spcAft>
              <a:buSzPts val="1200"/>
              <a:buChar char="○"/>
              <a:defRPr sz="1200">
                <a:solidFill>
                  <a:schemeClr val="dk1"/>
                </a:solidFill>
              </a:defRPr>
            </a:lvl8pPr>
            <a:lvl9pPr indent="-304800" lvl="8" marL="4114800" algn="ctr">
              <a:spcBef>
                <a:spcPts val="1000"/>
              </a:spcBef>
              <a:spcAft>
                <a:spcPts val="1000"/>
              </a:spcAft>
              <a:buSzPts val="1200"/>
              <a:buChar char="■"/>
              <a:defRPr sz="1200">
                <a:solidFill>
                  <a:schemeClr val="dk1"/>
                </a:solidFill>
              </a:defRPr>
            </a:lvl9pPr>
          </a:lstStyle>
          <a:p/>
        </p:txBody>
      </p:sp>
      <p:sp>
        <p:nvSpPr>
          <p:cNvPr id="351" name="Google Shape;351;p43"/>
          <p:cNvSpPr/>
          <p:nvPr/>
        </p:nvSpPr>
        <p:spPr>
          <a:xfrm>
            <a:off x="3801377" y="1371613"/>
            <a:ext cx="1541400" cy="1200300"/>
          </a:xfrm>
          <a:prstGeom prst="roundRect">
            <a:avLst>
              <a:gd fmla="val 9523" name="adj"/>
            </a:avLst>
          </a:prstGeom>
          <a:solidFill>
            <a:schemeClr val="lt2"/>
          </a:solidFill>
          <a:ln>
            <a:noFill/>
          </a:ln>
        </p:spPr>
        <p:txBody>
          <a:bodyPr anchorCtr="0" anchor="t" bIns="91450" lIns="91450" spcFirstLastPara="1" rIns="91450" wrap="square" tIns="1280150">
            <a:noAutofit/>
          </a:bodyPr>
          <a:lstStyle/>
          <a:p>
            <a:pPr indent="0" lvl="0" marL="0" rtl="0" algn="ctr">
              <a:spcBef>
                <a:spcPts val="0"/>
              </a:spcBef>
              <a:spcAft>
                <a:spcPts val="0"/>
              </a:spcAft>
              <a:buNone/>
            </a:pPr>
            <a:r>
              <a:t/>
            </a:r>
            <a:endParaRPr sz="700">
              <a:latin typeface="Lora"/>
              <a:ea typeface="Lora"/>
              <a:cs typeface="Lora"/>
              <a:sym typeface="Lora"/>
            </a:endParaRPr>
          </a:p>
        </p:txBody>
      </p:sp>
      <p:sp>
        <p:nvSpPr>
          <p:cNvPr id="352" name="Google Shape;352;p43"/>
          <p:cNvSpPr/>
          <p:nvPr/>
        </p:nvSpPr>
        <p:spPr>
          <a:xfrm>
            <a:off x="5472473" y="1371613"/>
            <a:ext cx="1541400" cy="1200300"/>
          </a:xfrm>
          <a:prstGeom prst="roundRect">
            <a:avLst>
              <a:gd fmla="val 9523" name="adj"/>
            </a:avLst>
          </a:prstGeom>
          <a:solidFill>
            <a:schemeClr val="lt2"/>
          </a:solidFill>
          <a:ln>
            <a:noFill/>
          </a:ln>
        </p:spPr>
        <p:txBody>
          <a:bodyPr anchorCtr="0" anchor="t" bIns="91450" lIns="91450" spcFirstLastPara="1" rIns="91450" wrap="square" tIns="1280150">
            <a:noAutofit/>
          </a:bodyPr>
          <a:lstStyle/>
          <a:p>
            <a:pPr indent="0" lvl="0" marL="0" rtl="0" algn="ctr">
              <a:spcBef>
                <a:spcPts val="0"/>
              </a:spcBef>
              <a:spcAft>
                <a:spcPts val="0"/>
              </a:spcAft>
              <a:buNone/>
            </a:pPr>
            <a:r>
              <a:t/>
            </a:r>
            <a:endParaRPr sz="700">
              <a:latin typeface="Lora"/>
              <a:ea typeface="Lora"/>
              <a:cs typeface="Lora"/>
              <a:sym typeface="Lora"/>
            </a:endParaRPr>
          </a:p>
        </p:txBody>
      </p:sp>
      <p:sp>
        <p:nvSpPr>
          <p:cNvPr id="353" name="Google Shape;353;p43"/>
          <p:cNvSpPr/>
          <p:nvPr/>
        </p:nvSpPr>
        <p:spPr>
          <a:xfrm>
            <a:off x="2128360" y="1371613"/>
            <a:ext cx="1541400" cy="1200300"/>
          </a:xfrm>
          <a:prstGeom prst="roundRect">
            <a:avLst>
              <a:gd fmla="val 9523" name="adj"/>
            </a:avLst>
          </a:prstGeom>
          <a:solidFill>
            <a:schemeClr val="lt2"/>
          </a:solidFill>
          <a:ln>
            <a:noFill/>
          </a:ln>
        </p:spPr>
        <p:txBody>
          <a:bodyPr anchorCtr="0" anchor="t" bIns="91450" lIns="91450" spcFirstLastPara="1" rIns="91450" wrap="square" tIns="1280150">
            <a:noAutofit/>
          </a:bodyPr>
          <a:lstStyle/>
          <a:p>
            <a:pPr indent="0" lvl="0" marL="0" rtl="0" algn="ctr">
              <a:spcBef>
                <a:spcPts val="0"/>
              </a:spcBef>
              <a:spcAft>
                <a:spcPts val="0"/>
              </a:spcAft>
              <a:buNone/>
            </a:pPr>
            <a:r>
              <a:t/>
            </a:r>
            <a:endParaRPr sz="700">
              <a:latin typeface="Lora"/>
              <a:ea typeface="Lora"/>
              <a:cs typeface="Lora"/>
              <a:sym typeface="Lora"/>
            </a:endParaRPr>
          </a:p>
        </p:txBody>
      </p:sp>
      <p:sp>
        <p:nvSpPr>
          <p:cNvPr id="354" name="Google Shape;354;p43"/>
          <p:cNvSpPr/>
          <p:nvPr/>
        </p:nvSpPr>
        <p:spPr>
          <a:xfrm>
            <a:off x="455775" y="1371613"/>
            <a:ext cx="1541400" cy="1200300"/>
          </a:xfrm>
          <a:prstGeom prst="roundRect">
            <a:avLst>
              <a:gd fmla="val 9523" name="adj"/>
            </a:avLst>
          </a:prstGeom>
          <a:solidFill>
            <a:schemeClr val="lt2"/>
          </a:solidFill>
          <a:ln>
            <a:noFill/>
          </a:ln>
        </p:spPr>
        <p:txBody>
          <a:bodyPr anchorCtr="0" anchor="t" bIns="91450" lIns="91450" spcFirstLastPara="1" rIns="91450" wrap="square" tIns="1280150">
            <a:noAutofit/>
          </a:bodyPr>
          <a:lstStyle/>
          <a:p>
            <a:pPr indent="0" lvl="0" marL="0" rtl="0" algn="ctr">
              <a:spcBef>
                <a:spcPts val="0"/>
              </a:spcBef>
              <a:spcAft>
                <a:spcPts val="0"/>
              </a:spcAft>
              <a:buNone/>
            </a:pPr>
            <a:r>
              <a:t/>
            </a:r>
            <a:endParaRPr sz="700">
              <a:latin typeface="Lora"/>
              <a:ea typeface="Lora"/>
              <a:cs typeface="Lora"/>
              <a:sym typeface="Lora"/>
            </a:endParaRPr>
          </a:p>
        </p:txBody>
      </p:sp>
      <p:sp>
        <p:nvSpPr>
          <p:cNvPr id="355" name="Google Shape;355;p43"/>
          <p:cNvSpPr/>
          <p:nvPr/>
        </p:nvSpPr>
        <p:spPr>
          <a:xfrm>
            <a:off x="7144530" y="1371613"/>
            <a:ext cx="1541400" cy="1200300"/>
          </a:xfrm>
          <a:prstGeom prst="roundRect">
            <a:avLst>
              <a:gd fmla="val 9523" name="adj"/>
            </a:avLst>
          </a:prstGeom>
          <a:solidFill>
            <a:schemeClr val="lt2"/>
          </a:solidFill>
          <a:ln>
            <a:noFill/>
          </a:ln>
        </p:spPr>
        <p:txBody>
          <a:bodyPr anchorCtr="0" anchor="t" bIns="91450" lIns="91450" spcFirstLastPara="1" rIns="91450" wrap="square" tIns="1280150">
            <a:noAutofit/>
          </a:bodyPr>
          <a:lstStyle/>
          <a:p>
            <a:pPr indent="0" lvl="0" marL="0" rtl="0" algn="ctr">
              <a:spcBef>
                <a:spcPts val="0"/>
              </a:spcBef>
              <a:spcAft>
                <a:spcPts val="0"/>
              </a:spcAft>
              <a:buNone/>
            </a:pPr>
            <a:r>
              <a:t/>
            </a:r>
            <a:endParaRPr sz="700">
              <a:latin typeface="Lora"/>
              <a:ea typeface="Lora"/>
              <a:cs typeface="Lora"/>
              <a:sym typeface="Lora"/>
            </a:endParaRPr>
          </a:p>
        </p:txBody>
      </p:sp>
      <p:sp>
        <p:nvSpPr>
          <p:cNvPr id="356" name="Google Shape;356;p43"/>
          <p:cNvSpPr/>
          <p:nvPr>
            <p:ph idx="9" type="pic"/>
          </p:nvPr>
        </p:nvSpPr>
        <p:spPr>
          <a:xfrm>
            <a:off x="7539699" y="1596238"/>
            <a:ext cx="750900" cy="750900"/>
          </a:xfrm>
          <a:prstGeom prst="rect">
            <a:avLst/>
          </a:prstGeom>
          <a:noFill/>
          <a:ln>
            <a:noFill/>
          </a:ln>
        </p:spPr>
      </p:sp>
      <p:sp>
        <p:nvSpPr>
          <p:cNvPr id="357" name="Google Shape;357;p43"/>
          <p:cNvSpPr txBox="1"/>
          <p:nvPr>
            <p:ph idx="13" type="body"/>
          </p:nvPr>
        </p:nvSpPr>
        <p:spPr>
          <a:xfrm>
            <a:off x="7144538" y="2751550"/>
            <a:ext cx="1541400" cy="1593600"/>
          </a:xfrm>
          <a:prstGeom prst="rect">
            <a:avLst/>
          </a:prstGeom>
        </p:spPr>
        <p:txBody>
          <a:bodyPr anchorCtr="0" anchor="t" bIns="0" lIns="0" spcFirstLastPara="1" rIns="0" wrap="square" tIns="0">
            <a:noAutofit/>
          </a:bodyPr>
          <a:lstStyle>
            <a:lvl1pPr indent="-317500" lvl="0" marL="457200" algn="ctr">
              <a:spcBef>
                <a:spcPts val="0"/>
              </a:spcBef>
              <a:spcAft>
                <a:spcPts val="0"/>
              </a:spcAft>
              <a:buSzPts val="1400"/>
              <a:buChar char="●"/>
              <a:defRPr sz="1400">
                <a:solidFill>
                  <a:schemeClr val="dk1"/>
                </a:solidFill>
              </a:defRPr>
            </a:lvl1pPr>
            <a:lvl2pPr indent="-304800" lvl="1" marL="914400" algn="ctr">
              <a:spcBef>
                <a:spcPts val="1000"/>
              </a:spcBef>
              <a:spcAft>
                <a:spcPts val="0"/>
              </a:spcAft>
              <a:buSzPts val="1200"/>
              <a:buChar char="○"/>
              <a:defRPr sz="1200">
                <a:solidFill>
                  <a:schemeClr val="dk1"/>
                </a:solidFill>
              </a:defRPr>
            </a:lvl2pPr>
            <a:lvl3pPr indent="-304800" lvl="2" marL="1371600" algn="ctr">
              <a:spcBef>
                <a:spcPts val="1000"/>
              </a:spcBef>
              <a:spcAft>
                <a:spcPts val="0"/>
              </a:spcAft>
              <a:buSzPts val="1200"/>
              <a:buChar char="■"/>
              <a:defRPr sz="1200">
                <a:solidFill>
                  <a:schemeClr val="dk1"/>
                </a:solidFill>
              </a:defRPr>
            </a:lvl3pPr>
            <a:lvl4pPr indent="-304800" lvl="3" marL="1828800" algn="ctr">
              <a:spcBef>
                <a:spcPts val="1000"/>
              </a:spcBef>
              <a:spcAft>
                <a:spcPts val="0"/>
              </a:spcAft>
              <a:buSzPts val="1200"/>
              <a:buChar char="●"/>
              <a:defRPr sz="1200">
                <a:solidFill>
                  <a:schemeClr val="dk1"/>
                </a:solidFill>
              </a:defRPr>
            </a:lvl4pPr>
            <a:lvl5pPr indent="-304800" lvl="4" marL="2286000" algn="ctr">
              <a:spcBef>
                <a:spcPts val="1000"/>
              </a:spcBef>
              <a:spcAft>
                <a:spcPts val="0"/>
              </a:spcAft>
              <a:buSzPts val="1200"/>
              <a:buChar char="○"/>
              <a:defRPr sz="1200">
                <a:solidFill>
                  <a:schemeClr val="dk1"/>
                </a:solidFill>
              </a:defRPr>
            </a:lvl5pPr>
            <a:lvl6pPr indent="-304800" lvl="5" marL="2743200" algn="ctr">
              <a:spcBef>
                <a:spcPts val="1000"/>
              </a:spcBef>
              <a:spcAft>
                <a:spcPts val="0"/>
              </a:spcAft>
              <a:buSzPts val="1200"/>
              <a:buChar char="■"/>
              <a:defRPr sz="1200">
                <a:solidFill>
                  <a:schemeClr val="dk1"/>
                </a:solidFill>
              </a:defRPr>
            </a:lvl6pPr>
            <a:lvl7pPr indent="-304800" lvl="6" marL="3200400" algn="ctr">
              <a:spcBef>
                <a:spcPts val="1000"/>
              </a:spcBef>
              <a:spcAft>
                <a:spcPts val="0"/>
              </a:spcAft>
              <a:buSzPts val="1200"/>
              <a:buChar char="●"/>
              <a:defRPr sz="1200">
                <a:solidFill>
                  <a:schemeClr val="dk1"/>
                </a:solidFill>
              </a:defRPr>
            </a:lvl7pPr>
            <a:lvl8pPr indent="-304800" lvl="7" marL="3657600" algn="ctr">
              <a:spcBef>
                <a:spcPts val="1000"/>
              </a:spcBef>
              <a:spcAft>
                <a:spcPts val="0"/>
              </a:spcAft>
              <a:buSzPts val="1200"/>
              <a:buChar char="○"/>
              <a:defRPr sz="1200">
                <a:solidFill>
                  <a:schemeClr val="dk1"/>
                </a:solidFill>
              </a:defRPr>
            </a:lvl8pPr>
            <a:lvl9pPr indent="-304800" lvl="8" marL="4114800" algn="ctr">
              <a:spcBef>
                <a:spcPts val="1000"/>
              </a:spcBef>
              <a:spcAft>
                <a:spcPts val="1000"/>
              </a:spcAft>
              <a:buSzPts val="1200"/>
              <a:buChar char="■"/>
              <a:defRPr sz="1200">
                <a:solidFill>
                  <a:schemeClr val="dk1"/>
                </a:solidFill>
              </a:defRPr>
            </a:lvl9pPr>
          </a:lstStyle>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_4">
    <p:spTree>
      <p:nvGrpSpPr>
        <p:cNvPr id="358" name="Shape 358"/>
        <p:cNvGrpSpPr/>
        <p:nvPr/>
      </p:nvGrpSpPr>
      <p:grpSpPr>
        <a:xfrm>
          <a:off x="0" y="0"/>
          <a:ext cx="0" cy="0"/>
          <a:chOff x="0" y="0"/>
          <a:chExt cx="0" cy="0"/>
        </a:xfrm>
      </p:grpSpPr>
      <p:sp>
        <p:nvSpPr>
          <p:cNvPr id="359" name="Google Shape;359;p44"/>
          <p:cNvSpPr txBox="1"/>
          <p:nvPr>
            <p:ph idx="10" type="dt"/>
          </p:nvPr>
        </p:nvSpPr>
        <p:spPr>
          <a:xfrm>
            <a:off x="228600" y="3178175"/>
            <a:ext cx="1066800" cy="182700"/>
          </a:xfrm>
          <a:prstGeom prst="rect">
            <a:avLst/>
          </a:prstGeom>
          <a:noFill/>
          <a:ln>
            <a:noFill/>
          </a:ln>
        </p:spPr>
        <p:txBody>
          <a:bodyPr anchorCtr="0" anchor="ctr" bIns="22850" lIns="45725" spcFirstLastPara="1" rIns="45725" wrap="square" tIns="2285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60" name="Google Shape;360;p44"/>
          <p:cNvSpPr txBox="1"/>
          <p:nvPr>
            <p:ph idx="11" type="ftr"/>
          </p:nvPr>
        </p:nvSpPr>
        <p:spPr>
          <a:xfrm>
            <a:off x="1562100" y="3178175"/>
            <a:ext cx="1447800" cy="182700"/>
          </a:xfrm>
          <a:prstGeom prst="rect">
            <a:avLst/>
          </a:prstGeom>
          <a:noFill/>
          <a:ln>
            <a:noFill/>
          </a:ln>
        </p:spPr>
        <p:txBody>
          <a:bodyPr anchorCtr="0" anchor="ctr" bIns="22850" lIns="45725" spcFirstLastPara="1" rIns="45725" wrap="square" tIns="2285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61" name="Google Shape;361;p44"/>
          <p:cNvSpPr txBox="1"/>
          <p:nvPr>
            <p:ph idx="12" type="sldNum"/>
          </p:nvPr>
        </p:nvSpPr>
        <p:spPr>
          <a:xfrm>
            <a:off x="3276600" y="3178175"/>
            <a:ext cx="1066800" cy="182700"/>
          </a:xfrm>
          <a:prstGeom prst="rect">
            <a:avLst/>
          </a:prstGeom>
          <a:noFill/>
          <a:ln>
            <a:noFill/>
          </a:ln>
        </p:spPr>
        <p:txBody>
          <a:bodyPr anchorCtr="0" anchor="ctr" bIns="22850" lIns="45725" spcFirstLastPara="1" rIns="45725" wrap="square" tIns="2285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1">
  <p:cSld name="BLANK_5">
    <p:spTree>
      <p:nvGrpSpPr>
        <p:cNvPr id="362" name="Shape 362"/>
        <p:cNvGrpSpPr/>
        <p:nvPr/>
      </p:nvGrpSpPr>
      <p:grpSpPr>
        <a:xfrm>
          <a:off x="0" y="0"/>
          <a:ext cx="0" cy="0"/>
          <a:chOff x="0" y="0"/>
          <a:chExt cx="0" cy="0"/>
        </a:xfrm>
      </p:grpSpPr>
      <p:sp>
        <p:nvSpPr>
          <p:cNvPr id="363" name="Google Shape;363;p45"/>
          <p:cNvSpPr txBox="1"/>
          <p:nvPr>
            <p:ph idx="10" type="dt"/>
          </p:nvPr>
        </p:nvSpPr>
        <p:spPr>
          <a:xfrm>
            <a:off x="228600" y="3178175"/>
            <a:ext cx="1066800" cy="182700"/>
          </a:xfrm>
          <a:prstGeom prst="rect">
            <a:avLst/>
          </a:prstGeom>
          <a:noFill/>
          <a:ln>
            <a:noFill/>
          </a:ln>
        </p:spPr>
        <p:txBody>
          <a:bodyPr anchorCtr="0" anchor="ctr" bIns="22850" lIns="45725" spcFirstLastPara="1" rIns="45725" wrap="square" tIns="2285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64" name="Google Shape;364;p45"/>
          <p:cNvSpPr txBox="1"/>
          <p:nvPr>
            <p:ph idx="11" type="ftr"/>
          </p:nvPr>
        </p:nvSpPr>
        <p:spPr>
          <a:xfrm>
            <a:off x="1562100" y="3178175"/>
            <a:ext cx="1447800" cy="182700"/>
          </a:xfrm>
          <a:prstGeom prst="rect">
            <a:avLst/>
          </a:prstGeom>
          <a:noFill/>
          <a:ln>
            <a:noFill/>
          </a:ln>
        </p:spPr>
        <p:txBody>
          <a:bodyPr anchorCtr="0" anchor="ctr" bIns="22850" lIns="45725" spcFirstLastPara="1" rIns="45725" wrap="square" tIns="2285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65" name="Google Shape;365;p45"/>
          <p:cNvSpPr txBox="1"/>
          <p:nvPr>
            <p:ph idx="12" type="sldNum"/>
          </p:nvPr>
        </p:nvSpPr>
        <p:spPr>
          <a:xfrm>
            <a:off x="3276600" y="3178175"/>
            <a:ext cx="1066800" cy="182700"/>
          </a:xfrm>
          <a:prstGeom prst="rect">
            <a:avLst/>
          </a:prstGeom>
          <a:noFill/>
          <a:ln>
            <a:noFill/>
          </a:ln>
        </p:spPr>
        <p:txBody>
          <a:bodyPr anchorCtr="0" anchor="ctr" bIns="22850" lIns="45725" spcFirstLastPara="1" rIns="45725" wrap="square" tIns="2285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White" showMasterSp="0">
  <p:cSld name="TITLE_AND_BODY_4">
    <p:bg>
      <p:bgPr>
        <a:solidFill>
          <a:srgbClr val="FFFDF8"/>
        </a:solidFill>
      </p:bgPr>
    </p:bg>
    <p:spTree>
      <p:nvGrpSpPr>
        <p:cNvPr id="366" name="Shape 366"/>
        <p:cNvGrpSpPr/>
        <p:nvPr/>
      </p:nvGrpSpPr>
      <p:grpSpPr>
        <a:xfrm>
          <a:off x="0" y="0"/>
          <a:ext cx="0" cy="0"/>
          <a:chOff x="0" y="0"/>
          <a:chExt cx="0" cy="0"/>
        </a:xfrm>
      </p:grpSpPr>
      <p:sp>
        <p:nvSpPr>
          <p:cNvPr id="367" name="Google Shape;367;p46"/>
          <p:cNvSpPr/>
          <p:nvPr/>
        </p:nvSpPr>
        <p:spPr>
          <a:xfrm>
            <a:off x="0" y="0"/>
            <a:ext cx="9144000" cy="5143500"/>
          </a:xfrm>
          <a:prstGeom prst="rect">
            <a:avLst/>
          </a:prstGeom>
          <a:solidFill>
            <a:srgbClr val="F1EFEA"/>
          </a:solidFill>
          <a:ln>
            <a:noFill/>
          </a:ln>
        </p:spPr>
        <p:txBody>
          <a:bodyPr anchorCtr="0" anchor="ctr" bIns="34325" lIns="68650" spcFirstLastPara="1" rIns="68650" wrap="square" tIns="34325">
            <a:noAutofit/>
          </a:bodyPr>
          <a:lstStyle/>
          <a:p>
            <a:pPr indent="0" lvl="0" marL="0" marR="0" rtl="0" algn="ctr">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368" name="Google Shape;368;p46"/>
          <p:cNvSpPr txBox="1"/>
          <p:nvPr>
            <p:ph idx="12" type="sldNum"/>
          </p:nvPr>
        </p:nvSpPr>
        <p:spPr>
          <a:xfrm>
            <a:off x="8800100" y="4904374"/>
            <a:ext cx="216300" cy="283800"/>
          </a:xfrm>
          <a:prstGeom prst="rect">
            <a:avLst/>
          </a:prstGeom>
          <a:noFill/>
          <a:ln>
            <a:noFill/>
          </a:ln>
        </p:spPr>
        <p:txBody>
          <a:bodyPr anchorCtr="0" anchor="ctr" bIns="33825" lIns="33825" spcFirstLastPara="1" rIns="33825" wrap="square" tIns="33825">
            <a:spAutoFit/>
          </a:bodyPr>
          <a:lstStyle>
            <a:lvl1pPr indent="0" lvl="0" marL="0" algn="r">
              <a:spcBef>
                <a:spcPts val="0"/>
              </a:spcBef>
              <a:buNone/>
              <a:defRPr>
                <a:solidFill>
                  <a:srgbClr val="1B1B1B"/>
                </a:solidFill>
              </a:defRPr>
            </a:lvl1pPr>
            <a:lvl2pPr indent="0" lvl="1" marL="0" algn="r">
              <a:spcBef>
                <a:spcPts val="0"/>
              </a:spcBef>
              <a:buNone/>
              <a:defRPr>
                <a:solidFill>
                  <a:srgbClr val="1B1B1B"/>
                </a:solidFill>
              </a:defRPr>
            </a:lvl2pPr>
            <a:lvl3pPr indent="0" lvl="2" marL="0" algn="r">
              <a:spcBef>
                <a:spcPts val="0"/>
              </a:spcBef>
              <a:buNone/>
              <a:defRPr>
                <a:solidFill>
                  <a:srgbClr val="1B1B1B"/>
                </a:solidFill>
              </a:defRPr>
            </a:lvl3pPr>
            <a:lvl4pPr indent="0" lvl="3" marL="0" algn="r">
              <a:spcBef>
                <a:spcPts val="0"/>
              </a:spcBef>
              <a:buNone/>
              <a:defRPr>
                <a:solidFill>
                  <a:srgbClr val="1B1B1B"/>
                </a:solidFill>
              </a:defRPr>
            </a:lvl4pPr>
            <a:lvl5pPr indent="0" lvl="4" marL="0" algn="r">
              <a:spcBef>
                <a:spcPts val="0"/>
              </a:spcBef>
              <a:buNone/>
              <a:defRPr>
                <a:solidFill>
                  <a:srgbClr val="1B1B1B"/>
                </a:solidFill>
              </a:defRPr>
            </a:lvl5pPr>
            <a:lvl6pPr indent="0" lvl="5" marL="0" algn="r">
              <a:spcBef>
                <a:spcPts val="0"/>
              </a:spcBef>
              <a:buNone/>
              <a:defRPr>
                <a:solidFill>
                  <a:srgbClr val="1B1B1B"/>
                </a:solidFill>
              </a:defRPr>
            </a:lvl6pPr>
            <a:lvl7pPr indent="0" lvl="6" marL="0" algn="r">
              <a:spcBef>
                <a:spcPts val="0"/>
              </a:spcBef>
              <a:buNone/>
              <a:defRPr>
                <a:solidFill>
                  <a:srgbClr val="1B1B1B"/>
                </a:solidFill>
              </a:defRPr>
            </a:lvl7pPr>
            <a:lvl8pPr indent="0" lvl="7" marL="0" algn="r">
              <a:spcBef>
                <a:spcPts val="0"/>
              </a:spcBef>
              <a:buNone/>
              <a:defRPr>
                <a:solidFill>
                  <a:srgbClr val="1B1B1B"/>
                </a:solidFill>
              </a:defRPr>
            </a:lvl8pPr>
            <a:lvl9pPr indent="0" lvl="8" marL="0" algn="r">
              <a:spcBef>
                <a:spcPts val="0"/>
              </a:spcBef>
              <a:buNone/>
              <a:defRPr>
                <a:solidFill>
                  <a:srgbClr val="1B1B1B"/>
                </a:solidFill>
              </a:defRPr>
            </a:lvl9pPr>
          </a:lstStyle>
          <a:p>
            <a:pPr indent="0" lvl="0" marL="0" rtl="0" algn="r">
              <a:spcBef>
                <a:spcPts val="0"/>
              </a:spcBef>
              <a:spcAft>
                <a:spcPts val="0"/>
              </a:spcAft>
              <a:buNone/>
            </a:pPr>
            <a:fld id="{00000000-1234-1234-1234-123412341234}" type="slidenum">
              <a:rPr lang="en"/>
              <a:t>‹#›</a:t>
            </a:fld>
            <a:endParaRPr b="1" i="0" sz="400" u="none" cap="none" strike="noStrike">
              <a:latin typeface="Montserrat"/>
              <a:ea typeface="Montserrat"/>
              <a:cs typeface="Montserrat"/>
              <a:sym typeface="Montserrat"/>
            </a:endParaRPr>
          </a:p>
        </p:txBody>
      </p:sp>
      <p:sp>
        <p:nvSpPr>
          <p:cNvPr id="369" name="Google Shape;369;p46"/>
          <p:cNvSpPr txBox="1"/>
          <p:nvPr/>
        </p:nvSpPr>
        <p:spPr>
          <a:xfrm>
            <a:off x="120565" y="121928"/>
            <a:ext cx="1226700" cy="128400"/>
          </a:xfrm>
          <a:prstGeom prst="rect">
            <a:avLst/>
          </a:prstGeom>
          <a:noFill/>
          <a:ln>
            <a:noFill/>
          </a:ln>
        </p:spPr>
        <p:txBody>
          <a:bodyPr anchorCtr="0" anchor="t" bIns="33150" lIns="33150" spcFirstLastPara="1" rIns="33150" wrap="square" tIns="33150">
            <a:spAutoFit/>
          </a:bodyPr>
          <a:lstStyle/>
          <a:p>
            <a:pPr indent="0" lvl="0" marL="0" marR="0" rtl="0" algn="l">
              <a:spcBef>
                <a:spcPts val="0"/>
              </a:spcBef>
              <a:spcAft>
                <a:spcPts val="0"/>
              </a:spcAft>
              <a:buNone/>
            </a:pPr>
            <a:r>
              <a:rPr b="0" i="0" lang="en" sz="400" u="none" cap="none" strike="noStrike">
                <a:solidFill>
                  <a:srgbClr val="D97756"/>
                </a:solidFill>
                <a:latin typeface="Montserrat Medium"/>
                <a:ea typeface="Montserrat Medium"/>
                <a:cs typeface="Montserrat Medium"/>
                <a:sym typeface="Montserrat Medium"/>
              </a:rPr>
              <a:t>WASSERMAN</a:t>
            </a:r>
            <a:r>
              <a:rPr b="0" i="0" lang="en" sz="400" u="none" cap="none" strike="noStrike">
                <a:solidFill>
                  <a:srgbClr val="FF4913"/>
                </a:solidFill>
                <a:latin typeface="Montserrat Medium"/>
                <a:ea typeface="Montserrat Medium"/>
                <a:cs typeface="Montserrat Medium"/>
                <a:sym typeface="Montserrat Medium"/>
              </a:rPr>
              <a:t> </a:t>
            </a:r>
            <a:r>
              <a:rPr b="1" i="1" lang="en" sz="400" u="none" cap="none" strike="noStrike">
                <a:solidFill>
                  <a:srgbClr val="1B1B1B"/>
                </a:solidFill>
                <a:latin typeface="Times"/>
                <a:ea typeface="Times"/>
                <a:cs typeface="Times"/>
                <a:sym typeface="Times"/>
              </a:rPr>
              <a:t>- A CONNECTIONS COMPANY </a:t>
            </a:r>
            <a:endParaRPr sz="1100"/>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White 1" showMasterSp="0">
  <p:cSld name="TITLE_AND_BODY_5">
    <p:bg>
      <p:bgPr>
        <a:solidFill>
          <a:srgbClr val="FFFDF8"/>
        </a:solidFill>
      </p:bgPr>
    </p:bg>
    <p:spTree>
      <p:nvGrpSpPr>
        <p:cNvPr id="370" name="Shape 370"/>
        <p:cNvGrpSpPr/>
        <p:nvPr/>
      </p:nvGrpSpPr>
      <p:grpSpPr>
        <a:xfrm>
          <a:off x="0" y="0"/>
          <a:ext cx="0" cy="0"/>
          <a:chOff x="0" y="0"/>
          <a:chExt cx="0" cy="0"/>
        </a:xfrm>
      </p:grpSpPr>
      <p:sp>
        <p:nvSpPr>
          <p:cNvPr id="371" name="Google Shape;371;p47"/>
          <p:cNvSpPr/>
          <p:nvPr/>
        </p:nvSpPr>
        <p:spPr>
          <a:xfrm>
            <a:off x="0" y="0"/>
            <a:ext cx="9144000" cy="5143500"/>
          </a:xfrm>
          <a:prstGeom prst="rect">
            <a:avLst/>
          </a:prstGeom>
          <a:solidFill>
            <a:srgbClr val="F1EFEA"/>
          </a:solidFill>
          <a:ln>
            <a:noFill/>
          </a:ln>
        </p:spPr>
        <p:txBody>
          <a:bodyPr anchorCtr="0" anchor="ctr" bIns="34325" lIns="68650" spcFirstLastPara="1" rIns="68650" wrap="square" tIns="34325">
            <a:noAutofit/>
          </a:bodyPr>
          <a:lstStyle/>
          <a:p>
            <a:pPr indent="0" lvl="0" marL="0" marR="0" rtl="0" algn="ctr">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372" name="Google Shape;372;p47"/>
          <p:cNvSpPr txBox="1"/>
          <p:nvPr>
            <p:ph idx="12" type="sldNum"/>
          </p:nvPr>
        </p:nvSpPr>
        <p:spPr>
          <a:xfrm>
            <a:off x="8800100" y="4904374"/>
            <a:ext cx="216300" cy="283800"/>
          </a:xfrm>
          <a:prstGeom prst="rect">
            <a:avLst/>
          </a:prstGeom>
          <a:noFill/>
          <a:ln>
            <a:noFill/>
          </a:ln>
        </p:spPr>
        <p:txBody>
          <a:bodyPr anchorCtr="0" anchor="ctr" bIns="33825" lIns="33825" spcFirstLastPara="1" rIns="33825" wrap="square" tIns="33825">
            <a:spAutoFit/>
          </a:bodyPr>
          <a:lstStyle>
            <a:lvl1pPr indent="0" lvl="0" marL="0" algn="r">
              <a:spcBef>
                <a:spcPts val="0"/>
              </a:spcBef>
              <a:buNone/>
              <a:defRPr>
                <a:solidFill>
                  <a:srgbClr val="1B1B1B"/>
                </a:solidFill>
              </a:defRPr>
            </a:lvl1pPr>
            <a:lvl2pPr indent="0" lvl="1" marL="0" algn="r">
              <a:spcBef>
                <a:spcPts val="0"/>
              </a:spcBef>
              <a:buNone/>
              <a:defRPr>
                <a:solidFill>
                  <a:srgbClr val="1B1B1B"/>
                </a:solidFill>
              </a:defRPr>
            </a:lvl2pPr>
            <a:lvl3pPr indent="0" lvl="2" marL="0" algn="r">
              <a:spcBef>
                <a:spcPts val="0"/>
              </a:spcBef>
              <a:buNone/>
              <a:defRPr>
                <a:solidFill>
                  <a:srgbClr val="1B1B1B"/>
                </a:solidFill>
              </a:defRPr>
            </a:lvl3pPr>
            <a:lvl4pPr indent="0" lvl="3" marL="0" algn="r">
              <a:spcBef>
                <a:spcPts val="0"/>
              </a:spcBef>
              <a:buNone/>
              <a:defRPr>
                <a:solidFill>
                  <a:srgbClr val="1B1B1B"/>
                </a:solidFill>
              </a:defRPr>
            </a:lvl4pPr>
            <a:lvl5pPr indent="0" lvl="4" marL="0" algn="r">
              <a:spcBef>
                <a:spcPts val="0"/>
              </a:spcBef>
              <a:buNone/>
              <a:defRPr>
                <a:solidFill>
                  <a:srgbClr val="1B1B1B"/>
                </a:solidFill>
              </a:defRPr>
            </a:lvl5pPr>
            <a:lvl6pPr indent="0" lvl="5" marL="0" algn="r">
              <a:spcBef>
                <a:spcPts val="0"/>
              </a:spcBef>
              <a:buNone/>
              <a:defRPr>
                <a:solidFill>
                  <a:srgbClr val="1B1B1B"/>
                </a:solidFill>
              </a:defRPr>
            </a:lvl6pPr>
            <a:lvl7pPr indent="0" lvl="6" marL="0" algn="r">
              <a:spcBef>
                <a:spcPts val="0"/>
              </a:spcBef>
              <a:buNone/>
              <a:defRPr>
                <a:solidFill>
                  <a:srgbClr val="1B1B1B"/>
                </a:solidFill>
              </a:defRPr>
            </a:lvl7pPr>
            <a:lvl8pPr indent="0" lvl="7" marL="0" algn="r">
              <a:spcBef>
                <a:spcPts val="0"/>
              </a:spcBef>
              <a:buNone/>
              <a:defRPr>
                <a:solidFill>
                  <a:srgbClr val="1B1B1B"/>
                </a:solidFill>
              </a:defRPr>
            </a:lvl8pPr>
            <a:lvl9pPr indent="0" lvl="8" marL="0" algn="r">
              <a:spcBef>
                <a:spcPts val="0"/>
              </a:spcBef>
              <a:buNone/>
              <a:defRPr>
                <a:solidFill>
                  <a:srgbClr val="1B1B1B"/>
                </a:solidFill>
              </a:defRPr>
            </a:lvl9pPr>
          </a:lstStyle>
          <a:p>
            <a:pPr indent="0" lvl="0" marL="0" rtl="0" algn="r">
              <a:spcBef>
                <a:spcPts val="0"/>
              </a:spcBef>
              <a:spcAft>
                <a:spcPts val="0"/>
              </a:spcAft>
              <a:buNone/>
            </a:pPr>
            <a:fld id="{00000000-1234-1234-1234-123412341234}" type="slidenum">
              <a:rPr lang="en"/>
              <a:t>‹#›</a:t>
            </a:fld>
            <a:endParaRPr b="1" i="0" sz="400" u="none" cap="none" strike="noStrike">
              <a:latin typeface="Montserrat"/>
              <a:ea typeface="Montserrat"/>
              <a:cs typeface="Montserrat"/>
              <a:sym typeface="Montserrat"/>
            </a:endParaRPr>
          </a:p>
        </p:txBody>
      </p:sp>
      <p:sp>
        <p:nvSpPr>
          <p:cNvPr id="373" name="Google Shape;373;p47"/>
          <p:cNvSpPr txBox="1"/>
          <p:nvPr/>
        </p:nvSpPr>
        <p:spPr>
          <a:xfrm>
            <a:off x="120565" y="121928"/>
            <a:ext cx="1226700" cy="128400"/>
          </a:xfrm>
          <a:prstGeom prst="rect">
            <a:avLst/>
          </a:prstGeom>
          <a:noFill/>
          <a:ln>
            <a:noFill/>
          </a:ln>
        </p:spPr>
        <p:txBody>
          <a:bodyPr anchorCtr="0" anchor="t" bIns="33150" lIns="33150" spcFirstLastPara="1" rIns="33150" wrap="square" tIns="33150">
            <a:spAutoFit/>
          </a:bodyPr>
          <a:lstStyle/>
          <a:p>
            <a:pPr indent="0" lvl="0" marL="0" marR="0" rtl="0" algn="l">
              <a:spcBef>
                <a:spcPts val="0"/>
              </a:spcBef>
              <a:spcAft>
                <a:spcPts val="0"/>
              </a:spcAft>
              <a:buNone/>
            </a:pPr>
            <a:r>
              <a:rPr b="0" i="0" lang="en" sz="400" u="none" cap="none" strike="noStrike">
                <a:solidFill>
                  <a:srgbClr val="D97756"/>
                </a:solidFill>
                <a:latin typeface="Montserrat Medium"/>
                <a:ea typeface="Montserrat Medium"/>
                <a:cs typeface="Montserrat Medium"/>
                <a:sym typeface="Montserrat Medium"/>
              </a:rPr>
              <a:t>WASSERMAN</a:t>
            </a:r>
            <a:r>
              <a:rPr b="0" i="0" lang="en" sz="400" u="none" cap="none" strike="noStrike">
                <a:solidFill>
                  <a:srgbClr val="FF4913"/>
                </a:solidFill>
                <a:latin typeface="Montserrat Medium"/>
                <a:ea typeface="Montserrat Medium"/>
                <a:cs typeface="Montserrat Medium"/>
                <a:sym typeface="Montserrat Medium"/>
              </a:rPr>
              <a:t> </a:t>
            </a:r>
            <a:r>
              <a:rPr b="1" i="1" lang="en" sz="400" u="none" cap="none" strike="noStrike">
                <a:solidFill>
                  <a:srgbClr val="1B1B1B"/>
                </a:solidFill>
                <a:latin typeface="Times"/>
                <a:ea typeface="Times"/>
                <a:cs typeface="Times"/>
                <a:sym typeface="Times"/>
              </a:rPr>
              <a:t>- A CONNECTIONS COMPANY </a:t>
            </a:r>
            <a:endParaRPr sz="1100"/>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1: Cover 1">
  <p:cSld name="TITLE_1_2_3">
    <p:bg>
      <p:bgPr>
        <a:solidFill>
          <a:schemeClr val="dk1"/>
        </a:solidFill>
      </p:bgPr>
    </p:bg>
    <p:spTree>
      <p:nvGrpSpPr>
        <p:cNvPr id="374" name="Shape 374"/>
        <p:cNvGrpSpPr/>
        <p:nvPr/>
      </p:nvGrpSpPr>
      <p:grpSpPr>
        <a:xfrm>
          <a:off x="0" y="0"/>
          <a:ext cx="0" cy="0"/>
          <a:chOff x="0" y="0"/>
          <a:chExt cx="0" cy="0"/>
        </a:xfrm>
      </p:grpSpPr>
      <p:sp>
        <p:nvSpPr>
          <p:cNvPr id="375" name="Google Shape;375;p48"/>
          <p:cNvSpPr txBox="1"/>
          <p:nvPr>
            <p:ph type="ctrTitle"/>
          </p:nvPr>
        </p:nvSpPr>
        <p:spPr>
          <a:xfrm>
            <a:off x="455775" y="1295400"/>
            <a:ext cx="6860400" cy="1654200"/>
          </a:xfrm>
          <a:prstGeom prst="rect">
            <a:avLst/>
          </a:prstGeom>
        </p:spPr>
        <p:txBody>
          <a:bodyPr anchorCtr="0" anchor="b" bIns="0" lIns="0" spcFirstLastPara="1" rIns="0" wrap="square" tIns="0">
            <a:noAutofit/>
          </a:bodyPr>
          <a:lstStyle>
            <a:lvl1pPr lvl="0">
              <a:lnSpc>
                <a:spcPct val="90000"/>
              </a:lnSpc>
              <a:spcBef>
                <a:spcPts val="0"/>
              </a:spcBef>
              <a:spcAft>
                <a:spcPts val="0"/>
              </a:spcAft>
              <a:buClr>
                <a:schemeClr val="lt1"/>
              </a:buClr>
              <a:buSzPts val="4800"/>
              <a:buNone/>
              <a:defRPr sz="4800">
                <a:solidFill>
                  <a:schemeClr val="lt1"/>
                </a:solidFill>
              </a:defRPr>
            </a:lvl1pPr>
            <a:lvl2pPr lvl="1" algn="ctr">
              <a:lnSpc>
                <a:spcPct val="90000"/>
              </a:lnSpc>
              <a:spcBef>
                <a:spcPts val="0"/>
              </a:spcBef>
              <a:spcAft>
                <a:spcPts val="0"/>
              </a:spcAft>
              <a:buClr>
                <a:schemeClr val="lt1"/>
              </a:buClr>
              <a:buSzPts val="5200"/>
              <a:buNone/>
              <a:defRPr sz="5200">
                <a:solidFill>
                  <a:schemeClr val="lt1"/>
                </a:solidFill>
              </a:defRPr>
            </a:lvl2pPr>
            <a:lvl3pPr lvl="2" algn="ctr">
              <a:lnSpc>
                <a:spcPct val="90000"/>
              </a:lnSpc>
              <a:spcBef>
                <a:spcPts val="0"/>
              </a:spcBef>
              <a:spcAft>
                <a:spcPts val="0"/>
              </a:spcAft>
              <a:buClr>
                <a:schemeClr val="lt1"/>
              </a:buClr>
              <a:buSzPts val="5200"/>
              <a:buNone/>
              <a:defRPr sz="5200">
                <a:solidFill>
                  <a:schemeClr val="lt1"/>
                </a:solidFill>
              </a:defRPr>
            </a:lvl3pPr>
            <a:lvl4pPr lvl="3" algn="ctr">
              <a:lnSpc>
                <a:spcPct val="90000"/>
              </a:lnSpc>
              <a:spcBef>
                <a:spcPts val="0"/>
              </a:spcBef>
              <a:spcAft>
                <a:spcPts val="0"/>
              </a:spcAft>
              <a:buClr>
                <a:schemeClr val="lt1"/>
              </a:buClr>
              <a:buSzPts val="5200"/>
              <a:buNone/>
              <a:defRPr sz="5200">
                <a:solidFill>
                  <a:schemeClr val="lt1"/>
                </a:solidFill>
              </a:defRPr>
            </a:lvl4pPr>
            <a:lvl5pPr lvl="4" algn="ctr">
              <a:lnSpc>
                <a:spcPct val="90000"/>
              </a:lnSpc>
              <a:spcBef>
                <a:spcPts val="0"/>
              </a:spcBef>
              <a:spcAft>
                <a:spcPts val="0"/>
              </a:spcAft>
              <a:buClr>
                <a:schemeClr val="lt1"/>
              </a:buClr>
              <a:buSzPts val="5200"/>
              <a:buNone/>
              <a:defRPr sz="5200">
                <a:solidFill>
                  <a:schemeClr val="lt1"/>
                </a:solidFill>
              </a:defRPr>
            </a:lvl5pPr>
            <a:lvl6pPr lvl="5" algn="ctr">
              <a:lnSpc>
                <a:spcPct val="90000"/>
              </a:lnSpc>
              <a:spcBef>
                <a:spcPts val="0"/>
              </a:spcBef>
              <a:spcAft>
                <a:spcPts val="0"/>
              </a:spcAft>
              <a:buClr>
                <a:schemeClr val="lt1"/>
              </a:buClr>
              <a:buSzPts val="5200"/>
              <a:buNone/>
              <a:defRPr sz="5200">
                <a:solidFill>
                  <a:schemeClr val="lt1"/>
                </a:solidFill>
              </a:defRPr>
            </a:lvl6pPr>
            <a:lvl7pPr lvl="6" algn="ctr">
              <a:lnSpc>
                <a:spcPct val="90000"/>
              </a:lnSpc>
              <a:spcBef>
                <a:spcPts val="0"/>
              </a:spcBef>
              <a:spcAft>
                <a:spcPts val="0"/>
              </a:spcAft>
              <a:buClr>
                <a:schemeClr val="lt1"/>
              </a:buClr>
              <a:buSzPts val="5200"/>
              <a:buNone/>
              <a:defRPr sz="5200">
                <a:solidFill>
                  <a:schemeClr val="lt1"/>
                </a:solidFill>
              </a:defRPr>
            </a:lvl7pPr>
            <a:lvl8pPr lvl="7" algn="ctr">
              <a:lnSpc>
                <a:spcPct val="90000"/>
              </a:lnSpc>
              <a:spcBef>
                <a:spcPts val="0"/>
              </a:spcBef>
              <a:spcAft>
                <a:spcPts val="0"/>
              </a:spcAft>
              <a:buClr>
                <a:schemeClr val="lt1"/>
              </a:buClr>
              <a:buSzPts val="5200"/>
              <a:buNone/>
              <a:defRPr sz="5200">
                <a:solidFill>
                  <a:schemeClr val="lt1"/>
                </a:solidFill>
              </a:defRPr>
            </a:lvl8pPr>
            <a:lvl9pPr lvl="8" algn="ctr">
              <a:lnSpc>
                <a:spcPct val="90000"/>
              </a:lnSpc>
              <a:spcBef>
                <a:spcPts val="0"/>
              </a:spcBef>
              <a:spcAft>
                <a:spcPts val="0"/>
              </a:spcAft>
              <a:buClr>
                <a:schemeClr val="lt1"/>
              </a:buClr>
              <a:buSzPts val="5200"/>
              <a:buNone/>
              <a:defRPr sz="5200">
                <a:solidFill>
                  <a:schemeClr val="lt1"/>
                </a:solidFill>
              </a:defRPr>
            </a:lvl9pPr>
          </a:lstStyle>
          <a:p/>
        </p:txBody>
      </p:sp>
      <p:sp>
        <p:nvSpPr>
          <p:cNvPr id="376" name="Google Shape;376;p48"/>
          <p:cNvSpPr/>
          <p:nvPr/>
        </p:nvSpPr>
        <p:spPr>
          <a:xfrm>
            <a:off x="248825" y="4618350"/>
            <a:ext cx="8679000" cy="2934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ora"/>
              <a:ea typeface="Lora"/>
              <a:cs typeface="Lora"/>
              <a:sym typeface="Lora"/>
            </a:endParaRPr>
          </a:p>
        </p:txBody>
      </p:sp>
      <p:sp>
        <p:nvSpPr>
          <p:cNvPr id="377" name="Google Shape;377;p48"/>
          <p:cNvSpPr txBox="1"/>
          <p:nvPr>
            <p:ph idx="1" type="subTitle"/>
          </p:nvPr>
        </p:nvSpPr>
        <p:spPr>
          <a:xfrm>
            <a:off x="455775" y="3095400"/>
            <a:ext cx="6860400" cy="792600"/>
          </a:xfrm>
          <a:prstGeom prst="rect">
            <a:avLst/>
          </a:prstGeom>
        </p:spPr>
        <p:txBody>
          <a:bodyPr anchorCtr="0" anchor="t" bIns="0" lIns="0" spcFirstLastPara="1" rIns="0" wrap="square" tIns="0">
            <a:noAutofit/>
          </a:bodyPr>
          <a:lstStyle>
            <a:lvl1pPr lvl="0">
              <a:lnSpc>
                <a:spcPct val="115000"/>
              </a:lnSpc>
              <a:spcBef>
                <a:spcPts val="0"/>
              </a:spcBef>
              <a:spcAft>
                <a:spcPts val="0"/>
              </a:spcAft>
              <a:buClr>
                <a:schemeClr val="lt1"/>
              </a:buClr>
              <a:buSzPts val="1600"/>
              <a:buFont typeface="Lora Medium"/>
              <a:buNone/>
              <a:defRPr sz="1600">
                <a:solidFill>
                  <a:schemeClr val="lt1"/>
                </a:solidFill>
                <a:latin typeface="Lora Medium"/>
                <a:ea typeface="Lora Medium"/>
                <a:cs typeface="Lora Medium"/>
                <a:sym typeface="Lora Medium"/>
              </a:defRPr>
            </a:lvl1pPr>
            <a:lvl2pPr lvl="1">
              <a:lnSpc>
                <a:spcPct val="90000"/>
              </a:lnSpc>
              <a:spcBef>
                <a:spcPts val="0"/>
              </a:spcBef>
              <a:spcAft>
                <a:spcPts val="0"/>
              </a:spcAft>
              <a:buClr>
                <a:schemeClr val="lt1"/>
              </a:buClr>
              <a:buSzPts val="1800"/>
              <a:buFont typeface="Poppins"/>
              <a:buNone/>
              <a:defRPr sz="1800">
                <a:solidFill>
                  <a:schemeClr val="lt1"/>
                </a:solidFill>
                <a:latin typeface="Poppins"/>
                <a:ea typeface="Poppins"/>
                <a:cs typeface="Poppins"/>
                <a:sym typeface="Poppins"/>
              </a:defRPr>
            </a:lvl2pPr>
            <a:lvl3pPr lvl="2">
              <a:lnSpc>
                <a:spcPct val="90000"/>
              </a:lnSpc>
              <a:spcBef>
                <a:spcPts val="0"/>
              </a:spcBef>
              <a:spcAft>
                <a:spcPts val="0"/>
              </a:spcAft>
              <a:buClr>
                <a:schemeClr val="lt1"/>
              </a:buClr>
              <a:buSzPts val="1800"/>
              <a:buFont typeface="Poppins"/>
              <a:buNone/>
              <a:defRPr sz="1800">
                <a:solidFill>
                  <a:schemeClr val="lt1"/>
                </a:solidFill>
                <a:latin typeface="Poppins"/>
                <a:ea typeface="Poppins"/>
                <a:cs typeface="Poppins"/>
                <a:sym typeface="Poppins"/>
              </a:defRPr>
            </a:lvl3pPr>
            <a:lvl4pPr lvl="3">
              <a:lnSpc>
                <a:spcPct val="90000"/>
              </a:lnSpc>
              <a:spcBef>
                <a:spcPts val="0"/>
              </a:spcBef>
              <a:spcAft>
                <a:spcPts val="0"/>
              </a:spcAft>
              <a:buClr>
                <a:schemeClr val="lt1"/>
              </a:buClr>
              <a:buSzPts val="1800"/>
              <a:buFont typeface="Poppins"/>
              <a:buNone/>
              <a:defRPr sz="1800">
                <a:solidFill>
                  <a:schemeClr val="lt1"/>
                </a:solidFill>
                <a:latin typeface="Poppins"/>
                <a:ea typeface="Poppins"/>
                <a:cs typeface="Poppins"/>
                <a:sym typeface="Poppins"/>
              </a:defRPr>
            </a:lvl4pPr>
            <a:lvl5pPr lvl="4">
              <a:lnSpc>
                <a:spcPct val="90000"/>
              </a:lnSpc>
              <a:spcBef>
                <a:spcPts val="0"/>
              </a:spcBef>
              <a:spcAft>
                <a:spcPts val="0"/>
              </a:spcAft>
              <a:buClr>
                <a:schemeClr val="lt1"/>
              </a:buClr>
              <a:buSzPts val="1800"/>
              <a:buFont typeface="Poppins"/>
              <a:buNone/>
              <a:defRPr sz="1800">
                <a:solidFill>
                  <a:schemeClr val="lt1"/>
                </a:solidFill>
                <a:latin typeface="Poppins"/>
                <a:ea typeface="Poppins"/>
                <a:cs typeface="Poppins"/>
                <a:sym typeface="Poppins"/>
              </a:defRPr>
            </a:lvl5pPr>
            <a:lvl6pPr lvl="5">
              <a:lnSpc>
                <a:spcPct val="90000"/>
              </a:lnSpc>
              <a:spcBef>
                <a:spcPts val="0"/>
              </a:spcBef>
              <a:spcAft>
                <a:spcPts val="0"/>
              </a:spcAft>
              <a:buClr>
                <a:schemeClr val="lt1"/>
              </a:buClr>
              <a:buSzPts val="1800"/>
              <a:buFont typeface="Poppins"/>
              <a:buNone/>
              <a:defRPr sz="1800">
                <a:solidFill>
                  <a:schemeClr val="lt1"/>
                </a:solidFill>
                <a:latin typeface="Poppins"/>
                <a:ea typeface="Poppins"/>
                <a:cs typeface="Poppins"/>
                <a:sym typeface="Poppins"/>
              </a:defRPr>
            </a:lvl6pPr>
            <a:lvl7pPr lvl="6">
              <a:lnSpc>
                <a:spcPct val="90000"/>
              </a:lnSpc>
              <a:spcBef>
                <a:spcPts val="0"/>
              </a:spcBef>
              <a:spcAft>
                <a:spcPts val="0"/>
              </a:spcAft>
              <a:buClr>
                <a:schemeClr val="lt1"/>
              </a:buClr>
              <a:buSzPts val="1800"/>
              <a:buFont typeface="Poppins"/>
              <a:buNone/>
              <a:defRPr sz="1800">
                <a:solidFill>
                  <a:schemeClr val="lt1"/>
                </a:solidFill>
                <a:latin typeface="Poppins"/>
                <a:ea typeface="Poppins"/>
                <a:cs typeface="Poppins"/>
                <a:sym typeface="Poppins"/>
              </a:defRPr>
            </a:lvl7pPr>
            <a:lvl8pPr lvl="7">
              <a:lnSpc>
                <a:spcPct val="90000"/>
              </a:lnSpc>
              <a:spcBef>
                <a:spcPts val="0"/>
              </a:spcBef>
              <a:spcAft>
                <a:spcPts val="0"/>
              </a:spcAft>
              <a:buClr>
                <a:schemeClr val="lt1"/>
              </a:buClr>
              <a:buSzPts val="1800"/>
              <a:buFont typeface="Poppins"/>
              <a:buNone/>
              <a:defRPr sz="1800">
                <a:solidFill>
                  <a:schemeClr val="lt1"/>
                </a:solidFill>
                <a:latin typeface="Poppins"/>
                <a:ea typeface="Poppins"/>
                <a:cs typeface="Poppins"/>
                <a:sym typeface="Poppins"/>
              </a:defRPr>
            </a:lvl8pPr>
            <a:lvl9pPr lvl="8">
              <a:lnSpc>
                <a:spcPct val="90000"/>
              </a:lnSpc>
              <a:spcBef>
                <a:spcPts val="0"/>
              </a:spcBef>
              <a:spcAft>
                <a:spcPts val="0"/>
              </a:spcAft>
              <a:buClr>
                <a:schemeClr val="lt1"/>
              </a:buClr>
              <a:buSzPts val="1800"/>
              <a:buFont typeface="Poppins"/>
              <a:buNone/>
              <a:defRPr sz="1800">
                <a:solidFill>
                  <a:schemeClr val="lt1"/>
                </a:solidFill>
                <a:latin typeface="Poppins"/>
                <a:ea typeface="Poppins"/>
                <a:cs typeface="Poppins"/>
                <a:sym typeface="Poppins"/>
              </a:defRPr>
            </a:lvl9pPr>
          </a:lstStyle>
          <a:p/>
        </p:txBody>
      </p:sp>
      <p:sp>
        <p:nvSpPr>
          <p:cNvPr id="378" name="Google Shape;378;p48"/>
          <p:cNvSpPr txBox="1"/>
          <p:nvPr>
            <p:ph idx="2" type="subTitle"/>
          </p:nvPr>
        </p:nvSpPr>
        <p:spPr>
          <a:xfrm>
            <a:off x="455775" y="4078849"/>
            <a:ext cx="4058100" cy="647100"/>
          </a:xfrm>
          <a:prstGeom prst="rect">
            <a:avLst/>
          </a:prstGeom>
        </p:spPr>
        <p:txBody>
          <a:bodyPr anchorCtr="0" anchor="b" bIns="0" lIns="0" spcFirstLastPara="1" rIns="0" wrap="square" tIns="0">
            <a:noAutofit/>
          </a:bodyPr>
          <a:lstStyle>
            <a:lvl1pPr lvl="0">
              <a:lnSpc>
                <a:spcPct val="100000"/>
              </a:lnSpc>
              <a:spcBef>
                <a:spcPts val="0"/>
              </a:spcBef>
              <a:spcAft>
                <a:spcPts val="0"/>
              </a:spcAft>
              <a:buClr>
                <a:schemeClr val="lt1"/>
              </a:buClr>
              <a:buSzPts val="1000"/>
              <a:buFont typeface="Poppins"/>
              <a:buNone/>
              <a:defRPr sz="1000">
                <a:solidFill>
                  <a:schemeClr val="lt1"/>
                </a:solidFill>
                <a:latin typeface="Poppins"/>
                <a:ea typeface="Poppins"/>
                <a:cs typeface="Poppins"/>
                <a:sym typeface="Poppins"/>
              </a:defRPr>
            </a:lvl1pPr>
            <a:lvl2pPr lvl="1">
              <a:lnSpc>
                <a:spcPct val="100000"/>
              </a:lnSpc>
              <a:spcBef>
                <a:spcPts val="0"/>
              </a:spcBef>
              <a:spcAft>
                <a:spcPts val="0"/>
              </a:spcAft>
              <a:buClr>
                <a:schemeClr val="lt1"/>
              </a:buClr>
              <a:buSzPts val="1000"/>
              <a:buFont typeface="Poppins"/>
              <a:buNone/>
              <a:defRPr sz="1000">
                <a:solidFill>
                  <a:schemeClr val="lt1"/>
                </a:solidFill>
                <a:latin typeface="Poppins"/>
                <a:ea typeface="Poppins"/>
                <a:cs typeface="Poppins"/>
                <a:sym typeface="Poppins"/>
              </a:defRPr>
            </a:lvl2pPr>
            <a:lvl3pPr lvl="2">
              <a:lnSpc>
                <a:spcPct val="100000"/>
              </a:lnSpc>
              <a:spcBef>
                <a:spcPts val="0"/>
              </a:spcBef>
              <a:spcAft>
                <a:spcPts val="0"/>
              </a:spcAft>
              <a:buClr>
                <a:schemeClr val="lt1"/>
              </a:buClr>
              <a:buSzPts val="1000"/>
              <a:buFont typeface="Poppins"/>
              <a:buNone/>
              <a:defRPr sz="1000">
                <a:solidFill>
                  <a:schemeClr val="lt1"/>
                </a:solidFill>
                <a:latin typeface="Poppins"/>
                <a:ea typeface="Poppins"/>
                <a:cs typeface="Poppins"/>
                <a:sym typeface="Poppins"/>
              </a:defRPr>
            </a:lvl3pPr>
            <a:lvl4pPr lvl="3">
              <a:lnSpc>
                <a:spcPct val="100000"/>
              </a:lnSpc>
              <a:spcBef>
                <a:spcPts val="0"/>
              </a:spcBef>
              <a:spcAft>
                <a:spcPts val="0"/>
              </a:spcAft>
              <a:buClr>
                <a:schemeClr val="lt1"/>
              </a:buClr>
              <a:buSzPts val="1000"/>
              <a:buFont typeface="Poppins"/>
              <a:buNone/>
              <a:defRPr sz="1000">
                <a:solidFill>
                  <a:schemeClr val="lt1"/>
                </a:solidFill>
                <a:latin typeface="Poppins"/>
                <a:ea typeface="Poppins"/>
                <a:cs typeface="Poppins"/>
                <a:sym typeface="Poppins"/>
              </a:defRPr>
            </a:lvl4pPr>
            <a:lvl5pPr lvl="4">
              <a:lnSpc>
                <a:spcPct val="100000"/>
              </a:lnSpc>
              <a:spcBef>
                <a:spcPts val="0"/>
              </a:spcBef>
              <a:spcAft>
                <a:spcPts val="0"/>
              </a:spcAft>
              <a:buClr>
                <a:schemeClr val="lt1"/>
              </a:buClr>
              <a:buSzPts val="1000"/>
              <a:buFont typeface="Poppins"/>
              <a:buNone/>
              <a:defRPr sz="1000">
                <a:solidFill>
                  <a:schemeClr val="lt1"/>
                </a:solidFill>
                <a:latin typeface="Poppins"/>
                <a:ea typeface="Poppins"/>
                <a:cs typeface="Poppins"/>
                <a:sym typeface="Poppins"/>
              </a:defRPr>
            </a:lvl5pPr>
            <a:lvl6pPr lvl="5">
              <a:lnSpc>
                <a:spcPct val="100000"/>
              </a:lnSpc>
              <a:spcBef>
                <a:spcPts val="0"/>
              </a:spcBef>
              <a:spcAft>
                <a:spcPts val="0"/>
              </a:spcAft>
              <a:buClr>
                <a:schemeClr val="lt1"/>
              </a:buClr>
              <a:buSzPts val="1000"/>
              <a:buFont typeface="Poppins"/>
              <a:buNone/>
              <a:defRPr sz="1000">
                <a:solidFill>
                  <a:schemeClr val="lt1"/>
                </a:solidFill>
                <a:latin typeface="Poppins"/>
                <a:ea typeface="Poppins"/>
                <a:cs typeface="Poppins"/>
                <a:sym typeface="Poppins"/>
              </a:defRPr>
            </a:lvl6pPr>
            <a:lvl7pPr lvl="6">
              <a:lnSpc>
                <a:spcPct val="100000"/>
              </a:lnSpc>
              <a:spcBef>
                <a:spcPts val="0"/>
              </a:spcBef>
              <a:spcAft>
                <a:spcPts val="0"/>
              </a:spcAft>
              <a:buClr>
                <a:schemeClr val="lt1"/>
              </a:buClr>
              <a:buSzPts val="1000"/>
              <a:buFont typeface="Poppins"/>
              <a:buNone/>
              <a:defRPr sz="1000">
                <a:solidFill>
                  <a:schemeClr val="lt1"/>
                </a:solidFill>
                <a:latin typeface="Poppins"/>
                <a:ea typeface="Poppins"/>
                <a:cs typeface="Poppins"/>
                <a:sym typeface="Poppins"/>
              </a:defRPr>
            </a:lvl7pPr>
            <a:lvl8pPr lvl="7">
              <a:lnSpc>
                <a:spcPct val="100000"/>
              </a:lnSpc>
              <a:spcBef>
                <a:spcPts val="0"/>
              </a:spcBef>
              <a:spcAft>
                <a:spcPts val="0"/>
              </a:spcAft>
              <a:buClr>
                <a:schemeClr val="lt1"/>
              </a:buClr>
              <a:buSzPts val="1000"/>
              <a:buFont typeface="Poppins"/>
              <a:buNone/>
              <a:defRPr sz="1000">
                <a:solidFill>
                  <a:schemeClr val="lt1"/>
                </a:solidFill>
                <a:latin typeface="Poppins"/>
                <a:ea typeface="Poppins"/>
                <a:cs typeface="Poppins"/>
                <a:sym typeface="Poppins"/>
              </a:defRPr>
            </a:lvl8pPr>
            <a:lvl9pPr lvl="8">
              <a:lnSpc>
                <a:spcPct val="100000"/>
              </a:lnSpc>
              <a:spcBef>
                <a:spcPts val="0"/>
              </a:spcBef>
              <a:spcAft>
                <a:spcPts val="0"/>
              </a:spcAft>
              <a:buClr>
                <a:schemeClr val="lt1"/>
              </a:buClr>
              <a:buSzPts val="1000"/>
              <a:buFont typeface="Poppins"/>
              <a:buNone/>
              <a:defRPr sz="1000">
                <a:solidFill>
                  <a:schemeClr val="lt1"/>
                </a:solidFill>
                <a:latin typeface="Poppins"/>
                <a:ea typeface="Poppins"/>
                <a:cs typeface="Poppins"/>
                <a:sym typeface="Poppins"/>
              </a:defRPr>
            </a:lvl9pPr>
          </a:lstStyle>
          <a:p/>
        </p:txBody>
      </p:sp>
      <p:grpSp>
        <p:nvGrpSpPr>
          <p:cNvPr id="379" name="Google Shape;379;p48"/>
          <p:cNvGrpSpPr/>
          <p:nvPr/>
        </p:nvGrpSpPr>
        <p:grpSpPr>
          <a:xfrm>
            <a:off x="455775" y="457222"/>
            <a:ext cx="1606708" cy="176755"/>
            <a:chOff x="238125" y="2427150"/>
            <a:chExt cx="7112475" cy="782450"/>
          </a:xfrm>
        </p:grpSpPr>
        <p:sp>
          <p:nvSpPr>
            <p:cNvPr id="380" name="Google Shape;380;p48"/>
            <p:cNvSpPr/>
            <p:nvPr/>
          </p:nvSpPr>
          <p:spPr>
            <a:xfrm>
              <a:off x="1977750" y="2440175"/>
              <a:ext cx="685975" cy="756375"/>
            </a:xfrm>
            <a:custGeom>
              <a:rect b="b" l="l" r="r" t="t"/>
              <a:pathLst>
                <a:path extrusionOk="0" h="30255" w="27439">
                  <a:moveTo>
                    <a:pt x="1" y="1"/>
                  </a:moveTo>
                  <a:lnTo>
                    <a:pt x="1" y="5843"/>
                  </a:lnTo>
                  <a:lnTo>
                    <a:pt x="10433" y="5843"/>
                  </a:lnTo>
                  <a:lnTo>
                    <a:pt x="10433" y="30255"/>
                  </a:lnTo>
                  <a:lnTo>
                    <a:pt x="17006" y="30255"/>
                  </a:lnTo>
                  <a:lnTo>
                    <a:pt x="17006" y="5843"/>
                  </a:lnTo>
                  <a:lnTo>
                    <a:pt x="27439" y="5843"/>
                  </a:lnTo>
                  <a:lnTo>
                    <a:pt x="27439"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1" name="Google Shape;381;p48"/>
            <p:cNvSpPr/>
            <p:nvPr/>
          </p:nvSpPr>
          <p:spPr>
            <a:xfrm>
              <a:off x="1150975" y="2440175"/>
              <a:ext cx="696400" cy="756375"/>
            </a:xfrm>
            <a:custGeom>
              <a:rect b="b" l="l" r="r" t="t"/>
              <a:pathLst>
                <a:path extrusionOk="0" h="30255" w="27856">
                  <a:moveTo>
                    <a:pt x="0" y="1"/>
                  </a:moveTo>
                  <a:lnTo>
                    <a:pt x="0" y="30255"/>
                  </a:lnTo>
                  <a:lnTo>
                    <a:pt x="6468" y="30255"/>
                  </a:lnTo>
                  <a:lnTo>
                    <a:pt x="6468" y="9077"/>
                  </a:lnTo>
                  <a:lnTo>
                    <a:pt x="20344" y="30255"/>
                  </a:lnTo>
                  <a:lnTo>
                    <a:pt x="27855" y="30255"/>
                  </a:lnTo>
                  <a:lnTo>
                    <a:pt x="27855" y="1"/>
                  </a:lnTo>
                  <a:lnTo>
                    <a:pt x="21387" y="1"/>
                  </a:lnTo>
                  <a:lnTo>
                    <a:pt x="21387" y="21178"/>
                  </a:lnTo>
                  <a:lnTo>
                    <a:pt x="7512"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2" name="Google Shape;382;p48"/>
            <p:cNvSpPr/>
            <p:nvPr/>
          </p:nvSpPr>
          <p:spPr>
            <a:xfrm>
              <a:off x="2794100" y="2440175"/>
              <a:ext cx="696425" cy="756375"/>
            </a:xfrm>
            <a:custGeom>
              <a:rect b="b" l="l" r="r" t="t"/>
              <a:pathLst>
                <a:path extrusionOk="0" h="30255" w="27857">
                  <a:moveTo>
                    <a:pt x="1" y="1"/>
                  </a:moveTo>
                  <a:lnTo>
                    <a:pt x="1" y="30255"/>
                  </a:lnTo>
                  <a:lnTo>
                    <a:pt x="6678" y="30255"/>
                  </a:lnTo>
                  <a:lnTo>
                    <a:pt x="6678" y="17944"/>
                  </a:lnTo>
                  <a:lnTo>
                    <a:pt x="21179" y="17944"/>
                  </a:lnTo>
                  <a:lnTo>
                    <a:pt x="21179" y="30255"/>
                  </a:lnTo>
                  <a:lnTo>
                    <a:pt x="27856" y="30255"/>
                  </a:lnTo>
                  <a:lnTo>
                    <a:pt x="27856" y="1"/>
                  </a:lnTo>
                  <a:lnTo>
                    <a:pt x="21179" y="1"/>
                  </a:lnTo>
                  <a:lnTo>
                    <a:pt x="21179" y="12102"/>
                  </a:lnTo>
                  <a:lnTo>
                    <a:pt x="6678" y="12102"/>
                  </a:lnTo>
                  <a:lnTo>
                    <a:pt x="6678"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3" name="Google Shape;383;p48"/>
            <p:cNvSpPr/>
            <p:nvPr/>
          </p:nvSpPr>
          <p:spPr>
            <a:xfrm>
              <a:off x="238125" y="2440175"/>
              <a:ext cx="792900" cy="756375"/>
            </a:xfrm>
            <a:custGeom>
              <a:rect b="b" l="l" r="r" t="t"/>
              <a:pathLst>
                <a:path extrusionOk="0" h="30255" w="31716">
                  <a:moveTo>
                    <a:pt x="15858" y="7616"/>
                  </a:moveTo>
                  <a:lnTo>
                    <a:pt x="20031" y="18257"/>
                  </a:lnTo>
                  <a:lnTo>
                    <a:pt x="11580" y="18257"/>
                  </a:lnTo>
                  <a:lnTo>
                    <a:pt x="15858" y="7616"/>
                  </a:lnTo>
                  <a:close/>
                  <a:moveTo>
                    <a:pt x="12311" y="1"/>
                  </a:moveTo>
                  <a:lnTo>
                    <a:pt x="0" y="30255"/>
                  </a:lnTo>
                  <a:lnTo>
                    <a:pt x="6886" y="30255"/>
                  </a:lnTo>
                  <a:lnTo>
                    <a:pt x="9389" y="23891"/>
                  </a:lnTo>
                  <a:lnTo>
                    <a:pt x="22326" y="23891"/>
                  </a:lnTo>
                  <a:lnTo>
                    <a:pt x="24830" y="30255"/>
                  </a:lnTo>
                  <a:lnTo>
                    <a:pt x="31715" y="30255"/>
                  </a:lnTo>
                  <a:lnTo>
                    <a:pt x="19405"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4" name="Google Shape;384;p48"/>
            <p:cNvSpPr/>
            <p:nvPr/>
          </p:nvSpPr>
          <p:spPr>
            <a:xfrm>
              <a:off x="4481600" y="2427150"/>
              <a:ext cx="759000" cy="782450"/>
            </a:xfrm>
            <a:custGeom>
              <a:rect b="b" l="l" r="r" t="t"/>
              <a:pathLst>
                <a:path extrusionOk="0" h="31298" w="30360">
                  <a:moveTo>
                    <a:pt x="15232" y="6051"/>
                  </a:moveTo>
                  <a:cubicBezTo>
                    <a:pt x="20344" y="6051"/>
                    <a:pt x="23473" y="9702"/>
                    <a:pt x="23473" y="15649"/>
                  </a:cubicBezTo>
                  <a:cubicBezTo>
                    <a:pt x="23473" y="21595"/>
                    <a:pt x="20344" y="25246"/>
                    <a:pt x="15232" y="25246"/>
                  </a:cubicBezTo>
                  <a:cubicBezTo>
                    <a:pt x="10015" y="25246"/>
                    <a:pt x="6781" y="21595"/>
                    <a:pt x="6781" y="15649"/>
                  </a:cubicBezTo>
                  <a:cubicBezTo>
                    <a:pt x="6781" y="9702"/>
                    <a:pt x="10015" y="6051"/>
                    <a:pt x="15232" y="6051"/>
                  </a:cubicBezTo>
                  <a:close/>
                  <a:moveTo>
                    <a:pt x="15232" y="0"/>
                  </a:moveTo>
                  <a:cubicBezTo>
                    <a:pt x="6260" y="0"/>
                    <a:pt x="0" y="6468"/>
                    <a:pt x="0" y="15649"/>
                  </a:cubicBezTo>
                  <a:cubicBezTo>
                    <a:pt x="0" y="24829"/>
                    <a:pt x="6260" y="31297"/>
                    <a:pt x="15232" y="31297"/>
                  </a:cubicBezTo>
                  <a:cubicBezTo>
                    <a:pt x="24099" y="31297"/>
                    <a:pt x="30359" y="24829"/>
                    <a:pt x="30359" y="15649"/>
                  </a:cubicBezTo>
                  <a:cubicBezTo>
                    <a:pt x="30359" y="6468"/>
                    <a:pt x="24099" y="0"/>
                    <a:pt x="15232"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5" name="Google Shape;385;p48"/>
            <p:cNvSpPr/>
            <p:nvPr/>
          </p:nvSpPr>
          <p:spPr>
            <a:xfrm>
              <a:off x="6630725" y="2427150"/>
              <a:ext cx="719875" cy="782450"/>
            </a:xfrm>
            <a:custGeom>
              <a:rect b="b" l="l" r="r" t="t"/>
              <a:pathLst>
                <a:path extrusionOk="0" h="31298" w="28795">
                  <a:moveTo>
                    <a:pt x="15232" y="0"/>
                  </a:moveTo>
                  <a:cubicBezTo>
                    <a:pt x="6260" y="0"/>
                    <a:pt x="0" y="6468"/>
                    <a:pt x="0" y="15649"/>
                  </a:cubicBezTo>
                  <a:cubicBezTo>
                    <a:pt x="0" y="24829"/>
                    <a:pt x="6260" y="31297"/>
                    <a:pt x="15232" y="31297"/>
                  </a:cubicBezTo>
                  <a:cubicBezTo>
                    <a:pt x="21909" y="31297"/>
                    <a:pt x="27125" y="27020"/>
                    <a:pt x="28794" y="20656"/>
                  </a:cubicBezTo>
                  <a:lnTo>
                    <a:pt x="21804" y="20656"/>
                  </a:lnTo>
                  <a:cubicBezTo>
                    <a:pt x="20657" y="23577"/>
                    <a:pt x="18361" y="25246"/>
                    <a:pt x="15232" y="25246"/>
                  </a:cubicBezTo>
                  <a:cubicBezTo>
                    <a:pt x="10015" y="25246"/>
                    <a:pt x="6781" y="21595"/>
                    <a:pt x="6781" y="15649"/>
                  </a:cubicBezTo>
                  <a:cubicBezTo>
                    <a:pt x="6781" y="9702"/>
                    <a:pt x="10015" y="6051"/>
                    <a:pt x="15232" y="6051"/>
                  </a:cubicBezTo>
                  <a:cubicBezTo>
                    <a:pt x="18361" y="6051"/>
                    <a:pt x="20657" y="7720"/>
                    <a:pt x="21804" y="10641"/>
                  </a:cubicBezTo>
                  <a:lnTo>
                    <a:pt x="28794" y="10641"/>
                  </a:lnTo>
                  <a:cubicBezTo>
                    <a:pt x="27021" y="4173"/>
                    <a:pt x="21909" y="0"/>
                    <a:pt x="15232"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6" name="Google Shape;386;p48"/>
            <p:cNvSpPr/>
            <p:nvPr/>
          </p:nvSpPr>
          <p:spPr>
            <a:xfrm>
              <a:off x="6119525" y="2440175"/>
              <a:ext cx="477300" cy="756375"/>
            </a:xfrm>
            <a:custGeom>
              <a:rect b="b" l="l" r="r" t="t"/>
              <a:pathLst>
                <a:path extrusionOk="0" h="30255" w="19092">
                  <a:moveTo>
                    <a:pt x="0" y="1"/>
                  </a:moveTo>
                  <a:lnTo>
                    <a:pt x="12311" y="30255"/>
                  </a:lnTo>
                  <a:lnTo>
                    <a:pt x="19092" y="30255"/>
                  </a:lnTo>
                  <a:lnTo>
                    <a:pt x="6781"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7" name="Google Shape;387;p48"/>
            <p:cNvSpPr/>
            <p:nvPr/>
          </p:nvSpPr>
          <p:spPr>
            <a:xfrm>
              <a:off x="5394450" y="2440175"/>
              <a:ext cx="659875" cy="756375"/>
            </a:xfrm>
            <a:custGeom>
              <a:rect b="b" l="l" r="r" t="t"/>
              <a:pathLst>
                <a:path extrusionOk="0" h="30255" w="26395">
                  <a:moveTo>
                    <a:pt x="14815" y="5843"/>
                  </a:moveTo>
                  <a:cubicBezTo>
                    <a:pt x="18049" y="5843"/>
                    <a:pt x="19718" y="7095"/>
                    <a:pt x="19718" y="9598"/>
                  </a:cubicBezTo>
                  <a:cubicBezTo>
                    <a:pt x="19718" y="12102"/>
                    <a:pt x="18049" y="13458"/>
                    <a:pt x="14815" y="13458"/>
                  </a:cubicBezTo>
                  <a:lnTo>
                    <a:pt x="6573" y="13458"/>
                  </a:lnTo>
                  <a:lnTo>
                    <a:pt x="6573" y="5843"/>
                  </a:lnTo>
                  <a:close/>
                  <a:moveTo>
                    <a:pt x="0" y="1"/>
                  </a:moveTo>
                  <a:lnTo>
                    <a:pt x="0" y="30255"/>
                  </a:lnTo>
                  <a:lnTo>
                    <a:pt x="6573" y="30255"/>
                  </a:lnTo>
                  <a:lnTo>
                    <a:pt x="6573" y="19301"/>
                  </a:lnTo>
                  <a:lnTo>
                    <a:pt x="15128" y="19301"/>
                  </a:lnTo>
                  <a:cubicBezTo>
                    <a:pt x="22117" y="19301"/>
                    <a:pt x="26395" y="15649"/>
                    <a:pt x="26395" y="9598"/>
                  </a:cubicBezTo>
                  <a:cubicBezTo>
                    <a:pt x="26395" y="3652"/>
                    <a:pt x="22117" y="1"/>
                    <a:pt x="15128"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8" name="Google Shape;388;p48"/>
            <p:cNvSpPr/>
            <p:nvPr/>
          </p:nvSpPr>
          <p:spPr>
            <a:xfrm>
              <a:off x="3693925" y="2440175"/>
              <a:ext cx="699000" cy="756375"/>
            </a:xfrm>
            <a:custGeom>
              <a:rect b="b" l="l" r="r" t="t"/>
              <a:pathLst>
                <a:path extrusionOk="0" h="30255" w="27960">
                  <a:moveTo>
                    <a:pt x="14815" y="5843"/>
                  </a:moveTo>
                  <a:cubicBezTo>
                    <a:pt x="18049" y="5843"/>
                    <a:pt x="19822" y="6990"/>
                    <a:pt x="19822" y="9181"/>
                  </a:cubicBezTo>
                  <a:cubicBezTo>
                    <a:pt x="19822" y="11372"/>
                    <a:pt x="18049" y="12624"/>
                    <a:pt x="14815" y="12624"/>
                  </a:cubicBezTo>
                  <a:lnTo>
                    <a:pt x="6677" y="12624"/>
                  </a:lnTo>
                  <a:lnTo>
                    <a:pt x="6677" y="5843"/>
                  </a:lnTo>
                  <a:close/>
                  <a:moveTo>
                    <a:pt x="0" y="1"/>
                  </a:moveTo>
                  <a:lnTo>
                    <a:pt x="0" y="30255"/>
                  </a:lnTo>
                  <a:lnTo>
                    <a:pt x="6677" y="30255"/>
                  </a:lnTo>
                  <a:lnTo>
                    <a:pt x="6677" y="18362"/>
                  </a:lnTo>
                  <a:lnTo>
                    <a:pt x="13980" y="18362"/>
                  </a:lnTo>
                  <a:lnTo>
                    <a:pt x="20657" y="30255"/>
                  </a:lnTo>
                  <a:lnTo>
                    <a:pt x="27960" y="30255"/>
                  </a:lnTo>
                  <a:lnTo>
                    <a:pt x="20657" y="17527"/>
                  </a:lnTo>
                  <a:cubicBezTo>
                    <a:pt x="24309" y="16171"/>
                    <a:pt x="26395" y="13250"/>
                    <a:pt x="26395" y="9181"/>
                  </a:cubicBezTo>
                  <a:cubicBezTo>
                    <a:pt x="26395" y="3548"/>
                    <a:pt x="22118" y="1"/>
                    <a:pt x="15128"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89" name="Google Shape;389;p48"/>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algn="r">
              <a:buNone/>
              <a:defRPr sz="1300">
                <a:solidFill>
                  <a:schemeClr val="dk2"/>
                </a:solidFill>
                <a:latin typeface="Lora"/>
                <a:ea typeface="Lora"/>
                <a:cs typeface="Lora"/>
                <a:sym typeface="Lora"/>
              </a:defRPr>
            </a:lvl1pPr>
            <a:lvl2pPr lvl="1" algn="r">
              <a:buNone/>
              <a:defRPr sz="1300">
                <a:solidFill>
                  <a:schemeClr val="dk2"/>
                </a:solidFill>
                <a:latin typeface="Lora"/>
                <a:ea typeface="Lora"/>
                <a:cs typeface="Lora"/>
                <a:sym typeface="Lora"/>
              </a:defRPr>
            </a:lvl2pPr>
            <a:lvl3pPr lvl="2" algn="r">
              <a:buNone/>
              <a:defRPr sz="1300">
                <a:solidFill>
                  <a:schemeClr val="dk2"/>
                </a:solidFill>
                <a:latin typeface="Lora"/>
                <a:ea typeface="Lora"/>
                <a:cs typeface="Lora"/>
                <a:sym typeface="Lora"/>
              </a:defRPr>
            </a:lvl3pPr>
            <a:lvl4pPr lvl="3" algn="r">
              <a:buNone/>
              <a:defRPr sz="1300">
                <a:solidFill>
                  <a:schemeClr val="dk2"/>
                </a:solidFill>
                <a:latin typeface="Lora"/>
                <a:ea typeface="Lora"/>
                <a:cs typeface="Lora"/>
                <a:sym typeface="Lora"/>
              </a:defRPr>
            </a:lvl4pPr>
            <a:lvl5pPr lvl="4" algn="r">
              <a:buNone/>
              <a:defRPr sz="1300">
                <a:solidFill>
                  <a:schemeClr val="dk2"/>
                </a:solidFill>
                <a:latin typeface="Lora"/>
                <a:ea typeface="Lora"/>
                <a:cs typeface="Lora"/>
                <a:sym typeface="Lora"/>
              </a:defRPr>
            </a:lvl5pPr>
            <a:lvl6pPr lvl="5" algn="r">
              <a:buNone/>
              <a:defRPr sz="1300">
                <a:solidFill>
                  <a:schemeClr val="dk2"/>
                </a:solidFill>
                <a:latin typeface="Lora"/>
                <a:ea typeface="Lora"/>
                <a:cs typeface="Lora"/>
                <a:sym typeface="Lora"/>
              </a:defRPr>
            </a:lvl6pPr>
            <a:lvl7pPr lvl="6" algn="r">
              <a:buNone/>
              <a:defRPr sz="1300">
                <a:solidFill>
                  <a:schemeClr val="dk2"/>
                </a:solidFill>
                <a:latin typeface="Lora"/>
                <a:ea typeface="Lora"/>
                <a:cs typeface="Lora"/>
                <a:sym typeface="Lora"/>
              </a:defRPr>
            </a:lvl7pPr>
            <a:lvl8pPr lvl="7" algn="r">
              <a:buNone/>
              <a:defRPr sz="1300">
                <a:solidFill>
                  <a:schemeClr val="dk2"/>
                </a:solidFill>
                <a:latin typeface="Lora"/>
                <a:ea typeface="Lora"/>
                <a:cs typeface="Lora"/>
                <a:sym typeface="Lora"/>
              </a:defRPr>
            </a:lvl8pPr>
            <a:lvl9pPr lvl="8" algn="r">
              <a:buNone/>
              <a:defRPr sz="1300">
                <a:solidFill>
                  <a:schemeClr val="dk2"/>
                </a:solidFill>
                <a:latin typeface="Lora"/>
                <a:ea typeface="Lora"/>
                <a:cs typeface="Lora"/>
                <a:sym typeface="Lora"/>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2: Title, body and background (Clay) 1">
  <p:cSld name="ONE_COLUMN_TEXT_2_1_3">
    <p:spTree>
      <p:nvGrpSpPr>
        <p:cNvPr id="390" name="Shape 390"/>
        <p:cNvGrpSpPr/>
        <p:nvPr/>
      </p:nvGrpSpPr>
      <p:grpSpPr>
        <a:xfrm>
          <a:off x="0" y="0"/>
          <a:ext cx="0" cy="0"/>
          <a:chOff x="0" y="0"/>
          <a:chExt cx="0" cy="0"/>
        </a:xfrm>
      </p:grpSpPr>
      <p:sp>
        <p:nvSpPr>
          <p:cNvPr id="391" name="Google Shape;391;p49"/>
          <p:cNvSpPr/>
          <p:nvPr/>
        </p:nvSpPr>
        <p:spPr>
          <a:xfrm>
            <a:off x="3516138" y="0"/>
            <a:ext cx="5628000" cy="5143500"/>
          </a:xfrm>
          <a:prstGeom prst="rect">
            <a:avLst/>
          </a:prstGeom>
          <a:solidFill>
            <a:schemeClr val="accent1"/>
          </a:solidFill>
          <a:ln>
            <a:noFill/>
          </a:ln>
        </p:spPr>
        <p:txBody>
          <a:bodyPr anchorCtr="0" anchor="ctr" bIns="91450" lIns="91450" spcFirstLastPara="1" rIns="91450" wrap="square" tIns="91450">
            <a:noAutofit/>
          </a:bodyPr>
          <a:lstStyle/>
          <a:p>
            <a:pPr indent="0" lvl="0" marL="0" rtl="0" algn="l">
              <a:spcBef>
                <a:spcPts val="0"/>
              </a:spcBef>
              <a:spcAft>
                <a:spcPts val="0"/>
              </a:spcAft>
              <a:buNone/>
            </a:pPr>
            <a:r>
              <a:t/>
            </a:r>
            <a:endParaRPr/>
          </a:p>
        </p:txBody>
      </p:sp>
      <p:sp>
        <p:nvSpPr>
          <p:cNvPr id="392" name="Google Shape;392;p49"/>
          <p:cNvSpPr txBox="1"/>
          <p:nvPr>
            <p:ph type="title"/>
          </p:nvPr>
        </p:nvSpPr>
        <p:spPr>
          <a:xfrm>
            <a:off x="455775" y="457206"/>
            <a:ext cx="2634300" cy="3887700"/>
          </a:xfrm>
          <a:prstGeom prst="rect">
            <a:avLst/>
          </a:prstGeom>
        </p:spPr>
        <p:txBody>
          <a:bodyPr anchorCtr="0" anchor="t" bIns="0" lIns="0" spcFirstLastPara="1" rIns="0" wrap="square" tIns="0">
            <a:noAutofit/>
          </a:bodyPr>
          <a:lstStyle>
            <a:lvl1pPr lvl="0">
              <a:spcBef>
                <a:spcPts val="0"/>
              </a:spcBef>
              <a:spcAft>
                <a:spcPts val="0"/>
              </a:spcAft>
              <a:buSzPts val="2400"/>
              <a:buNone/>
              <a:defRPr/>
            </a:lvl1pPr>
            <a:lvl2pPr lvl="1">
              <a:spcBef>
                <a:spcPts val="1300"/>
              </a:spcBef>
              <a:spcAft>
                <a:spcPts val="0"/>
              </a:spcAft>
              <a:buSzPts val="2800"/>
              <a:buNone/>
              <a:defRPr/>
            </a:lvl2pPr>
            <a:lvl3pPr lvl="2">
              <a:spcBef>
                <a:spcPts val="1300"/>
              </a:spcBef>
              <a:spcAft>
                <a:spcPts val="0"/>
              </a:spcAft>
              <a:buSzPts val="2800"/>
              <a:buNone/>
              <a:defRPr/>
            </a:lvl3pPr>
            <a:lvl4pPr lvl="3">
              <a:spcBef>
                <a:spcPts val="1300"/>
              </a:spcBef>
              <a:spcAft>
                <a:spcPts val="0"/>
              </a:spcAft>
              <a:buSzPts val="2800"/>
              <a:buNone/>
              <a:defRPr/>
            </a:lvl4pPr>
            <a:lvl5pPr lvl="4">
              <a:spcBef>
                <a:spcPts val="1300"/>
              </a:spcBef>
              <a:spcAft>
                <a:spcPts val="0"/>
              </a:spcAft>
              <a:buSzPts val="2800"/>
              <a:buNone/>
              <a:defRPr/>
            </a:lvl5pPr>
            <a:lvl6pPr lvl="5">
              <a:spcBef>
                <a:spcPts val="1300"/>
              </a:spcBef>
              <a:spcAft>
                <a:spcPts val="0"/>
              </a:spcAft>
              <a:buSzPts val="2800"/>
              <a:buNone/>
              <a:defRPr/>
            </a:lvl6pPr>
            <a:lvl7pPr lvl="6">
              <a:spcBef>
                <a:spcPts val="1300"/>
              </a:spcBef>
              <a:spcAft>
                <a:spcPts val="0"/>
              </a:spcAft>
              <a:buSzPts val="2800"/>
              <a:buNone/>
              <a:defRPr/>
            </a:lvl7pPr>
            <a:lvl8pPr lvl="7">
              <a:spcBef>
                <a:spcPts val="1300"/>
              </a:spcBef>
              <a:spcAft>
                <a:spcPts val="0"/>
              </a:spcAft>
              <a:buSzPts val="2800"/>
              <a:buNone/>
              <a:defRPr/>
            </a:lvl8pPr>
            <a:lvl9pPr lvl="8">
              <a:spcBef>
                <a:spcPts val="1300"/>
              </a:spcBef>
              <a:spcAft>
                <a:spcPts val="1300"/>
              </a:spcAft>
              <a:buSzPts val="2800"/>
              <a:buNone/>
              <a:defRPr/>
            </a:lvl9pPr>
          </a:lstStyle>
          <a:p/>
        </p:txBody>
      </p:sp>
      <p:sp>
        <p:nvSpPr>
          <p:cNvPr id="393" name="Google Shape;393;p49"/>
          <p:cNvSpPr txBox="1"/>
          <p:nvPr>
            <p:ph idx="12" type="sldNum"/>
          </p:nvPr>
        </p:nvSpPr>
        <p:spPr>
          <a:xfrm>
            <a:off x="8256725" y="4708927"/>
            <a:ext cx="437100" cy="107400"/>
          </a:xfrm>
          <a:prstGeom prst="rect">
            <a:avLst/>
          </a:prstGeom>
          <a:noFill/>
          <a:ln>
            <a:noFill/>
          </a:ln>
        </p:spPr>
        <p:txBody>
          <a:bodyPr anchorCtr="0" anchor="t" bIns="0" lIns="0" spcFirstLastPara="1" rIns="0" wrap="square" tIns="0">
            <a:noAutofit/>
          </a:bodyPr>
          <a:lstStyle>
            <a:lvl1pPr lvl="0" algn="r">
              <a:lnSpc>
                <a:spcPct val="80000"/>
              </a:lnSpc>
              <a:buSzPts val="1000"/>
              <a:buNone/>
              <a:defRPr sz="800">
                <a:solidFill>
                  <a:schemeClr val="dk1"/>
                </a:solidFill>
                <a:latin typeface="Poppins"/>
                <a:ea typeface="Poppins"/>
                <a:cs typeface="Poppins"/>
                <a:sym typeface="Poppins"/>
              </a:defRPr>
            </a:lvl1pPr>
            <a:lvl2pPr lvl="1" algn="r">
              <a:lnSpc>
                <a:spcPct val="80000"/>
              </a:lnSpc>
              <a:buSzPts val="1000"/>
              <a:buNone/>
              <a:defRPr sz="800">
                <a:solidFill>
                  <a:schemeClr val="dk1"/>
                </a:solidFill>
                <a:latin typeface="Poppins"/>
                <a:ea typeface="Poppins"/>
                <a:cs typeface="Poppins"/>
                <a:sym typeface="Poppins"/>
              </a:defRPr>
            </a:lvl2pPr>
            <a:lvl3pPr lvl="2" algn="r">
              <a:lnSpc>
                <a:spcPct val="80000"/>
              </a:lnSpc>
              <a:buSzPts val="1000"/>
              <a:buNone/>
              <a:defRPr sz="800">
                <a:solidFill>
                  <a:schemeClr val="dk1"/>
                </a:solidFill>
                <a:latin typeface="Poppins"/>
                <a:ea typeface="Poppins"/>
                <a:cs typeface="Poppins"/>
                <a:sym typeface="Poppins"/>
              </a:defRPr>
            </a:lvl3pPr>
            <a:lvl4pPr lvl="3" algn="r">
              <a:lnSpc>
                <a:spcPct val="80000"/>
              </a:lnSpc>
              <a:buSzPts val="1000"/>
              <a:buNone/>
              <a:defRPr sz="800">
                <a:solidFill>
                  <a:schemeClr val="dk1"/>
                </a:solidFill>
                <a:latin typeface="Poppins"/>
                <a:ea typeface="Poppins"/>
                <a:cs typeface="Poppins"/>
                <a:sym typeface="Poppins"/>
              </a:defRPr>
            </a:lvl4pPr>
            <a:lvl5pPr lvl="4" algn="r">
              <a:lnSpc>
                <a:spcPct val="80000"/>
              </a:lnSpc>
              <a:buSzPts val="1000"/>
              <a:buNone/>
              <a:defRPr sz="800">
                <a:solidFill>
                  <a:schemeClr val="dk1"/>
                </a:solidFill>
                <a:latin typeface="Poppins"/>
                <a:ea typeface="Poppins"/>
                <a:cs typeface="Poppins"/>
                <a:sym typeface="Poppins"/>
              </a:defRPr>
            </a:lvl5pPr>
            <a:lvl6pPr lvl="5" algn="r">
              <a:lnSpc>
                <a:spcPct val="80000"/>
              </a:lnSpc>
              <a:buSzPts val="1000"/>
              <a:buNone/>
              <a:defRPr sz="800">
                <a:solidFill>
                  <a:schemeClr val="dk1"/>
                </a:solidFill>
                <a:latin typeface="Poppins"/>
                <a:ea typeface="Poppins"/>
                <a:cs typeface="Poppins"/>
                <a:sym typeface="Poppins"/>
              </a:defRPr>
            </a:lvl6pPr>
            <a:lvl7pPr lvl="6" algn="r">
              <a:lnSpc>
                <a:spcPct val="80000"/>
              </a:lnSpc>
              <a:buSzPts val="1000"/>
              <a:buNone/>
              <a:defRPr sz="800">
                <a:solidFill>
                  <a:schemeClr val="dk1"/>
                </a:solidFill>
                <a:latin typeface="Poppins"/>
                <a:ea typeface="Poppins"/>
                <a:cs typeface="Poppins"/>
                <a:sym typeface="Poppins"/>
              </a:defRPr>
            </a:lvl7pPr>
            <a:lvl8pPr lvl="7" algn="r">
              <a:lnSpc>
                <a:spcPct val="80000"/>
              </a:lnSpc>
              <a:buSzPts val="1000"/>
              <a:buNone/>
              <a:defRPr sz="800">
                <a:solidFill>
                  <a:schemeClr val="dk1"/>
                </a:solidFill>
                <a:latin typeface="Poppins"/>
                <a:ea typeface="Poppins"/>
                <a:cs typeface="Poppins"/>
                <a:sym typeface="Poppins"/>
              </a:defRPr>
            </a:lvl8pPr>
            <a:lvl9pPr lvl="8" algn="r">
              <a:lnSpc>
                <a:spcPct val="80000"/>
              </a:lnSpc>
              <a:buSzPts val="1000"/>
              <a:buNone/>
              <a:defRPr sz="800">
                <a:solidFill>
                  <a:schemeClr val="dk1"/>
                </a:solidFill>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394" name="Google Shape;394;p49"/>
          <p:cNvSpPr txBox="1"/>
          <p:nvPr/>
        </p:nvSpPr>
        <p:spPr>
          <a:xfrm>
            <a:off x="4626925" y="4693687"/>
            <a:ext cx="3346500" cy="107400"/>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r>
              <a:rPr lang="en" sz="800">
                <a:solidFill>
                  <a:schemeClr val="dk1"/>
                </a:solidFill>
                <a:latin typeface="Poppins"/>
                <a:ea typeface="Poppins"/>
                <a:cs typeface="Poppins"/>
                <a:sym typeface="Poppins"/>
              </a:rPr>
              <a:t>CONFIDENTIAL</a:t>
            </a:r>
            <a:endParaRPr sz="800">
              <a:solidFill>
                <a:schemeClr val="dk1"/>
              </a:solidFill>
              <a:latin typeface="Poppins"/>
              <a:ea typeface="Poppins"/>
              <a:cs typeface="Poppins"/>
              <a:sym typeface="Poppins"/>
            </a:endParaRPr>
          </a:p>
        </p:txBody>
      </p:sp>
      <p:sp>
        <p:nvSpPr>
          <p:cNvPr id="395" name="Google Shape;395;p49"/>
          <p:cNvSpPr/>
          <p:nvPr>
            <p:ph idx="2" type="pic"/>
          </p:nvPr>
        </p:nvSpPr>
        <p:spPr>
          <a:xfrm>
            <a:off x="4558788" y="801974"/>
            <a:ext cx="3539700" cy="3539700"/>
          </a:xfrm>
          <a:prstGeom prst="rect">
            <a:avLst/>
          </a:prstGeom>
          <a:noFill/>
          <a:ln>
            <a:noFill/>
          </a:ln>
        </p:spPr>
      </p:sp>
    </p:spTree>
  </p:cSld>
  <p:clrMapOvr>
    <a:masterClrMapping/>
  </p:clrMapOvr>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1: Customer case study ">
  <p:cSld name="ONE_COLUMN_TEXT_2_1_2">
    <p:spTree>
      <p:nvGrpSpPr>
        <p:cNvPr id="396" name="Shape 396"/>
        <p:cNvGrpSpPr/>
        <p:nvPr/>
      </p:nvGrpSpPr>
      <p:grpSpPr>
        <a:xfrm>
          <a:off x="0" y="0"/>
          <a:ext cx="0" cy="0"/>
          <a:chOff x="0" y="0"/>
          <a:chExt cx="0" cy="0"/>
        </a:xfrm>
      </p:grpSpPr>
      <p:sp>
        <p:nvSpPr>
          <p:cNvPr id="397" name="Google Shape;397;p50"/>
          <p:cNvSpPr/>
          <p:nvPr/>
        </p:nvSpPr>
        <p:spPr>
          <a:xfrm>
            <a:off x="3195625" y="0"/>
            <a:ext cx="59484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8" name="Google Shape;398;p50"/>
          <p:cNvSpPr txBox="1"/>
          <p:nvPr>
            <p:ph type="title"/>
          </p:nvPr>
        </p:nvSpPr>
        <p:spPr>
          <a:xfrm>
            <a:off x="455775" y="1371600"/>
            <a:ext cx="2406600" cy="1486500"/>
          </a:xfrm>
          <a:prstGeom prst="rect">
            <a:avLst/>
          </a:prstGeom>
        </p:spPr>
        <p:txBody>
          <a:bodyPr anchorCtr="0" anchor="t" bIns="0" lIns="0" spcFirstLastPara="1" rIns="0" wrap="square" tIns="0">
            <a:noAutofit/>
          </a:bodyPr>
          <a:lstStyle>
            <a:lvl1pPr lvl="0">
              <a:spcBef>
                <a:spcPts val="0"/>
              </a:spcBef>
              <a:spcAft>
                <a:spcPts val="0"/>
              </a:spcAft>
              <a:buSzPts val="2200"/>
              <a:buNone/>
              <a:defRPr sz="2200"/>
            </a:lvl1pPr>
            <a:lvl2pPr lvl="1">
              <a:spcBef>
                <a:spcPts val="0"/>
              </a:spcBef>
              <a:spcAft>
                <a:spcPts val="0"/>
              </a:spcAft>
              <a:buSzPts val="2200"/>
              <a:buNone/>
              <a:defRPr sz="2200"/>
            </a:lvl2pPr>
            <a:lvl3pPr lvl="2">
              <a:spcBef>
                <a:spcPts val="0"/>
              </a:spcBef>
              <a:spcAft>
                <a:spcPts val="0"/>
              </a:spcAft>
              <a:buSzPts val="2200"/>
              <a:buNone/>
              <a:defRPr sz="2200"/>
            </a:lvl3pPr>
            <a:lvl4pPr lvl="3">
              <a:spcBef>
                <a:spcPts val="0"/>
              </a:spcBef>
              <a:spcAft>
                <a:spcPts val="0"/>
              </a:spcAft>
              <a:buSzPts val="2200"/>
              <a:buNone/>
              <a:defRPr sz="2200"/>
            </a:lvl4pPr>
            <a:lvl5pPr lvl="4">
              <a:spcBef>
                <a:spcPts val="0"/>
              </a:spcBef>
              <a:spcAft>
                <a:spcPts val="0"/>
              </a:spcAft>
              <a:buSzPts val="2200"/>
              <a:buNone/>
              <a:defRPr sz="2200"/>
            </a:lvl5pPr>
            <a:lvl6pPr lvl="5">
              <a:spcBef>
                <a:spcPts val="0"/>
              </a:spcBef>
              <a:spcAft>
                <a:spcPts val="0"/>
              </a:spcAft>
              <a:buSzPts val="2200"/>
              <a:buNone/>
              <a:defRPr sz="2200"/>
            </a:lvl6pPr>
            <a:lvl7pPr lvl="6">
              <a:spcBef>
                <a:spcPts val="0"/>
              </a:spcBef>
              <a:spcAft>
                <a:spcPts val="0"/>
              </a:spcAft>
              <a:buSzPts val="2200"/>
              <a:buNone/>
              <a:defRPr sz="2200"/>
            </a:lvl7pPr>
            <a:lvl8pPr lvl="7">
              <a:spcBef>
                <a:spcPts val="0"/>
              </a:spcBef>
              <a:spcAft>
                <a:spcPts val="0"/>
              </a:spcAft>
              <a:buSzPts val="2200"/>
              <a:buNone/>
              <a:defRPr sz="2200"/>
            </a:lvl8pPr>
            <a:lvl9pPr lvl="8">
              <a:spcBef>
                <a:spcPts val="0"/>
              </a:spcBef>
              <a:spcAft>
                <a:spcPts val="0"/>
              </a:spcAft>
              <a:buSzPts val="2200"/>
              <a:buNone/>
              <a:defRPr sz="2200"/>
            </a:lvl9pPr>
          </a:lstStyle>
          <a:p/>
        </p:txBody>
      </p:sp>
      <p:sp>
        <p:nvSpPr>
          <p:cNvPr id="399" name="Google Shape;399;p50"/>
          <p:cNvSpPr txBox="1"/>
          <p:nvPr>
            <p:ph idx="12" type="sldNum"/>
          </p:nvPr>
        </p:nvSpPr>
        <p:spPr>
          <a:xfrm>
            <a:off x="8256725" y="4708927"/>
            <a:ext cx="437100" cy="107400"/>
          </a:xfrm>
          <a:prstGeom prst="rect">
            <a:avLst/>
          </a:prstGeom>
          <a:noFill/>
          <a:ln>
            <a:noFill/>
          </a:ln>
        </p:spPr>
        <p:txBody>
          <a:bodyPr anchorCtr="0" anchor="t" bIns="0" lIns="0" spcFirstLastPara="1" rIns="0" wrap="square" tIns="0">
            <a:noAutofit/>
          </a:bodyPr>
          <a:lstStyle>
            <a:lvl1pPr lvl="0" algn="r">
              <a:lnSpc>
                <a:spcPct val="80000"/>
              </a:lnSpc>
              <a:buSzPts val="1018"/>
              <a:buNone/>
              <a:defRPr sz="825">
                <a:solidFill>
                  <a:schemeClr val="accent4"/>
                </a:solidFill>
                <a:latin typeface="Poppins"/>
                <a:ea typeface="Poppins"/>
                <a:cs typeface="Poppins"/>
                <a:sym typeface="Poppins"/>
              </a:defRPr>
            </a:lvl1pPr>
            <a:lvl2pPr lvl="1" algn="r">
              <a:lnSpc>
                <a:spcPct val="80000"/>
              </a:lnSpc>
              <a:buSzPts val="1018"/>
              <a:buNone/>
              <a:defRPr sz="825">
                <a:solidFill>
                  <a:schemeClr val="accent4"/>
                </a:solidFill>
                <a:latin typeface="Poppins"/>
                <a:ea typeface="Poppins"/>
                <a:cs typeface="Poppins"/>
                <a:sym typeface="Poppins"/>
              </a:defRPr>
            </a:lvl2pPr>
            <a:lvl3pPr lvl="2" algn="r">
              <a:lnSpc>
                <a:spcPct val="80000"/>
              </a:lnSpc>
              <a:buSzPts val="1018"/>
              <a:buNone/>
              <a:defRPr sz="825">
                <a:solidFill>
                  <a:schemeClr val="accent4"/>
                </a:solidFill>
                <a:latin typeface="Poppins"/>
                <a:ea typeface="Poppins"/>
                <a:cs typeface="Poppins"/>
                <a:sym typeface="Poppins"/>
              </a:defRPr>
            </a:lvl3pPr>
            <a:lvl4pPr lvl="3" algn="r">
              <a:lnSpc>
                <a:spcPct val="80000"/>
              </a:lnSpc>
              <a:buSzPts val="1018"/>
              <a:buNone/>
              <a:defRPr sz="825">
                <a:solidFill>
                  <a:schemeClr val="accent4"/>
                </a:solidFill>
                <a:latin typeface="Poppins"/>
                <a:ea typeface="Poppins"/>
                <a:cs typeface="Poppins"/>
                <a:sym typeface="Poppins"/>
              </a:defRPr>
            </a:lvl4pPr>
            <a:lvl5pPr lvl="4" algn="r">
              <a:lnSpc>
                <a:spcPct val="80000"/>
              </a:lnSpc>
              <a:buSzPts val="1018"/>
              <a:buNone/>
              <a:defRPr sz="825">
                <a:solidFill>
                  <a:schemeClr val="accent4"/>
                </a:solidFill>
                <a:latin typeface="Poppins"/>
                <a:ea typeface="Poppins"/>
                <a:cs typeface="Poppins"/>
                <a:sym typeface="Poppins"/>
              </a:defRPr>
            </a:lvl5pPr>
            <a:lvl6pPr lvl="5" algn="r">
              <a:lnSpc>
                <a:spcPct val="80000"/>
              </a:lnSpc>
              <a:buSzPts val="1018"/>
              <a:buNone/>
              <a:defRPr sz="825">
                <a:solidFill>
                  <a:schemeClr val="accent4"/>
                </a:solidFill>
                <a:latin typeface="Poppins"/>
                <a:ea typeface="Poppins"/>
                <a:cs typeface="Poppins"/>
                <a:sym typeface="Poppins"/>
              </a:defRPr>
            </a:lvl6pPr>
            <a:lvl7pPr lvl="6" algn="r">
              <a:lnSpc>
                <a:spcPct val="80000"/>
              </a:lnSpc>
              <a:buSzPts val="1018"/>
              <a:buNone/>
              <a:defRPr sz="825">
                <a:solidFill>
                  <a:schemeClr val="accent4"/>
                </a:solidFill>
                <a:latin typeface="Poppins"/>
                <a:ea typeface="Poppins"/>
                <a:cs typeface="Poppins"/>
                <a:sym typeface="Poppins"/>
              </a:defRPr>
            </a:lvl7pPr>
            <a:lvl8pPr lvl="7" algn="r">
              <a:lnSpc>
                <a:spcPct val="80000"/>
              </a:lnSpc>
              <a:buSzPts val="1018"/>
              <a:buNone/>
              <a:defRPr sz="825">
                <a:solidFill>
                  <a:schemeClr val="accent4"/>
                </a:solidFill>
                <a:latin typeface="Poppins"/>
                <a:ea typeface="Poppins"/>
                <a:cs typeface="Poppins"/>
                <a:sym typeface="Poppins"/>
              </a:defRPr>
            </a:lvl8pPr>
            <a:lvl9pPr lvl="8" algn="r">
              <a:lnSpc>
                <a:spcPct val="80000"/>
              </a:lnSpc>
              <a:buSzPts val="1018"/>
              <a:buNone/>
              <a:defRPr sz="825">
                <a:solidFill>
                  <a:schemeClr val="accent4"/>
                </a:solidFill>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400" name="Google Shape;400;p50"/>
          <p:cNvSpPr txBox="1"/>
          <p:nvPr>
            <p:ph idx="1" type="body"/>
          </p:nvPr>
        </p:nvSpPr>
        <p:spPr>
          <a:xfrm>
            <a:off x="3645000" y="1371600"/>
            <a:ext cx="5049000" cy="2861700"/>
          </a:xfrm>
          <a:prstGeom prst="rect">
            <a:avLst/>
          </a:prstGeom>
        </p:spPr>
        <p:txBody>
          <a:bodyPr anchorCtr="0" anchor="t" bIns="0" lIns="0" spcFirstLastPara="1" rIns="0" wrap="square" tIns="0">
            <a:noAutofit/>
          </a:bodyPr>
          <a:lstStyle>
            <a:lvl1pPr indent="-317500" lvl="0" marL="457200">
              <a:spcBef>
                <a:spcPts val="0"/>
              </a:spcBef>
              <a:spcAft>
                <a:spcPts val="0"/>
              </a:spcAft>
              <a:buSzPts val="1400"/>
              <a:buChar char="●"/>
              <a:defRPr/>
            </a:lvl1pPr>
            <a:lvl2pPr indent="-304800" lvl="1" marL="914400">
              <a:spcBef>
                <a:spcPts val="1000"/>
              </a:spcBef>
              <a:spcAft>
                <a:spcPts val="0"/>
              </a:spcAft>
              <a:buSzPts val="1200"/>
              <a:buChar char="○"/>
              <a:defRPr sz="1200"/>
            </a:lvl2pPr>
            <a:lvl3pPr indent="-304800" lvl="2" marL="1371600">
              <a:spcBef>
                <a:spcPts val="1000"/>
              </a:spcBef>
              <a:spcAft>
                <a:spcPts val="0"/>
              </a:spcAft>
              <a:buSzPts val="1200"/>
              <a:buChar char="■"/>
              <a:defRPr sz="1200"/>
            </a:lvl3pPr>
            <a:lvl4pPr indent="-304800" lvl="3" marL="1828800">
              <a:spcBef>
                <a:spcPts val="1000"/>
              </a:spcBef>
              <a:spcAft>
                <a:spcPts val="0"/>
              </a:spcAft>
              <a:buSzPts val="1200"/>
              <a:buChar char="●"/>
              <a:defRPr sz="1200"/>
            </a:lvl4pPr>
            <a:lvl5pPr indent="-304800" lvl="4" marL="2286000">
              <a:spcBef>
                <a:spcPts val="1000"/>
              </a:spcBef>
              <a:spcAft>
                <a:spcPts val="0"/>
              </a:spcAft>
              <a:buSzPts val="1200"/>
              <a:buChar char="○"/>
              <a:defRPr sz="1200"/>
            </a:lvl5pPr>
            <a:lvl6pPr indent="-304800" lvl="5" marL="2743200">
              <a:spcBef>
                <a:spcPts val="1000"/>
              </a:spcBef>
              <a:spcAft>
                <a:spcPts val="0"/>
              </a:spcAft>
              <a:buSzPts val="1200"/>
              <a:buChar char="■"/>
              <a:defRPr sz="1200"/>
            </a:lvl6pPr>
            <a:lvl7pPr indent="-304800" lvl="6" marL="3200400">
              <a:spcBef>
                <a:spcPts val="1000"/>
              </a:spcBef>
              <a:spcAft>
                <a:spcPts val="0"/>
              </a:spcAft>
              <a:buSzPts val="1200"/>
              <a:buChar char="●"/>
              <a:defRPr sz="1200"/>
            </a:lvl7pPr>
            <a:lvl8pPr indent="-304800" lvl="7" marL="3657600">
              <a:spcBef>
                <a:spcPts val="1000"/>
              </a:spcBef>
              <a:spcAft>
                <a:spcPts val="0"/>
              </a:spcAft>
              <a:buSzPts val="1200"/>
              <a:buChar char="○"/>
              <a:defRPr sz="1200"/>
            </a:lvl8pPr>
            <a:lvl9pPr indent="-304800" lvl="8" marL="4114800">
              <a:spcBef>
                <a:spcPts val="1000"/>
              </a:spcBef>
              <a:spcAft>
                <a:spcPts val="1000"/>
              </a:spcAft>
              <a:buSzPts val="1200"/>
              <a:buChar char="■"/>
              <a:defRPr sz="1200"/>
            </a:lvl9pPr>
          </a:lstStyle>
          <a:p/>
        </p:txBody>
      </p:sp>
    </p:spTree>
  </p:cSld>
  <p:clrMapOvr>
    <a:masterClrMapping/>
  </p:clrMapOvr>
  <p:extLst>
    <p:ext uri="{DCECCB84-F9BA-43D5-87BE-67443E8EF086}">
      <p15:sldGuideLst>
        <p15:guide id="1" pos="1728">
          <p15:clr>
            <a:srgbClr val="E46962"/>
          </p15:clr>
        </p15:guide>
      </p15:sldGuideLst>
    </p:ext>
  </p:extLst>
</p:sldLayout>
</file>

<file path=ppt/slideLayouts/slideLayout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hapter oat" showMasterSp="0">
  <p:cSld name="Chapter oat">
    <p:bg>
      <p:bgPr>
        <a:solidFill>
          <a:srgbClr val="E3DACC"/>
        </a:solidFill>
      </p:bgPr>
    </p:bg>
    <p:spTree>
      <p:nvGrpSpPr>
        <p:cNvPr id="401" name="Shape 401"/>
        <p:cNvGrpSpPr/>
        <p:nvPr/>
      </p:nvGrpSpPr>
      <p:grpSpPr>
        <a:xfrm>
          <a:off x="0" y="0"/>
          <a:ext cx="0" cy="0"/>
          <a:chOff x="0" y="0"/>
          <a:chExt cx="0" cy="0"/>
        </a:xfrm>
      </p:grpSpPr>
      <p:sp>
        <p:nvSpPr>
          <p:cNvPr id="402" name="Google Shape;402;p51"/>
          <p:cNvSpPr txBox="1"/>
          <p:nvPr>
            <p:ph idx="1" type="body"/>
          </p:nvPr>
        </p:nvSpPr>
        <p:spPr>
          <a:xfrm>
            <a:off x="443612" y="1183740"/>
            <a:ext cx="3705000" cy="320700"/>
          </a:xfrm>
          <a:prstGeom prst="rect">
            <a:avLst/>
          </a:prstGeom>
          <a:noFill/>
          <a:ln>
            <a:noFill/>
          </a:ln>
        </p:spPr>
        <p:txBody>
          <a:bodyPr anchorCtr="0" anchor="b" bIns="0" lIns="0" spcFirstLastPara="1" rIns="0" wrap="square" tIns="0">
            <a:noAutofit/>
          </a:bodyPr>
          <a:lstStyle>
            <a:lvl1pPr indent="-228600" lvl="0" marL="457200" algn="l">
              <a:lnSpc>
                <a:spcPct val="120000"/>
              </a:lnSpc>
              <a:spcBef>
                <a:spcPts val="800"/>
              </a:spcBef>
              <a:spcAft>
                <a:spcPts val="0"/>
              </a:spcAft>
              <a:buClr>
                <a:srgbClr val="131312"/>
              </a:buClr>
              <a:buSzPts val="700"/>
              <a:buNone/>
              <a:defRPr/>
            </a:lvl1pPr>
            <a:lvl2pPr indent="-228600" lvl="1" marL="914400" algn="l">
              <a:lnSpc>
                <a:spcPct val="120000"/>
              </a:lnSpc>
              <a:spcBef>
                <a:spcPts val="800"/>
              </a:spcBef>
              <a:spcAft>
                <a:spcPts val="0"/>
              </a:spcAft>
              <a:buClr>
                <a:srgbClr val="131312"/>
              </a:buClr>
              <a:buSzPts val="700"/>
              <a:buNone/>
              <a:defRPr/>
            </a:lvl2pPr>
            <a:lvl3pPr indent="-228600" lvl="2" marL="1371600" algn="l">
              <a:lnSpc>
                <a:spcPct val="120000"/>
              </a:lnSpc>
              <a:spcBef>
                <a:spcPts val="800"/>
              </a:spcBef>
              <a:spcAft>
                <a:spcPts val="0"/>
              </a:spcAft>
              <a:buClr>
                <a:srgbClr val="131312"/>
              </a:buClr>
              <a:buSzPts val="700"/>
              <a:buNone/>
              <a:defRPr/>
            </a:lvl3pPr>
            <a:lvl4pPr indent="-228600" lvl="3" marL="1828800" algn="l">
              <a:lnSpc>
                <a:spcPct val="120000"/>
              </a:lnSpc>
              <a:spcBef>
                <a:spcPts val="800"/>
              </a:spcBef>
              <a:spcAft>
                <a:spcPts val="0"/>
              </a:spcAft>
              <a:buClr>
                <a:srgbClr val="131312"/>
              </a:buClr>
              <a:buSzPts val="700"/>
              <a:buNone/>
              <a:defRPr/>
            </a:lvl4pPr>
            <a:lvl5pPr indent="-228600" lvl="4" marL="2286000" algn="l">
              <a:lnSpc>
                <a:spcPct val="120000"/>
              </a:lnSpc>
              <a:spcBef>
                <a:spcPts val="800"/>
              </a:spcBef>
              <a:spcAft>
                <a:spcPts val="0"/>
              </a:spcAft>
              <a:buClr>
                <a:srgbClr val="131312"/>
              </a:buClr>
              <a:buSzPts val="700"/>
              <a:buNone/>
              <a:defRPr/>
            </a:lvl5pPr>
            <a:lvl6pPr indent="-323850" lvl="5" marL="2743200" algn="l">
              <a:lnSpc>
                <a:spcPct val="110000"/>
              </a:lnSpc>
              <a:spcBef>
                <a:spcPts val="200"/>
              </a:spcBef>
              <a:spcAft>
                <a:spcPts val="0"/>
              </a:spcAft>
              <a:buSzPts val="1500"/>
              <a:buChar char="■"/>
              <a:defRPr/>
            </a:lvl6pPr>
            <a:lvl7pPr indent="-323850" lvl="6" marL="3200400" algn="l">
              <a:lnSpc>
                <a:spcPct val="110000"/>
              </a:lnSpc>
              <a:spcBef>
                <a:spcPts val="200"/>
              </a:spcBef>
              <a:spcAft>
                <a:spcPts val="0"/>
              </a:spcAft>
              <a:buSzPts val="1500"/>
              <a:buChar char="●"/>
              <a:defRPr/>
            </a:lvl7pPr>
            <a:lvl8pPr indent="-323850" lvl="7" marL="3657600" algn="l">
              <a:lnSpc>
                <a:spcPct val="110000"/>
              </a:lnSpc>
              <a:spcBef>
                <a:spcPts val="200"/>
              </a:spcBef>
              <a:spcAft>
                <a:spcPts val="0"/>
              </a:spcAft>
              <a:buSzPts val="1500"/>
              <a:buChar char="○"/>
              <a:defRPr/>
            </a:lvl8pPr>
            <a:lvl9pPr indent="-323850" lvl="8" marL="4114800" algn="l">
              <a:lnSpc>
                <a:spcPct val="110000"/>
              </a:lnSpc>
              <a:spcBef>
                <a:spcPts val="200"/>
              </a:spcBef>
              <a:spcAft>
                <a:spcPts val="0"/>
              </a:spcAft>
              <a:buSzPts val="1500"/>
              <a:buChar char="■"/>
              <a:defRPr/>
            </a:lvl9pPr>
          </a:lstStyle>
          <a:p/>
        </p:txBody>
      </p:sp>
      <p:sp>
        <p:nvSpPr>
          <p:cNvPr id="403" name="Google Shape;403;p51"/>
          <p:cNvSpPr txBox="1"/>
          <p:nvPr>
            <p:ph type="title"/>
          </p:nvPr>
        </p:nvSpPr>
        <p:spPr>
          <a:xfrm>
            <a:off x="455775" y="1554700"/>
            <a:ext cx="6463800" cy="2451900"/>
          </a:xfrm>
          <a:prstGeom prst="rect">
            <a:avLst/>
          </a:prstGeom>
          <a:noFill/>
          <a:ln>
            <a:noFill/>
          </a:ln>
        </p:spPr>
        <p:txBody>
          <a:bodyPr anchorCtr="0" anchor="t" bIns="0" lIns="0" spcFirstLastPara="1" rIns="0" wrap="square" tIns="0">
            <a:normAutofit/>
          </a:bodyPr>
          <a:lstStyle>
            <a:lvl1pPr lvl="0" algn="l">
              <a:lnSpc>
                <a:spcPct val="90000"/>
              </a:lnSpc>
              <a:spcBef>
                <a:spcPts val="0"/>
              </a:spcBef>
              <a:spcAft>
                <a:spcPts val="0"/>
              </a:spcAft>
              <a:buClr>
                <a:srgbClr val="131312"/>
              </a:buClr>
              <a:buSzPts val="4400"/>
              <a:buFont typeface="Helvetica Neue"/>
              <a:buNone/>
              <a:defRPr sz="4400"/>
            </a:lvl1pPr>
            <a:lvl2pPr lvl="1" algn="l">
              <a:lnSpc>
                <a:spcPct val="100000"/>
              </a:lnSpc>
              <a:spcBef>
                <a:spcPts val="0"/>
              </a:spcBef>
              <a:spcAft>
                <a:spcPts val="0"/>
              </a:spcAft>
              <a:buClr>
                <a:srgbClr val="131312"/>
              </a:buClr>
              <a:buSzPts val="700"/>
              <a:buNone/>
              <a:defRPr/>
            </a:lvl2pPr>
            <a:lvl3pPr lvl="2" algn="l">
              <a:lnSpc>
                <a:spcPct val="100000"/>
              </a:lnSpc>
              <a:spcBef>
                <a:spcPts val="0"/>
              </a:spcBef>
              <a:spcAft>
                <a:spcPts val="0"/>
              </a:spcAft>
              <a:buClr>
                <a:srgbClr val="131312"/>
              </a:buClr>
              <a:buSzPts val="700"/>
              <a:buNone/>
              <a:defRPr/>
            </a:lvl3pPr>
            <a:lvl4pPr lvl="3" algn="l">
              <a:lnSpc>
                <a:spcPct val="100000"/>
              </a:lnSpc>
              <a:spcBef>
                <a:spcPts val="0"/>
              </a:spcBef>
              <a:spcAft>
                <a:spcPts val="0"/>
              </a:spcAft>
              <a:buClr>
                <a:srgbClr val="131312"/>
              </a:buClr>
              <a:buSzPts val="700"/>
              <a:buNone/>
              <a:defRPr/>
            </a:lvl4pPr>
            <a:lvl5pPr lvl="4" algn="l">
              <a:lnSpc>
                <a:spcPct val="100000"/>
              </a:lnSpc>
              <a:spcBef>
                <a:spcPts val="0"/>
              </a:spcBef>
              <a:spcAft>
                <a:spcPts val="0"/>
              </a:spcAft>
              <a:buClr>
                <a:srgbClr val="131312"/>
              </a:buClr>
              <a:buSzPts val="700"/>
              <a:buNone/>
              <a:defRPr/>
            </a:lvl5pPr>
            <a:lvl6pPr lvl="5" algn="l">
              <a:lnSpc>
                <a:spcPct val="100000"/>
              </a:lnSpc>
              <a:spcBef>
                <a:spcPts val="0"/>
              </a:spcBef>
              <a:spcAft>
                <a:spcPts val="0"/>
              </a:spcAft>
              <a:buClr>
                <a:srgbClr val="131312"/>
              </a:buClr>
              <a:buSzPts val="700"/>
              <a:buNone/>
              <a:defRPr/>
            </a:lvl6pPr>
            <a:lvl7pPr lvl="6" algn="l">
              <a:lnSpc>
                <a:spcPct val="100000"/>
              </a:lnSpc>
              <a:spcBef>
                <a:spcPts val="0"/>
              </a:spcBef>
              <a:spcAft>
                <a:spcPts val="0"/>
              </a:spcAft>
              <a:buClr>
                <a:srgbClr val="131312"/>
              </a:buClr>
              <a:buSzPts val="700"/>
              <a:buNone/>
              <a:defRPr/>
            </a:lvl7pPr>
            <a:lvl8pPr lvl="7" algn="l">
              <a:lnSpc>
                <a:spcPct val="100000"/>
              </a:lnSpc>
              <a:spcBef>
                <a:spcPts val="0"/>
              </a:spcBef>
              <a:spcAft>
                <a:spcPts val="0"/>
              </a:spcAft>
              <a:buClr>
                <a:srgbClr val="131312"/>
              </a:buClr>
              <a:buSzPts val="700"/>
              <a:buNone/>
              <a:defRPr/>
            </a:lvl8pPr>
            <a:lvl9pPr lvl="8" algn="l">
              <a:lnSpc>
                <a:spcPct val="100000"/>
              </a:lnSpc>
              <a:spcBef>
                <a:spcPts val="0"/>
              </a:spcBef>
              <a:spcAft>
                <a:spcPts val="0"/>
              </a:spcAft>
              <a:buClr>
                <a:srgbClr val="131312"/>
              </a:buClr>
              <a:buSzPts val="700"/>
              <a:buNone/>
              <a:defRPr/>
            </a:lvl9pPr>
          </a:lstStyle>
          <a:p/>
        </p:txBody>
      </p:sp>
      <p:sp>
        <p:nvSpPr>
          <p:cNvPr id="404" name="Google Shape;404;p51"/>
          <p:cNvSpPr txBox="1"/>
          <p:nvPr>
            <p:ph idx="12" type="sldNum"/>
          </p:nvPr>
        </p:nvSpPr>
        <p:spPr>
          <a:xfrm>
            <a:off x="8369300" y="4686300"/>
            <a:ext cx="317400" cy="153900"/>
          </a:xfrm>
          <a:prstGeom prst="rect">
            <a:avLst/>
          </a:prstGeom>
          <a:noFill/>
          <a:ln>
            <a:noFill/>
          </a:ln>
        </p:spPr>
        <p:txBody>
          <a:bodyPr anchorCtr="0" anchor="t" bIns="0" lIns="0" spcFirstLastPara="1" rIns="0" wrap="square" tIns="0">
            <a:spAutoFit/>
          </a:bodyPr>
          <a:lstStyle>
            <a:lvl1pPr indent="0" lvl="0" marL="0" algn="r">
              <a:lnSpc>
                <a:spcPct val="100000"/>
              </a:lnSpc>
              <a:spcBef>
                <a:spcPts val="0"/>
              </a:spcBef>
              <a:spcAft>
                <a:spcPts val="0"/>
              </a:spcAft>
              <a:buClr>
                <a:schemeClr val="accent4"/>
              </a:buClr>
              <a:buSzPts val="1000"/>
              <a:buFont typeface="Arial"/>
              <a:buNone/>
              <a:defRPr sz="1000">
                <a:solidFill>
                  <a:schemeClr val="accent4"/>
                </a:solidFill>
              </a:defRPr>
            </a:lvl1pPr>
            <a:lvl2pPr indent="0" lvl="1" marL="0" algn="r">
              <a:lnSpc>
                <a:spcPct val="100000"/>
              </a:lnSpc>
              <a:spcBef>
                <a:spcPts val="0"/>
              </a:spcBef>
              <a:spcAft>
                <a:spcPts val="0"/>
              </a:spcAft>
              <a:buClr>
                <a:schemeClr val="accent4"/>
              </a:buClr>
              <a:buSzPts val="1000"/>
              <a:buFont typeface="Arial"/>
              <a:buNone/>
              <a:defRPr sz="1000">
                <a:solidFill>
                  <a:schemeClr val="accent4"/>
                </a:solidFill>
              </a:defRPr>
            </a:lvl2pPr>
            <a:lvl3pPr indent="0" lvl="2" marL="0" algn="r">
              <a:lnSpc>
                <a:spcPct val="100000"/>
              </a:lnSpc>
              <a:spcBef>
                <a:spcPts val="0"/>
              </a:spcBef>
              <a:spcAft>
                <a:spcPts val="0"/>
              </a:spcAft>
              <a:buClr>
                <a:schemeClr val="accent4"/>
              </a:buClr>
              <a:buSzPts val="1000"/>
              <a:buFont typeface="Arial"/>
              <a:buNone/>
              <a:defRPr sz="1000">
                <a:solidFill>
                  <a:schemeClr val="accent4"/>
                </a:solidFill>
              </a:defRPr>
            </a:lvl3pPr>
            <a:lvl4pPr indent="0" lvl="3" marL="0" algn="r">
              <a:lnSpc>
                <a:spcPct val="100000"/>
              </a:lnSpc>
              <a:spcBef>
                <a:spcPts val="0"/>
              </a:spcBef>
              <a:spcAft>
                <a:spcPts val="0"/>
              </a:spcAft>
              <a:buClr>
                <a:schemeClr val="accent4"/>
              </a:buClr>
              <a:buSzPts val="1000"/>
              <a:buFont typeface="Arial"/>
              <a:buNone/>
              <a:defRPr sz="1000">
                <a:solidFill>
                  <a:schemeClr val="accent4"/>
                </a:solidFill>
              </a:defRPr>
            </a:lvl4pPr>
            <a:lvl5pPr indent="0" lvl="4" marL="0" algn="r">
              <a:lnSpc>
                <a:spcPct val="100000"/>
              </a:lnSpc>
              <a:spcBef>
                <a:spcPts val="0"/>
              </a:spcBef>
              <a:spcAft>
                <a:spcPts val="0"/>
              </a:spcAft>
              <a:buClr>
                <a:schemeClr val="accent4"/>
              </a:buClr>
              <a:buSzPts val="1000"/>
              <a:buFont typeface="Arial"/>
              <a:buNone/>
              <a:defRPr sz="1000">
                <a:solidFill>
                  <a:schemeClr val="accent4"/>
                </a:solidFill>
              </a:defRPr>
            </a:lvl5pPr>
            <a:lvl6pPr indent="0" lvl="5" marL="0" algn="r">
              <a:lnSpc>
                <a:spcPct val="100000"/>
              </a:lnSpc>
              <a:spcBef>
                <a:spcPts val="0"/>
              </a:spcBef>
              <a:spcAft>
                <a:spcPts val="0"/>
              </a:spcAft>
              <a:buClr>
                <a:schemeClr val="accent4"/>
              </a:buClr>
              <a:buSzPts val="1000"/>
              <a:buFont typeface="Arial"/>
              <a:buNone/>
              <a:defRPr sz="1000">
                <a:solidFill>
                  <a:schemeClr val="accent4"/>
                </a:solidFill>
              </a:defRPr>
            </a:lvl6pPr>
            <a:lvl7pPr indent="0" lvl="6" marL="0" algn="r">
              <a:lnSpc>
                <a:spcPct val="100000"/>
              </a:lnSpc>
              <a:spcBef>
                <a:spcPts val="0"/>
              </a:spcBef>
              <a:spcAft>
                <a:spcPts val="0"/>
              </a:spcAft>
              <a:buClr>
                <a:schemeClr val="accent4"/>
              </a:buClr>
              <a:buSzPts val="1000"/>
              <a:buFont typeface="Arial"/>
              <a:buNone/>
              <a:defRPr sz="1000">
                <a:solidFill>
                  <a:schemeClr val="accent4"/>
                </a:solidFill>
              </a:defRPr>
            </a:lvl7pPr>
            <a:lvl8pPr indent="0" lvl="7" marL="0" algn="r">
              <a:lnSpc>
                <a:spcPct val="100000"/>
              </a:lnSpc>
              <a:spcBef>
                <a:spcPts val="0"/>
              </a:spcBef>
              <a:spcAft>
                <a:spcPts val="0"/>
              </a:spcAft>
              <a:buClr>
                <a:schemeClr val="accent4"/>
              </a:buClr>
              <a:buSzPts val="1000"/>
              <a:buFont typeface="Arial"/>
              <a:buNone/>
              <a:defRPr sz="1000">
                <a:solidFill>
                  <a:schemeClr val="accent4"/>
                </a:solidFill>
              </a:defRPr>
            </a:lvl8pPr>
            <a:lvl9pPr indent="0" lvl="8" marL="0" algn="r">
              <a:lnSpc>
                <a:spcPct val="100000"/>
              </a:lnSpc>
              <a:spcBef>
                <a:spcPts val="0"/>
              </a:spcBef>
              <a:spcAft>
                <a:spcPts val="0"/>
              </a:spcAft>
              <a:buClr>
                <a:schemeClr val="accent4"/>
              </a:buClr>
              <a:buSzPts val="1000"/>
              <a:buFont typeface="Arial"/>
              <a:buNone/>
              <a:defRPr sz="1000">
                <a:solidFill>
                  <a:schemeClr val="accent4"/>
                </a:solidFill>
              </a:defRPr>
            </a:lvl9pPr>
          </a:lstStyle>
          <a:p>
            <a:pPr indent="0" lvl="0" marL="0" rtl="0" algn="r">
              <a:spcBef>
                <a:spcPts val="0"/>
              </a:spcBef>
              <a:spcAft>
                <a:spcPts val="0"/>
              </a:spcAft>
              <a:buNone/>
            </a:pPr>
            <a:fld id="{00000000-1234-1234-1234-123412341234}" type="slidenum">
              <a:rPr lang="en"/>
              <a:t>‹#›</a:t>
            </a:fld>
            <a:endParaRPr sz="500">
              <a:solidFill>
                <a:srgbClr val="000000"/>
              </a:solidFill>
            </a:endParaRPr>
          </a:p>
        </p:txBody>
      </p:sp>
      <p:pic>
        <p:nvPicPr>
          <p:cNvPr descr="CwC Logo 550.svg" id="405" name="Google Shape;405;p51"/>
          <p:cNvPicPr preferRelativeResize="0"/>
          <p:nvPr/>
        </p:nvPicPr>
        <p:blipFill rotWithShape="1">
          <a:blip r:embed="rId2">
            <a:alphaModFix/>
          </a:blip>
          <a:srcRect b="0" l="0" r="0" t="0"/>
          <a:stretch/>
        </p:blipFill>
        <p:spPr>
          <a:xfrm>
            <a:off x="451937" y="4704232"/>
            <a:ext cx="1031485" cy="124054"/>
          </a:xfrm>
          <a:prstGeom prst="rect">
            <a:avLst/>
          </a:prstGeom>
          <a:noFill/>
          <a:ln>
            <a:noFill/>
          </a:ln>
        </p:spPr>
      </p:pic>
    </p:spTree>
  </p:cSld>
  <p:clrMapOvr>
    <a:masterClrMapping/>
  </p:clrMapOvr>
</p:sldLayout>
</file>

<file path=ppt/slideLayouts/slideLayout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ide body" showMasterSp="0">
  <p:cSld name="Title, side body">
    <p:spTree>
      <p:nvGrpSpPr>
        <p:cNvPr id="406" name="Shape 406"/>
        <p:cNvGrpSpPr/>
        <p:nvPr/>
      </p:nvGrpSpPr>
      <p:grpSpPr>
        <a:xfrm>
          <a:off x="0" y="0"/>
          <a:ext cx="0" cy="0"/>
          <a:chOff x="0" y="0"/>
          <a:chExt cx="0" cy="0"/>
        </a:xfrm>
      </p:grpSpPr>
      <p:sp>
        <p:nvSpPr>
          <p:cNvPr id="407" name="Google Shape;407;p52"/>
          <p:cNvSpPr txBox="1"/>
          <p:nvPr>
            <p:ph type="title"/>
          </p:nvPr>
        </p:nvSpPr>
        <p:spPr>
          <a:xfrm>
            <a:off x="455775" y="375926"/>
            <a:ext cx="2669700" cy="3313200"/>
          </a:xfrm>
          <a:prstGeom prst="rect">
            <a:avLst/>
          </a:prstGeom>
          <a:noFill/>
          <a:ln>
            <a:noFill/>
          </a:ln>
        </p:spPr>
        <p:txBody>
          <a:bodyPr anchorCtr="0" anchor="t" bIns="0" lIns="0" spcFirstLastPara="1" rIns="0" wrap="square" tIns="0">
            <a:normAutofit/>
          </a:bodyPr>
          <a:lstStyle>
            <a:lvl1pPr lvl="0" algn="l">
              <a:lnSpc>
                <a:spcPct val="100000"/>
              </a:lnSpc>
              <a:spcBef>
                <a:spcPts val="0"/>
              </a:spcBef>
              <a:spcAft>
                <a:spcPts val="0"/>
              </a:spcAft>
              <a:buClr>
                <a:srgbClr val="131312"/>
              </a:buClr>
              <a:buSzPts val="700"/>
              <a:buNone/>
              <a:defRPr/>
            </a:lvl1pPr>
            <a:lvl2pPr lvl="1" algn="l">
              <a:lnSpc>
                <a:spcPct val="100000"/>
              </a:lnSpc>
              <a:spcBef>
                <a:spcPts val="0"/>
              </a:spcBef>
              <a:spcAft>
                <a:spcPts val="0"/>
              </a:spcAft>
              <a:buClr>
                <a:srgbClr val="131312"/>
              </a:buClr>
              <a:buSzPts val="700"/>
              <a:buNone/>
              <a:defRPr/>
            </a:lvl2pPr>
            <a:lvl3pPr lvl="2" algn="l">
              <a:lnSpc>
                <a:spcPct val="100000"/>
              </a:lnSpc>
              <a:spcBef>
                <a:spcPts val="0"/>
              </a:spcBef>
              <a:spcAft>
                <a:spcPts val="0"/>
              </a:spcAft>
              <a:buClr>
                <a:srgbClr val="131312"/>
              </a:buClr>
              <a:buSzPts val="700"/>
              <a:buNone/>
              <a:defRPr/>
            </a:lvl3pPr>
            <a:lvl4pPr lvl="3" algn="l">
              <a:lnSpc>
                <a:spcPct val="100000"/>
              </a:lnSpc>
              <a:spcBef>
                <a:spcPts val="0"/>
              </a:spcBef>
              <a:spcAft>
                <a:spcPts val="0"/>
              </a:spcAft>
              <a:buClr>
                <a:srgbClr val="131312"/>
              </a:buClr>
              <a:buSzPts val="700"/>
              <a:buNone/>
              <a:defRPr/>
            </a:lvl4pPr>
            <a:lvl5pPr lvl="4" algn="l">
              <a:lnSpc>
                <a:spcPct val="100000"/>
              </a:lnSpc>
              <a:spcBef>
                <a:spcPts val="0"/>
              </a:spcBef>
              <a:spcAft>
                <a:spcPts val="0"/>
              </a:spcAft>
              <a:buClr>
                <a:srgbClr val="131312"/>
              </a:buClr>
              <a:buSzPts val="700"/>
              <a:buNone/>
              <a:defRPr/>
            </a:lvl5pPr>
            <a:lvl6pPr lvl="5" algn="l">
              <a:lnSpc>
                <a:spcPct val="100000"/>
              </a:lnSpc>
              <a:spcBef>
                <a:spcPts val="0"/>
              </a:spcBef>
              <a:spcAft>
                <a:spcPts val="0"/>
              </a:spcAft>
              <a:buClr>
                <a:srgbClr val="131312"/>
              </a:buClr>
              <a:buSzPts val="700"/>
              <a:buNone/>
              <a:defRPr/>
            </a:lvl6pPr>
            <a:lvl7pPr lvl="6" algn="l">
              <a:lnSpc>
                <a:spcPct val="100000"/>
              </a:lnSpc>
              <a:spcBef>
                <a:spcPts val="0"/>
              </a:spcBef>
              <a:spcAft>
                <a:spcPts val="0"/>
              </a:spcAft>
              <a:buClr>
                <a:srgbClr val="131312"/>
              </a:buClr>
              <a:buSzPts val="700"/>
              <a:buNone/>
              <a:defRPr/>
            </a:lvl7pPr>
            <a:lvl8pPr lvl="7" algn="l">
              <a:lnSpc>
                <a:spcPct val="100000"/>
              </a:lnSpc>
              <a:spcBef>
                <a:spcPts val="0"/>
              </a:spcBef>
              <a:spcAft>
                <a:spcPts val="0"/>
              </a:spcAft>
              <a:buClr>
                <a:srgbClr val="131312"/>
              </a:buClr>
              <a:buSzPts val="700"/>
              <a:buNone/>
              <a:defRPr/>
            </a:lvl8pPr>
            <a:lvl9pPr lvl="8" algn="l">
              <a:lnSpc>
                <a:spcPct val="100000"/>
              </a:lnSpc>
              <a:spcBef>
                <a:spcPts val="0"/>
              </a:spcBef>
              <a:spcAft>
                <a:spcPts val="0"/>
              </a:spcAft>
              <a:buClr>
                <a:srgbClr val="131312"/>
              </a:buClr>
              <a:buSzPts val="700"/>
              <a:buNone/>
              <a:defRPr/>
            </a:lvl9pPr>
          </a:lstStyle>
          <a:p/>
        </p:txBody>
      </p:sp>
      <p:sp>
        <p:nvSpPr>
          <p:cNvPr id="408" name="Google Shape;408;p52"/>
          <p:cNvSpPr txBox="1"/>
          <p:nvPr>
            <p:ph idx="1" type="body"/>
          </p:nvPr>
        </p:nvSpPr>
        <p:spPr>
          <a:xfrm>
            <a:off x="3249775" y="465672"/>
            <a:ext cx="5442600" cy="3882600"/>
          </a:xfrm>
          <a:prstGeom prst="rect">
            <a:avLst/>
          </a:prstGeom>
          <a:noFill/>
          <a:ln>
            <a:noFill/>
          </a:ln>
        </p:spPr>
        <p:txBody>
          <a:bodyPr anchorCtr="0" anchor="t" bIns="0" lIns="0" spcFirstLastPara="1" rIns="0" wrap="square" tIns="0">
            <a:normAutofit/>
          </a:bodyPr>
          <a:lstStyle>
            <a:lvl1pPr indent="-247650" lvl="0" marL="457200" algn="l">
              <a:lnSpc>
                <a:spcPct val="110000"/>
              </a:lnSpc>
              <a:spcBef>
                <a:spcPts val="200"/>
              </a:spcBef>
              <a:spcAft>
                <a:spcPts val="0"/>
              </a:spcAft>
              <a:buClr>
                <a:srgbClr val="131312"/>
              </a:buClr>
              <a:buSzPts val="300"/>
              <a:buChar char="•"/>
              <a:defRPr/>
            </a:lvl1pPr>
            <a:lvl2pPr indent="-247650" lvl="1" marL="914400" algn="l">
              <a:lnSpc>
                <a:spcPct val="110000"/>
              </a:lnSpc>
              <a:spcBef>
                <a:spcPts val="200"/>
              </a:spcBef>
              <a:spcAft>
                <a:spcPts val="0"/>
              </a:spcAft>
              <a:buClr>
                <a:srgbClr val="131312"/>
              </a:buClr>
              <a:buSzPts val="300"/>
              <a:buChar char="•"/>
              <a:defRPr/>
            </a:lvl2pPr>
            <a:lvl3pPr indent="-247650" lvl="2" marL="1371600" algn="l">
              <a:lnSpc>
                <a:spcPct val="110000"/>
              </a:lnSpc>
              <a:spcBef>
                <a:spcPts val="200"/>
              </a:spcBef>
              <a:spcAft>
                <a:spcPts val="0"/>
              </a:spcAft>
              <a:buClr>
                <a:srgbClr val="131312"/>
              </a:buClr>
              <a:buSzPts val="300"/>
              <a:buChar char="•"/>
              <a:defRPr/>
            </a:lvl3pPr>
            <a:lvl4pPr indent="-247650" lvl="3" marL="1828800" algn="l">
              <a:lnSpc>
                <a:spcPct val="110000"/>
              </a:lnSpc>
              <a:spcBef>
                <a:spcPts val="200"/>
              </a:spcBef>
              <a:spcAft>
                <a:spcPts val="0"/>
              </a:spcAft>
              <a:buClr>
                <a:srgbClr val="131312"/>
              </a:buClr>
              <a:buSzPts val="300"/>
              <a:buChar char="•"/>
              <a:defRPr/>
            </a:lvl4pPr>
            <a:lvl5pPr indent="-247650" lvl="4" marL="2286000" algn="l">
              <a:lnSpc>
                <a:spcPct val="110000"/>
              </a:lnSpc>
              <a:spcBef>
                <a:spcPts val="200"/>
              </a:spcBef>
              <a:spcAft>
                <a:spcPts val="0"/>
              </a:spcAft>
              <a:buClr>
                <a:srgbClr val="131312"/>
              </a:buClr>
              <a:buSzPts val="300"/>
              <a:buChar char="•"/>
              <a:defRPr/>
            </a:lvl5pPr>
            <a:lvl6pPr indent="-323850" lvl="5" marL="2743200" algn="l">
              <a:lnSpc>
                <a:spcPct val="110000"/>
              </a:lnSpc>
              <a:spcBef>
                <a:spcPts val="200"/>
              </a:spcBef>
              <a:spcAft>
                <a:spcPts val="0"/>
              </a:spcAft>
              <a:buSzPts val="1500"/>
              <a:buChar char="■"/>
              <a:defRPr/>
            </a:lvl6pPr>
            <a:lvl7pPr indent="-323850" lvl="6" marL="3200400" algn="l">
              <a:lnSpc>
                <a:spcPct val="110000"/>
              </a:lnSpc>
              <a:spcBef>
                <a:spcPts val="200"/>
              </a:spcBef>
              <a:spcAft>
                <a:spcPts val="0"/>
              </a:spcAft>
              <a:buSzPts val="1500"/>
              <a:buChar char="●"/>
              <a:defRPr/>
            </a:lvl7pPr>
            <a:lvl8pPr indent="-323850" lvl="7" marL="3657600" algn="l">
              <a:lnSpc>
                <a:spcPct val="110000"/>
              </a:lnSpc>
              <a:spcBef>
                <a:spcPts val="200"/>
              </a:spcBef>
              <a:spcAft>
                <a:spcPts val="0"/>
              </a:spcAft>
              <a:buSzPts val="1500"/>
              <a:buChar char="○"/>
              <a:defRPr/>
            </a:lvl8pPr>
            <a:lvl9pPr indent="-323850" lvl="8" marL="4114800" algn="l">
              <a:lnSpc>
                <a:spcPct val="110000"/>
              </a:lnSpc>
              <a:spcBef>
                <a:spcPts val="200"/>
              </a:spcBef>
              <a:spcAft>
                <a:spcPts val="0"/>
              </a:spcAft>
              <a:buSzPts val="1500"/>
              <a:buChar char="■"/>
              <a:defRPr/>
            </a:lvl9pPr>
          </a:lstStyle>
          <a:p/>
        </p:txBody>
      </p:sp>
      <p:sp>
        <p:nvSpPr>
          <p:cNvPr id="409" name="Google Shape;409;p52"/>
          <p:cNvSpPr txBox="1"/>
          <p:nvPr>
            <p:ph idx="12" type="sldNum"/>
          </p:nvPr>
        </p:nvSpPr>
        <p:spPr>
          <a:xfrm>
            <a:off x="8369300" y="4684480"/>
            <a:ext cx="317400" cy="153900"/>
          </a:xfrm>
          <a:prstGeom prst="rect">
            <a:avLst/>
          </a:prstGeom>
          <a:noFill/>
          <a:ln>
            <a:noFill/>
          </a:ln>
        </p:spPr>
        <p:txBody>
          <a:bodyPr anchorCtr="0" anchor="t" bIns="0" lIns="0" spcFirstLastPara="1" rIns="0" wrap="square" tIns="0">
            <a:spAutoFit/>
          </a:bodyPr>
          <a:lstStyle>
            <a:lvl1pPr indent="0" lvl="0" marL="0" algn="r">
              <a:lnSpc>
                <a:spcPct val="100000"/>
              </a:lnSpc>
              <a:spcBef>
                <a:spcPts val="0"/>
              </a:spcBef>
              <a:spcAft>
                <a:spcPts val="0"/>
              </a:spcAft>
              <a:buClr>
                <a:schemeClr val="accent4"/>
              </a:buClr>
              <a:buSzPts val="1000"/>
              <a:buFont typeface="Arial"/>
              <a:buNone/>
              <a:defRPr sz="1000">
                <a:solidFill>
                  <a:schemeClr val="accent4"/>
                </a:solidFill>
              </a:defRPr>
            </a:lvl1pPr>
            <a:lvl2pPr indent="0" lvl="1" marL="0" algn="r">
              <a:lnSpc>
                <a:spcPct val="100000"/>
              </a:lnSpc>
              <a:spcBef>
                <a:spcPts val="0"/>
              </a:spcBef>
              <a:spcAft>
                <a:spcPts val="0"/>
              </a:spcAft>
              <a:buClr>
                <a:schemeClr val="accent4"/>
              </a:buClr>
              <a:buSzPts val="1000"/>
              <a:buFont typeface="Arial"/>
              <a:buNone/>
              <a:defRPr sz="1000">
                <a:solidFill>
                  <a:schemeClr val="accent4"/>
                </a:solidFill>
              </a:defRPr>
            </a:lvl2pPr>
            <a:lvl3pPr indent="0" lvl="2" marL="0" algn="r">
              <a:lnSpc>
                <a:spcPct val="100000"/>
              </a:lnSpc>
              <a:spcBef>
                <a:spcPts val="0"/>
              </a:spcBef>
              <a:spcAft>
                <a:spcPts val="0"/>
              </a:spcAft>
              <a:buClr>
                <a:schemeClr val="accent4"/>
              </a:buClr>
              <a:buSzPts val="1000"/>
              <a:buFont typeface="Arial"/>
              <a:buNone/>
              <a:defRPr sz="1000">
                <a:solidFill>
                  <a:schemeClr val="accent4"/>
                </a:solidFill>
              </a:defRPr>
            </a:lvl3pPr>
            <a:lvl4pPr indent="0" lvl="3" marL="0" algn="r">
              <a:lnSpc>
                <a:spcPct val="100000"/>
              </a:lnSpc>
              <a:spcBef>
                <a:spcPts val="0"/>
              </a:spcBef>
              <a:spcAft>
                <a:spcPts val="0"/>
              </a:spcAft>
              <a:buClr>
                <a:schemeClr val="accent4"/>
              </a:buClr>
              <a:buSzPts val="1000"/>
              <a:buFont typeface="Arial"/>
              <a:buNone/>
              <a:defRPr sz="1000">
                <a:solidFill>
                  <a:schemeClr val="accent4"/>
                </a:solidFill>
              </a:defRPr>
            </a:lvl4pPr>
            <a:lvl5pPr indent="0" lvl="4" marL="0" algn="r">
              <a:lnSpc>
                <a:spcPct val="100000"/>
              </a:lnSpc>
              <a:spcBef>
                <a:spcPts val="0"/>
              </a:spcBef>
              <a:spcAft>
                <a:spcPts val="0"/>
              </a:spcAft>
              <a:buClr>
                <a:schemeClr val="accent4"/>
              </a:buClr>
              <a:buSzPts val="1000"/>
              <a:buFont typeface="Arial"/>
              <a:buNone/>
              <a:defRPr sz="1000">
                <a:solidFill>
                  <a:schemeClr val="accent4"/>
                </a:solidFill>
              </a:defRPr>
            </a:lvl5pPr>
            <a:lvl6pPr indent="0" lvl="5" marL="0" algn="r">
              <a:lnSpc>
                <a:spcPct val="100000"/>
              </a:lnSpc>
              <a:spcBef>
                <a:spcPts val="0"/>
              </a:spcBef>
              <a:spcAft>
                <a:spcPts val="0"/>
              </a:spcAft>
              <a:buClr>
                <a:schemeClr val="accent4"/>
              </a:buClr>
              <a:buSzPts val="1000"/>
              <a:buFont typeface="Arial"/>
              <a:buNone/>
              <a:defRPr sz="1000">
                <a:solidFill>
                  <a:schemeClr val="accent4"/>
                </a:solidFill>
              </a:defRPr>
            </a:lvl6pPr>
            <a:lvl7pPr indent="0" lvl="6" marL="0" algn="r">
              <a:lnSpc>
                <a:spcPct val="100000"/>
              </a:lnSpc>
              <a:spcBef>
                <a:spcPts val="0"/>
              </a:spcBef>
              <a:spcAft>
                <a:spcPts val="0"/>
              </a:spcAft>
              <a:buClr>
                <a:schemeClr val="accent4"/>
              </a:buClr>
              <a:buSzPts val="1000"/>
              <a:buFont typeface="Arial"/>
              <a:buNone/>
              <a:defRPr sz="1000">
                <a:solidFill>
                  <a:schemeClr val="accent4"/>
                </a:solidFill>
              </a:defRPr>
            </a:lvl7pPr>
            <a:lvl8pPr indent="0" lvl="7" marL="0" algn="r">
              <a:lnSpc>
                <a:spcPct val="100000"/>
              </a:lnSpc>
              <a:spcBef>
                <a:spcPts val="0"/>
              </a:spcBef>
              <a:spcAft>
                <a:spcPts val="0"/>
              </a:spcAft>
              <a:buClr>
                <a:schemeClr val="accent4"/>
              </a:buClr>
              <a:buSzPts val="1000"/>
              <a:buFont typeface="Arial"/>
              <a:buNone/>
              <a:defRPr sz="1000">
                <a:solidFill>
                  <a:schemeClr val="accent4"/>
                </a:solidFill>
              </a:defRPr>
            </a:lvl8pPr>
            <a:lvl9pPr indent="0" lvl="8" marL="0" algn="r">
              <a:lnSpc>
                <a:spcPct val="100000"/>
              </a:lnSpc>
              <a:spcBef>
                <a:spcPts val="0"/>
              </a:spcBef>
              <a:spcAft>
                <a:spcPts val="0"/>
              </a:spcAft>
              <a:buClr>
                <a:schemeClr val="accent4"/>
              </a:buClr>
              <a:buSzPts val="1000"/>
              <a:buFont typeface="Arial"/>
              <a:buNone/>
              <a:defRPr sz="1000">
                <a:solidFill>
                  <a:schemeClr val="accent4"/>
                </a:solidFill>
              </a:defRPr>
            </a:lvl9pPr>
          </a:lstStyle>
          <a:p>
            <a:pPr indent="0" lvl="0" marL="0" rtl="0" algn="r">
              <a:spcBef>
                <a:spcPts val="0"/>
              </a:spcBef>
              <a:spcAft>
                <a:spcPts val="0"/>
              </a:spcAft>
              <a:buNone/>
            </a:pPr>
            <a:fld id="{00000000-1234-1234-1234-123412341234}" type="slidenum">
              <a:rPr lang="en"/>
              <a:t>‹#›</a:t>
            </a:fld>
            <a:endParaRPr sz="500">
              <a:solidFill>
                <a:srgbClr val="000000"/>
              </a:solidFill>
            </a:endParaRPr>
          </a:p>
        </p:txBody>
      </p:sp>
      <p:pic>
        <p:nvPicPr>
          <p:cNvPr descr="CwC Logo 550.svg" id="410" name="Google Shape;410;p52"/>
          <p:cNvPicPr preferRelativeResize="0"/>
          <p:nvPr/>
        </p:nvPicPr>
        <p:blipFill rotWithShape="1">
          <a:blip r:embed="rId2">
            <a:alphaModFix/>
          </a:blip>
          <a:srcRect b="0" l="0" r="0" t="0"/>
          <a:stretch/>
        </p:blipFill>
        <p:spPr>
          <a:xfrm>
            <a:off x="451937" y="4704232"/>
            <a:ext cx="1031485" cy="124054"/>
          </a:xfrm>
          <a:prstGeom prst="rect">
            <a:avLst/>
          </a:prstGeom>
          <a:noFill/>
          <a:ln>
            <a:noFill/>
          </a:ln>
        </p:spPr>
      </p:pic>
    </p:spTree>
  </p:cSld>
  <p:clrMapOvr>
    <a:masterClrMapping/>
  </p:clrMapOvr>
</p:sldLayout>
</file>

<file path=ppt/slideLayouts/slideLayout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p:cSld name="Title, body">
    <p:spTree>
      <p:nvGrpSpPr>
        <p:cNvPr id="411" name="Shape 411"/>
        <p:cNvGrpSpPr/>
        <p:nvPr/>
      </p:nvGrpSpPr>
      <p:grpSpPr>
        <a:xfrm>
          <a:off x="0" y="0"/>
          <a:ext cx="0" cy="0"/>
          <a:chOff x="0" y="0"/>
          <a:chExt cx="0" cy="0"/>
        </a:xfrm>
      </p:grpSpPr>
      <p:sp>
        <p:nvSpPr>
          <p:cNvPr id="412" name="Google Shape;412;p53"/>
          <p:cNvSpPr txBox="1"/>
          <p:nvPr>
            <p:ph type="title"/>
          </p:nvPr>
        </p:nvSpPr>
        <p:spPr>
          <a:xfrm>
            <a:off x="455775" y="375926"/>
            <a:ext cx="6831900" cy="808200"/>
          </a:xfrm>
          <a:prstGeom prst="rect">
            <a:avLst/>
          </a:prstGeom>
          <a:noFill/>
          <a:ln>
            <a:noFill/>
          </a:ln>
        </p:spPr>
        <p:txBody>
          <a:bodyPr anchorCtr="0" anchor="t" bIns="0" lIns="0" spcFirstLastPara="1" rIns="0" wrap="square" tIns="0">
            <a:normAutofit/>
          </a:bodyPr>
          <a:lstStyle>
            <a:lvl1pPr lvl="0" algn="l">
              <a:lnSpc>
                <a:spcPct val="100000"/>
              </a:lnSpc>
              <a:spcBef>
                <a:spcPts val="0"/>
              </a:spcBef>
              <a:spcAft>
                <a:spcPts val="0"/>
              </a:spcAft>
              <a:buClr>
                <a:srgbClr val="131312"/>
              </a:buClr>
              <a:buSzPts val="300"/>
              <a:buNone/>
              <a:defRPr sz="300"/>
            </a:lvl1pPr>
            <a:lvl2pPr lvl="1" algn="l">
              <a:lnSpc>
                <a:spcPct val="100000"/>
              </a:lnSpc>
              <a:spcBef>
                <a:spcPts val="0"/>
              </a:spcBef>
              <a:spcAft>
                <a:spcPts val="0"/>
              </a:spcAft>
              <a:buClr>
                <a:srgbClr val="131312"/>
              </a:buClr>
              <a:buSzPts val="300"/>
              <a:buNone/>
              <a:defRPr sz="300"/>
            </a:lvl2pPr>
            <a:lvl3pPr lvl="2" algn="l">
              <a:lnSpc>
                <a:spcPct val="100000"/>
              </a:lnSpc>
              <a:spcBef>
                <a:spcPts val="0"/>
              </a:spcBef>
              <a:spcAft>
                <a:spcPts val="0"/>
              </a:spcAft>
              <a:buClr>
                <a:srgbClr val="131312"/>
              </a:buClr>
              <a:buSzPts val="300"/>
              <a:buNone/>
              <a:defRPr sz="300"/>
            </a:lvl3pPr>
            <a:lvl4pPr lvl="3" algn="l">
              <a:lnSpc>
                <a:spcPct val="100000"/>
              </a:lnSpc>
              <a:spcBef>
                <a:spcPts val="0"/>
              </a:spcBef>
              <a:spcAft>
                <a:spcPts val="0"/>
              </a:spcAft>
              <a:buClr>
                <a:srgbClr val="131312"/>
              </a:buClr>
              <a:buSzPts val="300"/>
              <a:buNone/>
              <a:defRPr sz="300"/>
            </a:lvl4pPr>
            <a:lvl5pPr lvl="4" algn="l">
              <a:lnSpc>
                <a:spcPct val="100000"/>
              </a:lnSpc>
              <a:spcBef>
                <a:spcPts val="0"/>
              </a:spcBef>
              <a:spcAft>
                <a:spcPts val="0"/>
              </a:spcAft>
              <a:buClr>
                <a:srgbClr val="131312"/>
              </a:buClr>
              <a:buSzPts val="300"/>
              <a:buNone/>
              <a:defRPr sz="300"/>
            </a:lvl5pPr>
            <a:lvl6pPr lvl="5" algn="l">
              <a:lnSpc>
                <a:spcPct val="100000"/>
              </a:lnSpc>
              <a:spcBef>
                <a:spcPts val="0"/>
              </a:spcBef>
              <a:spcAft>
                <a:spcPts val="0"/>
              </a:spcAft>
              <a:buClr>
                <a:srgbClr val="131312"/>
              </a:buClr>
              <a:buSzPts val="300"/>
              <a:buNone/>
              <a:defRPr sz="300"/>
            </a:lvl6pPr>
            <a:lvl7pPr lvl="6" algn="l">
              <a:lnSpc>
                <a:spcPct val="100000"/>
              </a:lnSpc>
              <a:spcBef>
                <a:spcPts val="0"/>
              </a:spcBef>
              <a:spcAft>
                <a:spcPts val="0"/>
              </a:spcAft>
              <a:buClr>
                <a:srgbClr val="131312"/>
              </a:buClr>
              <a:buSzPts val="300"/>
              <a:buNone/>
              <a:defRPr sz="300"/>
            </a:lvl7pPr>
            <a:lvl8pPr lvl="7" algn="l">
              <a:lnSpc>
                <a:spcPct val="100000"/>
              </a:lnSpc>
              <a:spcBef>
                <a:spcPts val="0"/>
              </a:spcBef>
              <a:spcAft>
                <a:spcPts val="0"/>
              </a:spcAft>
              <a:buClr>
                <a:srgbClr val="131312"/>
              </a:buClr>
              <a:buSzPts val="300"/>
              <a:buNone/>
              <a:defRPr sz="300"/>
            </a:lvl8pPr>
            <a:lvl9pPr lvl="8" algn="l">
              <a:lnSpc>
                <a:spcPct val="100000"/>
              </a:lnSpc>
              <a:spcBef>
                <a:spcPts val="0"/>
              </a:spcBef>
              <a:spcAft>
                <a:spcPts val="0"/>
              </a:spcAft>
              <a:buClr>
                <a:srgbClr val="131312"/>
              </a:buClr>
              <a:buSzPts val="300"/>
              <a:buNone/>
              <a:defRPr sz="300"/>
            </a:lvl9pPr>
          </a:lstStyle>
          <a:p/>
        </p:txBody>
      </p:sp>
      <p:sp>
        <p:nvSpPr>
          <p:cNvPr id="413" name="Google Shape;413;p53"/>
          <p:cNvSpPr txBox="1"/>
          <p:nvPr>
            <p:ph idx="1" type="body"/>
          </p:nvPr>
        </p:nvSpPr>
        <p:spPr>
          <a:xfrm>
            <a:off x="455775" y="1371605"/>
            <a:ext cx="6831900" cy="2831700"/>
          </a:xfrm>
          <a:prstGeom prst="rect">
            <a:avLst/>
          </a:prstGeom>
          <a:noFill/>
          <a:ln>
            <a:noFill/>
          </a:ln>
        </p:spPr>
        <p:txBody>
          <a:bodyPr anchorCtr="0" anchor="t" bIns="0" lIns="0" spcFirstLastPara="1" rIns="0" wrap="square" tIns="0">
            <a:normAutofit/>
          </a:bodyPr>
          <a:lstStyle>
            <a:lvl1pPr indent="-241300" lvl="0" marL="457200" algn="l">
              <a:lnSpc>
                <a:spcPct val="110000"/>
              </a:lnSpc>
              <a:spcBef>
                <a:spcPts val="200"/>
              </a:spcBef>
              <a:spcAft>
                <a:spcPts val="0"/>
              </a:spcAft>
              <a:buClr>
                <a:srgbClr val="131312"/>
              </a:buClr>
              <a:buSzPts val="200"/>
              <a:buChar char="•"/>
              <a:defRPr sz="300"/>
            </a:lvl1pPr>
            <a:lvl2pPr indent="-234950" lvl="1" marL="914400" algn="l">
              <a:lnSpc>
                <a:spcPct val="110000"/>
              </a:lnSpc>
              <a:spcBef>
                <a:spcPts val="200"/>
              </a:spcBef>
              <a:spcAft>
                <a:spcPts val="0"/>
              </a:spcAft>
              <a:buClr>
                <a:srgbClr val="131312"/>
              </a:buClr>
              <a:buSzPts val="100"/>
              <a:buChar char="•"/>
              <a:defRPr sz="300"/>
            </a:lvl2pPr>
            <a:lvl3pPr indent="-234950" lvl="2" marL="1371600" algn="l">
              <a:lnSpc>
                <a:spcPct val="110000"/>
              </a:lnSpc>
              <a:spcBef>
                <a:spcPts val="200"/>
              </a:spcBef>
              <a:spcAft>
                <a:spcPts val="0"/>
              </a:spcAft>
              <a:buClr>
                <a:srgbClr val="131312"/>
              </a:buClr>
              <a:buSzPts val="100"/>
              <a:buChar char="•"/>
              <a:defRPr sz="300"/>
            </a:lvl3pPr>
            <a:lvl4pPr indent="-234950" lvl="3" marL="1828800" algn="l">
              <a:lnSpc>
                <a:spcPct val="110000"/>
              </a:lnSpc>
              <a:spcBef>
                <a:spcPts val="200"/>
              </a:spcBef>
              <a:spcAft>
                <a:spcPts val="0"/>
              </a:spcAft>
              <a:buClr>
                <a:srgbClr val="131312"/>
              </a:buClr>
              <a:buSzPts val="100"/>
              <a:buChar char="•"/>
              <a:defRPr sz="300"/>
            </a:lvl4pPr>
            <a:lvl5pPr indent="-234950" lvl="4" marL="2286000" algn="l">
              <a:lnSpc>
                <a:spcPct val="110000"/>
              </a:lnSpc>
              <a:spcBef>
                <a:spcPts val="200"/>
              </a:spcBef>
              <a:spcAft>
                <a:spcPts val="0"/>
              </a:spcAft>
              <a:buClr>
                <a:srgbClr val="131312"/>
              </a:buClr>
              <a:buSzPts val="100"/>
              <a:buChar char="•"/>
              <a:defRPr sz="300"/>
            </a:lvl5pPr>
            <a:lvl6pPr indent="-323850" lvl="5" marL="2743200" algn="l">
              <a:lnSpc>
                <a:spcPct val="110000"/>
              </a:lnSpc>
              <a:spcBef>
                <a:spcPts val="200"/>
              </a:spcBef>
              <a:spcAft>
                <a:spcPts val="0"/>
              </a:spcAft>
              <a:buSzPts val="1500"/>
              <a:buChar char="■"/>
              <a:defRPr sz="300"/>
            </a:lvl6pPr>
            <a:lvl7pPr indent="-323850" lvl="6" marL="3200400" algn="l">
              <a:lnSpc>
                <a:spcPct val="110000"/>
              </a:lnSpc>
              <a:spcBef>
                <a:spcPts val="200"/>
              </a:spcBef>
              <a:spcAft>
                <a:spcPts val="0"/>
              </a:spcAft>
              <a:buSzPts val="1500"/>
              <a:buChar char="●"/>
              <a:defRPr sz="300"/>
            </a:lvl7pPr>
            <a:lvl8pPr indent="-323850" lvl="7" marL="3657600" algn="l">
              <a:lnSpc>
                <a:spcPct val="110000"/>
              </a:lnSpc>
              <a:spcBef>
                <a:spcPts val="200"/>
              </a:spcBef>
              <a:spcAft>
                <a:spcPts val="0"/>
              </a:spcAft>
              <a:buSzPts val="1500"/>
              <a:buChar char="○"/>
              <a:defRPr sz="300"/>
            </a:lvl8pPr>
            <a:lvl9pPr indent="-323850" lvl="8" marL="4114800" algn="l">
              <a:lnSpc>
                <a:spcPct val="110000"/>
              </a:lnSpc>
              <a:spcBef>
                <a:spcPts val="200"/>
              </a:spcBef>
              <a:spcAft>
                <a:spcPts val="0"/>
              </a:spcAft>
              <a:buSzPts val="1500"/>
              <a:buChar char="■"/>
              <a:defRPr sz="300"/>
            </a:lvl9pPr>
          </a:lstStyle>
          <a:p/>
        </p:txBody>
      </p:sp>
      <p:sp>
        <p:nvSpPr>
          <p:cNvPr id="414" name="Google Shape;414;p53"/>
          <p:cNvSpPr txBox="1"/>
          <p:nvPr>
            <p:ph idx="12" type="sldNum"/>
          </p:nvPr>
        </p:nvSpPr>
        <p:spPr>
          <a:xfrm>
            <a:off x="8369300" y="4684480"/>
            <a:ext cx="317400" cy="153900"/>
          </a:xfrm>
          <a:prstGeom prst="rect">
            <a:avLst/>
          </a:prstGeom>
          <a:noFill/>
          <a:ln>
            <a:noFill/>
          </a:ln>
        </p:spPr>
        <p:txBody>
          <a:bodyPr anchorCtr="0" anchor="t" bIns="0" lIns="0" spcFirstLastPara="1" rIns="0" wrap="square" tIns="0">
            <a:spAutoFit/>
          </a:bodyPr>
          <a:lstStyle>
            <a:lvl1pPr indent="0" lvl="0" marL="0" algn="r">
              <a:lnSpc>
                <a:spcPct val="100000"/>
              </a:lnSpc>
              <a:spcBef>
                <a:spcPts val="0"/>
              </a:spcBef>
              <a:spcAft>
                <a:spcPts val="0"/>
              </a:spcAft>
              <a:buClr>
                <a:schemeClr val="accent4"/>
              </a:buClr>
              <a:buSzPts val="1000"/>
              <a:buFont typeface="Poppins"/>
              <a:buNone/>
              <a:defRPr sz="1000">
                <a:solidFill>
                  <a:schemeClr val="accent4"/>
                </a:solidFill>
              </a:defRPr>
            </a:lvl1pPr>
            <a:lvl2pPr indent="0" lvl="1" marL="0" algn="r">
              <a:lnSpc>
                <a:spcPct val="100000"/>
              </a:lnSpc>
              <a:spcBef>
                <a:spcPts val="0"/>
              </a:spcBef>
              <a:spcAft>
                <a:spcPts val="0"/>
              </a:spcAft>
              <a:buClr>
                <a:schemeClr val="accent4"/>
              </a:buClr>
              <a:buSzPts val="1000"/>
              <a:buFont typeface="Poppins"/>
              <a:buNone/>
              <a:defRPr sz="1000">
                <a:solidFill>
                  <a:schemeClr val="accent4"/>
                </a:solidFill>
              </a:defRPr>
            </a:lvl2pPr>
            <a:lvl3pPr indent="0" lvl="2" marL="0" algn="r">
              <a:lnSpc>
                <a:spcPct val="100000"/>
              </a:lnSpc>
              <a:spcBef>
                <a:spcPts val="0"/>
              </a:spcBef>
              <a:spcAft>
                <a:spcPts val="0"/>
              </a:spcAft>
              <a:buClr>
                <a:schemeClr val="accent4"/>
              </a:buClr>
              <a:buSzPts val="1000"/>
              <a:buFont typeface="Poppins"/>
              <a:buNone/>
              <a:defRPr sz="1000">
                <a:solidFill>
                  <a:schemeClr val="accent4"/>
                </a:solidFill>
              </a:defRPr>
            </a:lvl3pPr>
            <a:lvl4pPr indent="0" lvl="3" marL="0" algn="r">
              <a:lnSpc>
                <a:spcPct val="100000"/>
              </a:lnSpc>
              <a:spcBef>
                <a:spcPts val="0"/>
              </a:spcBef>
              <a:spcAft>
                <a:spcPts val="0"/>
              </a:spcAft>
              <a:buClr>
                <a:schemeClr val="accent4"/>
              </a:buClr>
              <a:buSzPts val="1000"/>
              <a:buFont typeface="Poppins"/>
              <a:buNone/>
              <a:defRPr sz="1000">
                <a:solidFill>
                  <a:schemeClr val="accent4"/>
                </a:solidFill>
              </a:defRPr>
            </a:lvl4pPr>
            <a:lvl5pPr indent="0" lvl="4" marL="0" algn="r">
              <a:lnSpc>
                <a:spcPct val="100000"/>
              </a:lnSpc>
              <a:spcBef>
                <a:spcPts val="0"/>
              </a:spcBef>
              <a:spcAft>
                <a:spcPts val="0"/>
              </a:spcAft>
              <a:buClr>
                <a:schemeClr val="accent4"/>
              </a:buClr>
              <a:buSzPts val="1000"/>
              <a:buFont typeface="Poppins"/>
              <a:buNone/>
              <a:defRPr sz="1000">
                <a:solidFill>
                  <a:schemeClr val="accent4"/>
                </a:solidFill>
              </a:defRPr>
            </a:lvl5pPr>
            <a:lvl6pPr indent="0" lvl="5" marL="0" algn="r">
              <a:lnSpc>
                <a:spcPct val="100000"/>
              </a:lnSpc>
              <a:spcBef>
                <a:spcPts val="0"/>
              </a:spcBef>
              <a:spcAft>
                <a:spcPts val="0"/>
              </a:spcAft>
              <a:buClr>
                <a:schemeClr val="accent4"/>
              </a:buClr>
              <a:buSzPts val="1000"/>
              <a:buFont typeface="Poppins"/>
              <a:buNone/>
              <a:defRPr sz="1000">
                <a:solidFill>
                  <a:schemeClr val="accent4"/>
                </a:solidFill>
              </a:defRPr>
            </a:lvl6pPr>
            <a:lvl7pPr indent="0" lvl="6" marL="0" algn="r">
              <a:lnSpc>
                <a:spcPct val="100000"/>
              </a:lnSpc>
              <a:spcBef>
                <a:spcPts val="0"/>
              </a:spcBef>
              <a:spcAft>
                <a:spcPts val="0"/>
              </a:spcAft>
              <a:buClr>
                <a:schemeClr val="accent4"/>
              </a:buClr>
              <a:buSzPts val="1000"/>
              <a:buFont typeface="Poppins"/>
              <a:buNone/>
              <a:defRPr sz="1000">
                <a:solidFill>
                  <a:schemeClr val="accent4"/>
                </a:solidFill>
              </a:defRPr>
            </a:lvl7pPr>
            <a:lvl8pPr indent="0" lvl="7" marL="0" algn="r">
              <a:lnSpc>
                <a:spcPct val="100000"/>
              </a:lnSpc>
              <a:spcBef>
                <a:spcPts val="0"/>
              </a:spcBef>
              <a:spcAft>
                <a:spcPts val="0"/>
              </a:spcAft>
              <a:buClr>
                <a:schemeClr val="accent4"/>
              </a:buClr>
              <a:buSzPts val="1000"/>
              <a:buFont typeface="Poppins"/>
              <a:buNone/>
              <a:defRPr sz="1000">
                <a:solidFill>
                  <a:schemeClr val="accent4"/>
                </a:solidFill>
              </a:defRPr>
            </a:lvl8pPr>
            <a:lvl9pPr indent="0" lvl="8" marL="0" algn="r">
              <a:lnSpc>
                <a:spcPct val="100000"/>
              </a:lnSpc>
              <a:spcBef>
                <a:spcPts val="0"/>
              </a:spcBef>
              <a:spcAft>
                <a:spcPts val="0"/>
              </a:spcAft>
              <a:buClr>
                <a:schemeClr val="accent4"/>
              </a:buClr>
              <a:buSzPts val="1000"/>
              <a:buFont typeface="Poppins"/>
              <a:buNone/>
              <a:defRPr sz="1000">
                <a:solidFill>
                  <a:schemeClr val="accent4"/>
                </a:solidFill>
              </a:defRPr>
            </a:lvl9pPr>
          </a:lstStyle>
          <a:p>
            <a:pPr indent="0" lvl="0" marL="0" rtl="0" algn="r">
              <a:spcBef>
                <a:spcPts val="0"/>
              </a:spcBef>
              <a:spcAft>
                <a:spcPts val="0"/>
              </a:spcAft>
              <a:buNone/>
            </a:pPr>
            <a:fld id="{00000000-1234-1234-1234-123412341234}" type="slidenum">
              <a:rPr lang="en"/>
              <a:t>‹#›</a:t>
            </a:fld>
            <a:endParaRPr sz="300">
              <a:solidFill>
                <a:srgbClr val="000000"/>
              </a:solidFill>
            </a:endParaRPr>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3 col">
  <p:cSld name="Title, body, 3 col">
    <p:spTree>
      <p:nvGrpSpPr>
        <p:cNvPr id="415" name="Shape 415"/>
        <p:cNvGrpSpPr/>
        <p:nvPr/>
      </p:nvGrpSpPr>
      <p:grpSpPr>
        <a:xfrm>
          <a:off x="0" y="0"/>
          <a:ext cx="0" cy="0"/>
          <a:chOff x="0" y="0"/>
          <a:chExt cx="0" cy="0"/>
        </a:xfrm>
      </p:grpSpPr>
      <p:sp>
        <p:nvSpPr>
          <p:cNvPr id="416" name="Google Shape;416;p54"/>
          <p:cNvSpPr txBox="1"/>
          <p:nvPr>
            <p:ph type="title"/>
          </p:nvPr>
        </p:nvSpPr>
        <p:spPr>
          <a:xfrm>
            <a:off x="455775" y="375926"/>
            <a:ext cx="6831900" cy="808200"/>
          </a:xfrm>
          <a:prstGeom prst="rect">
            <a:avLst/>
          </a:prstGeom>
          <a:noFill/>
          <a:ln>
            <a:noFill/>
          </a:ln>
        </p:spPr>
        <p:txBody>
          <a:bodyPr anchorCtr="0" anchor="t" bIns="0" lIns="0" spcFirstLastPara="1" rIns="0" wrap="square" tIns="0">
            <a:normAutofit/>
          </a:bodyPr>
          <a:lstStyle>
            <a:lvl1pPr lvl="0" algn="l">
              <a:lnSpc>
                <a:spcPct val="100000"/>
              </a:lnSpc>
              <a:spcBef>
                <a:spcPts val="0"/>
              </a:spcBef>
              <a:spcAft>
                <a:spcPts val="0"/>
              </a:spcAft>
              <a:buClr>
                <a:srgbClr val="131312"/>
              </a:buClr>
              <a:buSzPts val="300"/>
              <a:buNone/>
              <a:defRPr sz="300"/>
            </a:lvl1pPr>
            <a:lvl2pPr lvl="1" algn="l">
              <a:lnSpc>
                <a:spcPct val="100000"/>
              </a:lnSpc>
              <a:spcBef>
                <a:spcPts val="0"/>
              </a:spcBef>
              <a:spcAft>
                <a:spcPts val="0"/>
              </a:spcAft>
              <a:buClr>
                <a:srgbClr val="131312"/>
              </a:buClr>
              <a:buSzPts val="300"/>
              <a:buNone/>
              <a:defRPr sz="300"/>
            </a:lvl2pPr>
            <a:lvl3pPr lvl="2" algn="l">
              <a:lnSpc>
                <a:spcPct val="100000"/>
              </a:lnSpc>
              <a:spcBef>
                <a:spcPts val="0"/>
              </a:spcBef>
              <a:spcAft>
                <a:spcPts val="0"/>
              </a:spcAft>
              <a:buClr>
                <a:srgbClr val="131312"/>
              </a:buClr>
              <a:buSzPts val="300"/>
              <a:buNone/>
              <a:defRPr sz="300"/>
            </a:lvl3pPr>
            <a:lvl4pPr lvl="3" algn="l">
              <a:lnSpc>
                <a:spcPct val="100000"/>
              </a:lnSpc>
              <a:spcBef>
                <a:spcPts val="0"/>
              </a:spcBef>
              <a:spcAft>
                <a:spcPts val="0"/>
              </a:spcAft>
              <a:buClr>
                <a:srgbClr val="131312"/>
              </a:buClr>
              <a:buSzPts val="300"/>
              <a:buNone/>
              <a:defRPr sz="300"/>
            </a:lvl4pPr>
            <a:lvl5pPr lvl="4" algn="l">
              <a:lnSpc>
                <a:spcPct val="100000"/>
              </a:lnSpc>
              <a:spcBef>
                <a:spcPts val="0"/>
              </a:spcBef>
              <a:spcAft>
                <a:spcPts val="0"/>
              </a:spcAft>
              <a:buClr>
                <a:srgbClr val="131312"/>
              </a:buClr>
              <a:buSzPts val="300"/>
              <a:buNone/>
              <a:defRPr sz="300"/>
            </a:lvl5pPr>
            <a:lvl6pPr lvl="5" algn="l">
              <a:lnSpc>
                <a:spcPct val="100000"/>
              </a:lnSpc>
              <a:spcBef>
                <a:spcPts val="0"/>
              </a:spcBef>
              <a:spcAft>
                <a:spcPts val="0"/>
              </a:spcAft>
              <a:buClr>
                <a:srgbClr val="131312"/>
              </a:buClr>
              <a:buSzPts val="300"/>
              <a:buNone/>
              <a:defRPr sz="300"/>
            </a:lvl6pPr>
            <a:lvl7pPr lvl="6" algn="l">
              <a:lnSpc>
                <a:spcPct val="100000"/>
              </a:lnSpc>
              <a:spcBef>
                <a:spcPts val="0"/>
              </a:spcBef>
              <a:spcAft>
                <a:spcPts val="0"/>
              </a:spcAft>
              <a:buClr>
                <a:srgbClr val="131312"/>
              </a:buClr>
              <a:buSzPts val="300"/>
              <a:buNone/>
              <a:defRPr sz="300"/>
            </a:lvl7pPr>
            <a:lvl8pPr lvl="7" algn="l">
              <a:lnSpc>
                <a:spcPct val="100000"/>
              </a:lnSpc>
              <a:spcBef>
                <a:spcPts val="0"/>
              </a:spcBef>
              <a:spcAft>
                <a:spcPts val="0"/>
              </a:spcAft>
              <a:buClr>
                <a:srgbClr val="131312"/>
              </a:buClr>
              <a:buSzPts val="300"/>
              <a:buNone/>
              <a:defRPr sz="300"/>
            </a:lvl8pPr>
            <a:lvl9pPr lvl="8" algn="l">
              <a:lnSpc>
                <a:spcPct val="100000"/>
              </a:lnSpc>
              <a:spcBef>
                <a:spcPts val="0"/>
              </a:spcBef>
              <a:spcAft>
                <a:spcPts val="0"/>
              </a:spcAft>
              <a:buClr>
                <a:srgbClr val="131312"/>
              </a:buClr>
              <a:buSzPts val="300"/>
              <a:buNone/>
              <a:defRPr sz="300"/>
            </a:lvl9pPr>
          </a:lstStyle>
          <a:p/>
        </p:txBody>
      </p:sp>
      <p:sp>
        <p:nvSpPr>
          <p:cNvPr id="417" name="Google Shape;417;p54"/>
          <p:cNvSpPr txBox="1"/>
          <p:nvPr>
            <p:ph idx="1" type="body"/>
          </p:nvPr>
        </p:nvSpPr>
        <p:spPr>
          <a:xfrm>
            <a:off x="455775" y="1371605"/>
            <a:ext cx="8232600" cy="2831700"/>
          </a:xfrm>
          <a:prstGeom prst="rect">
            <a:avLst/>
          </a:prstGeom>
          <a:noFill/>
          <a:ln>
            <a:noFill/>
          </a:ln>
        </p:spPr>
        <p:txBody>
          <a:bodyPr anchorCtr="0" anchor="t" bIns="0" lIns="0" spcFirstLastPara="1" rIns="0" wrap="square" tIns="0">
            <a:normAutofit/>
          </a:bodyPr>
          <a:lstStyle>
            <a:lvl1pPr indent="-241300" lvl="0" marL="457200" algn="l">
              <a:lnSpc>
                <a:spcPct val="110000"/>
              </a:lnSpc>
              <a:spcBef>
                <a:spcPts val="200"/>
              </a:spcBef>
              <a:spcAft>
                <a:spcPts val="0"/>
              </a:spcAft>
              <a:buClr>
                <a:srgbClr val="131312"/>
              </a:buClr>
              <a:buSzPts val="200"/>
              <a:buChar char="•"/>
              <a:defRPr sz="300"/>
            </a:lvl1pPr>
            <a:lvl2pPr indent="-234950" lvl="1" marL="914400" algn="l">
              <a:lnSpc>
                <a:spcPct val="110000"/>
              </a:lnSpc>
              <a:spcBef>
                <a:spcPts val="200"/>
              </a:spcBef>
              <a:spcAft>
                <a:spcPts val="0"/>
              </a:spcAft>
              <a:buClr>
                <a:srgbClr val="131312"/>
              </a:buClr>
              <a:buSzPts val="100"/>
              <a:buChar char="•"/>
              <a:defRPr sz="300"/>
            </a:lvl2pPr>
            <a:lvl3pPr indent="-234950" lvl="2" marL="1371600" algn="l">
              <a:lnSpc>
                <a:spcPct val="110000"/>
              </a:lnSpc>
              <a:spcBef>
                <a:spcPts val="200"/>
              </a:spcBef>
              <a:spcAft>
                <a:spcPts val="0"/>
              </a:spcAft>
              <a:buClr>
                <a:srgbClr val="131312"/>
              </a:buClr>
              <a:buSzPts val="100"/>
              <a:buChar char="•"/>
              <a:defRPr sz="300"/>
            </a:lvl3pPr>
            <a:lvl4pPr indent="-234950" lvl="3" marL="1828800" algn="l">
              <a:lnSpc>
                <a:spcPct val="110000"/>
              </a:lnSpc>
              <a:spcBef>
                <a:spcPts val="200"/>
              </a:spcBef>
              <a:spcAft>
                <a:spcPts val="0"/>
              </a:spcAft>
              <a:buClr>
                <a:srgbClr val="131312"/>
              </a:buClr>
              <a:buSzPts val="100"/>
              <a:buChar char="•"/>
              <a:defRPr sz="300"/>
            </a:lvl4pPr>
            <a:lvl5pPr indent="-234950" lvl="4" marL="2286000" algn="l">
              <a:lnSpc>
                <a:spcPct val="110000"/>
              </a:lnSpc>
              <a:spcBef>
                <a:spcPts val="200"/>
              </a:spcBef>
              <a:spcAft>
                <a:spcPts val="0"/>
              </a:spcAft>
              <a:buClr>
                <a:srgbClr val="131312"/>
              </a:buClr>
              <a:buSzPts val="100"/>
              <a:buChar char="•"/>
              <a:defRPr sz="300"/>
            </a:lvl5pPr>
            <a:lvl6pPr indent="-323850" lvl="5" marL="2743200" algn="l">
              <a:lnSpc>
                <a:spcPct val="110000"/>
              </a:lnSpc>
              <a:spcBef>
                <a:spcPts val="200"/>
              </a:spcBef>
              <a:spcAft>
                <a:spcPts val="0"/>
              </a:spcAft>
              <a:buSzPts val="1500"/>
              <a:buChar char="■"/>
              <a:defRPr sz="300"/>
            </a:lvl6pPr>
            <a:lvl7pPr indent="-323850" lvl="6" marL="3200400" algn="l">
              <a:lnSpc>
                <a:spcPct val="110000"/>
              </a:lnSpc>
              <a:spcBef>
                <a:spcPts val="200"/>
              </a:spcBef>
              <a:spcAft>
                <a:spcPts val="0"/>
              </a:spcAft>
              <a:buSzPts val="1500"/>
              <a:buChar char="●"/>
              <a:defRPr sz="300"/>
            </a:lvl7pPr>
            <a:lvl8pPr indent="-323850" lvl="7" marL="3657600" algn="l">
              <a:lnSpc>
                <a:spcPct val="110000"/>
              </a:lnSpc>
              <a:spcBef>
                <a:spcPts val="200"/>
              </a:spcBef>
              <a:spcAft>
                <a:spcPts val="0"/>
              </a:spcAft>
              <a:buSzPts val="1500"/>
              <a:buChar char="○"/>
              <a:defRPr sz="300"/>
            </a:lvl8pPr>
            <a:lvl9pPr indent="-323850" lvl="8" marL="4114800" algn="l">
              <a:lnSpc>
                <a:spcPct val="110000"/>
              </a:lnSpc>
              <a:spcBef>
                <a:spcPts val="200"/>
              </a:spcBef>
              <a:spcAft>
                <a:spcPts val="0"/>
              </a:spcAft>
              <a:buSzPts val="1500"/>
              <a:buChar char="■"/>
              <a:defRPr sz="300"/>
            </a:lvl9pPr>
          </a:lstStyle>
          <a:p/>
        </p:txBody>
      </p:sp>
      <p:sp>
        <p:nvSpPr>
          <p:cNvPr id="418" name="Google Shape;418;p54"/>
          <p:cNvSpPr txBox="1"/>
          <p:nvPr>
            <p:ph idx="12" type="sldNum"/>
          </p:nvPr>
        </p:nvSpPr>
        <p:spPr>
          <a:xfrm>
            <a:off x="8369300" y="4684480"/>
            <a:ext cx="317400" cy="153900"/>
          </a:xfrm>
          <a:prstGeom prst="rect">
            <a:avLst/>
          </a:prstGeom>
          <a:noFill/>
          <a:ln>
            <a:noFill/>
          </a:ln>
        </p:spPr>
        <p:txBody>
          <a:bodyPr anchorCtr="0" anchor="t" bIns="0" lIns="0" spcFirstLastPara="1" rIns="0" wrap="square" tIns="0">
            <a:spAutoFit/>
          </a:bodyPr>
          <a:lstStyle>
            <a:lvl1pPr indent="0" lvl="0" marL="0" algn="r">
              <a:lnSpc>
                <a:spcPct val="100000"/>
              </a:lnSpc>
              <a:spcBef>
                <a:spcPts val="0"/>
              </a:spcBef>
              <a:spcAft>
                <a:spcPts val="0"/>
              </a:spcAft>
              <a:buClr>
                <a:schemeClr val="accent4"/>
              </a:buClr>
              <a:buSzPts val="1000"/>
              <a:buFont typeface="Poppins"/>
              <a:buNone/>
              <a:defRPr sz="1000">
                <a:solidFill>
                  <a:schemeClr val="accent4"/>
                </a:solidFill>
              </a:defRPr>
            </a:lvl1pPr>
            <a:lvl2pPr indent="0" lvl="1" marL="0" algn="r">
              <a:lnSpc>
                <a:spcPct val="100000"/>
              </a:lnSpc>
              <a:spcBef>
                <a:spcPts val="0"/>
              </a:spcBef>
              <a:spcAft>
                <a:spcPts val="0"/>
              </a:spcAft>
              <a:buClr>
                <a:schemeClr val="accent4"/>
              </a:buClr>
              <a:buSzPts val="1000"/>
              <a:buFont typeface="Poppins"/>
              <a:buNone/>
              <a:defRPr sz="1000">
                <a:solidFill>
                  <a:schemeClr val="accent4"/>
                </a:solidFill>
              </a:defRPr>
            </a:lvl2pPr>
            <a:lvl3pPr indent="0" lvl="2" marL="0" algn="r">
              <a:lnSpc>
                <a:spcPct val="100000"/>
              </a:lnSpc>
              <a:spcBef>
                <a:spcPts val="0"/>
              </a:spcBef>
              <a:spcAft>
                <a:spcPts val="0"/>
              </a:spcAft>
              <a:buClr>
                <a:schemeClr val="accent4"/>
              </a:buClr>
              <a:buSzPts val="1000"/>
              <a:buFont typeface="Poppins"/>
              <a:buNone/>
              <a:defRPr sz="1000">
                <a:solidFill>
                  <a:schemeClr val="accent4"/>
                </a:solidFill>
              </a:defRPr>
            </a:lvl3pPr>
            <a:lvl4pPr indent="0" lvl="3" marL="0" algn="r">
              <a:lnSpc>
                <a:spcPct val="100000"/>
              </a:lnSpc>
              <a:spcBef>
                <a:spcPts val="0"/>
              </a:spcBef>
              <a:spcAft>
                <a:spcPts val="0"/>
              </a:spcAft>
              <a:buClr>
                <a:schemeClr val="accent4"/>
              </a:buClr>
              <a:buSzPts val="1000"/>
              <a:buFont typeface="Poppins"/>
              <a:buNone/>
              <a:defRPr sz="1000">
                <a:solidFill>
                  <a:schemeClr val="accent4"/>
                </a:solidFill>
              </a:defRPr>
            </a:lvl4pPr>
            <a:lvl5pPr indent="0" lvl="4" marL="0" algn="r">
              <a:lnSpc>
                <a:spcPct val="100000"/>
              </a:lnSpc>
              <a:spcBef>
                <a:spcPts val="0"/>
              </a:spcBef>
              <a:spcAft>
                <a:spcPts val="0"/>
              </a:spcAft>
              <a:buClr>
                <a:schemeClr val="accent4"/>
              </a:buClr>
              <a:buSzPts val="1000"/>
              <a:buFont typeface="Poppins"/>
              <a:buNone/>
              <a:defRPr sz="1000">
                <a:solidFill>
                  <a:schemeClr val="accent4"/>
                </a:solidFill>
              </a:defRPr>
            </a:lvl5pPr>
            <a:lvl6pPr indent="0" lvl="5" marL="0" algn="r">
              <a:lnSpc>
                <a:spcPct val="100000"/>
              </a:lnSpc>
              <a:spcBef>
                <a:spcPts val="0"/>
              </a:spcBef>
              <a:spcAft>
                <a:spcPts val="0"/>
              </a:spcAft>
              <a:buClr>
                <a:schemeClr val="accent4"/>
              </a:buClr>
              <a:buSzPts val="1000"/>
              <a:buFont typeface="Poppins"/>
              <a:buNone/>
              <a:defRPr sz="1000">
                <a:solidFill>
                  <a:schemeClr val="accent4"/>
                </a:solidFill>
              </a:defRPr>
            </a:lvl6pPr>
            <a:lvl7pPr indent="0" lvl="6" marL="0" algn="r">
              <a:lnSpc>
                <a:spcPct val="100000"/>
              </a:lnSpc>
              <a:spcBef>
                <a:spcPts val="0"/>
              </a:spcBef>
              <a:spcAft>
                <a:spcPts val="0"/>
              </a:spcAft>
              <a:buClr>
                <a:schemeClr val="accent4"/>
              </a:buClr>
              <a:buSzPts val="1000"/>
              <a:buFont typeface="Poppins"/>
              <a:buNone/>
              <a:defRPr sz="1000">
                <a:solidFill>
                  <a:schemeClr val="accent4"/>
                </a:solidFill>
              </a:defRPr>
            </a:lvl7pPr>
            <a:lvl8pPr indent="0" lvl="7" marL="0" algn="r">
              <a:lnSpc>
                <a:spcPct val="100000"/>
              </a:lnSpc>
              <a:spcBef>
                <a:spcPts val="0"/>
              </a:spcBef>
              <a:spcAft>
                <a:spcPts val="0"/>
              </a:spcAft>
              <a:buClr>
                <a:schemeClr val="accent4"/>
              </a:buClr>
              <a:buSzPts val="1000"/>
              <a:buFont typeface="Poppins"/>
              <a:buNone/>
              <a:defRPr sz="1000">
                <a:solidFill>
                  <a:schemeClr val="accent4"/>
                </a:solidFill>
              </a:defRPr>
            </a:lvl8pPr>
            <a:lvl9pPr indent="0" lvl="8" marL="0" algn="r">
              <a:lnSpc>
                <a:spcPct val="100000"/>
              </a:lnSpc>
              <a:spcBef>
                <a:spcPts val="0"/>
              </a:spcBef>
              <a:spcAft>
                <a:spcPts val="0"/>
              </a:spcAft>
              <a:buClr>
                <a:schemeClr val="accent4"/>
              </a:buClr>
              <a:buSzPts val="1000"/>
              <a:buFont typeface="Poppins"/>
              <a:buNone/>
              <a:defRPr sz="1000">
                <a:solidFill>
                  <a:schemeClr val="accent4"/>
                </a:solidFill>
              </a:defRPr>
            </a:lvl9pPr>
          </a:lstStyle>
          <a:p>
            <a:pPr indent="0" lvl="0" marL="0" rtl="0" algn="r">
              <a:spcBef>
                <a:spcPts val="0"/>
              </a:spcBef>
              <a:spcAft>
                <a:spcPts val="0"/>
              </a:spcAft>
              <a:buNone/>
            </a:pPr>
            <a:fld id="{00000000-1234-1234-1234-123412341234}" type="slidenum">
              <a:rPr lang="en"/>
              <a:t>‹#›</a:t>
            </a:fld>
            <a:endParaRPr sz="300">
              <a:solidFill>
                <a:srgbClr val="000000"/>
              </a:solidFill>
            </a:endParaRPr>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spTree>
      <p:nvGrpSpPr>
        <p:cNvPr id="419" name="Shape 419"/>
        <p:cNvGrpSpPr/>
        <p:nvPr/>
      </p:nvGrpSpPr>
      <p:grpSpPr>
        <a:xfrm>
          <a:off x="0" y="0"/>
          <a:ext cx="0" cy="0"/>
          <a:chOff x="0" y="0"/>
          <a:chExt cx="0" cy="0"/>
        </a:xfrm>
      </p:grpSpPr>
      <p:sp>
        <p:nvSpPr>
          <p:cNvPr id="420" name="Google Shape;420;p55"/>
          <p:cNvSpPr txBox="1"/>
          <p:nvPr>
            <p:ph type="title"/>
          </p:nvPr>
        </p:nvSpPr>
        <p:spPr>
          <a:xfrm>
            <a:off x="456825" y="374650"/>
            <a:ext cx="8230200" cy="815400"/>
          </a:xfrm>
          <a:prstGeom prst="rect">
            <a:avLst/>
          </a:prstGeom>
          <a:noFill/>
          <a:ln>
            <a:noFill/>
          </a:ln>
        </p:spPr>
        <p:txBody>
          <a:bodyPr anchorCtr="0" anchor="t" bIns="0" lIns="0" spcFirstLastPara="1" rIns="0" wrap="square" tIns="0">
            <a:normAutofit/>
          </a:bodyPr>
          <a:lstStyle>
            <a:lvl1pPr lvl="0" algn="l">
              <a:lnSpc>
                <a:spcPct val="100000"/>
              </a:lnSpc>
              <a:spcBef>
                <a:spcPts val="0"/>
              </a:spcBef>
              <a:spcAft>
                <a:spcPts val="0"/>
              </a:spcAft>
              <a:buClr>
                <a:srgbClr val="131312"/>
              </a:buClr>
              <a:buSzPts val="300"/>
              <a:buNone/>
              <a:defRPr/>
            </a:lvl1pPr>
            <a:lvl2pPr lvl="1" algn="l">
              <a:lnSpc>
                <a:spcPct val="100000"/>
              </a:lnSpc>
              <a:spcBef>
                <a:spcPts val="0"/>
              </a:spcBef>
              <a:spcAft>
                <a:spcPts val="0"/>
              </a:spcAft>
              <a:buClr>
                <a:srgbClr val="131312"/>
              </a:buClr>
              <a:buSzPts val="300"/>
              <a:buNone/>
              <a:defRPr/>
            </a:lvl2pPr>
            <a:lvl3pPr lvl="2" algn="l">
              <a:lnSpc>
                <a:spcPct val="100000"/>
              </a:lnSpc>
              <a:spcBef>
                <a:spcPts val="0"/>
              </a:spcBef>
              <a:spcAft>
                <a:spcPts val="0"/>
              </a:spcAft>
              <a:buClr>
                <a:srgbClr val="131312"/>
              </a:buClr>
              <a:buSzPts val="300"/>
              <a:buNone/>
              <a:defRPr/>
            </a:lvl3pPr>
            <a:lvl4pPr lvl="3" algn="l">
              <a:lnSpc>
                <a:spcPct val="100000"/>
              </a:lnSpc>
              <a:spcBef>
                <a:spcPts val="0"/>
              </a:spcBef>
              <a:spcAft>
                <a:spcPts val="0"/>
              </a:spcAft>
              <a:buClr>
                <a:srgbClr val="131312"/>
              </a:buClr>
              <a:buSzPts val="300"/>
              <a:buNone/>
              <a:defRPr/>
            </a:lvl4pPr>
            <a:lvl5pPr lvl="4" algn="l">
              <a:lnSpc>
                <a:spcPct val="100000"/>
              </a:lnSpc>
              <a:spcBef>
                <a:spcPts val="0"/>
              </a:spcBef>
              <a:spcAft>
                <a:spcPts val="0"/>
              </a:spcAft>
              <a:buClr>
                <a:srgbClr val="131312"/>
              </a:buClr>
              <a:buSzPts val="300"/>
              <a:buNone/>
              <a:defRPr/>
            </a:lvl5pPr>
            <a:lvl6pPr lvl="5" algn="l">
              <a:lnSpc>
                <a:spcPct val="100000"/>
              </a:lnSpc>
              <a:spcBef>
                <a:spcPts val="0"/>
              </a:spcBef>
              <a:spcAft>
                <a:spcPts val="0"/>
              </a:spcAft>
              <a:buClr>
                <a:srgbClr val="131312"/>
              </a:buClr>
              <a:buSzPts val="300"/>
              <a:buNone/>
              <a:defRPr/>
            </a:lvl6pPr>
            <a:lvl7pPr lvl="6" algn="l">
              <a:lnSpc>
                <a:spcPct val="100000"/>
              </a:lnSpc>
              <a:spcBef>
                <a:spcPts val="0"/>
              </a:spcBef>
              <a:spcAft>
                <a:spcPts val="0"/>
              </a:spcAft>
              <a:buClr>
                <a:srgbClr val="131312"/>
              </a:buClr>
              <a:buSzPts val="300"/>
              <a:buNone/>
              <a:defRPr/>
            </a:lvl7pPr>
            <a:lvl8pPr lvl="7" algn="l">
              <a:lnSpc>
                <a:spcPct val="100000"/>
              </a:lnSpc>
              <a:spcBef>
                <a:spcPts val="0"/>
              </a:spcBef>
              <a:spcAft>
                <a:spcPts val="0"/>
              </a:spcAft>
              <a:buClr>
                <a:srgbClr val="131312"/>
              </a:buClr>
              <a:buSzPts val="300"/>
              <a:buNone/>
              <a:defRPr/>
            </a:lvl8pPr>
            <a:lvl9pPr lvl="8" algn="l">
              <a:lnSpc>
                <a:spcPct val="100000"/>
              </a:lnSpc>
              <a:spcBef>
                <a:spcPts val="0"/>
              </a:spcBef>
              <a:spcAft>
                <a:spcPts val="0"/>
              </a:spcAft>
              <a:buClr>
                <a:srgbClr val="131312"/>
              </a:buClr>
              <a:buSzPts val="300"/>
              <a:buNone/>
              <a:defRPr/>
            </a:lvl9pPr>
          </a:lstStyle>
          <a:p/>
        </p:txBody>
      </p:sp>
      <p:sp>
        <p:nvSpPr>
          <p:cNvPr id="421" name="Google Shape;421;p55"/>
          <p:cNvSpPr txBox="1"/>
          <p:nvPr>
            <p:ph idx="12" type="sldNum"/>
          </p:nvPr>
        </p:nvSpPr>
        <p:spPr>
          <a:xfrm>
            <a:off x="8369300" y="4685182"/>
            <a:ext cx="317400" cy="153900"/>
          </a:xfrm>
          <a:prstGeom prst="rect">
            <a:avLst/>
          </a:prstGeom>
          <a:noFill/>
          <a:ln>
            <a:noFill/>
          </a:ln>
        </p:spPr>
        <p:txBody>
          <a:bodyPr anchorCtr="0" anchor="t" bIns="0" lIns="0" spcFirstLastPara="1" rIns="0" wrap="square" tIns="0">
            <a:spAutoFit/>
          </a:bodyPr>
          <a:lstStyle>
            <a:lvl1pPr indent="0" lvl="0" marL="0" algn="r">
              <a:lnSpc>
                <a:spcPct val="100000"/>
              </a:lnSpc>
              <a:spcBef>
                <a:spcPts val="0"/>
              </a:spcBef>
              <a:spcAft>
                <a:spcPts val="0"/>
              </a:spcAft>
              <a:buClr>
                <a:schemeClr val="accent4"/>
              </a:buClr>
              <a:buSzPts val="1000"/>
              <a:buFont typeface="Poppins"/>
              <a:buNone/>
              <a:defRPr sz="1000">
                <a:solidFill>
                  <a:schemeClr val="accent4"/>
                </a:solidFill>
              </a:defRPr>
            </a:lvl1pPr>
            <a:lvl2pPr indent="0" lvl="1" marL="0" algn="r">
              <a:lnSpc>
                <a:spcPct val="100000"/>
              </a:lnSpc>
              <a:spcBef>
                <a:spcPts val="0"/>
              </a:spcBef>
              <a:spcAft>
                <a:spcPts val="0"/>
              </a:spcAft>
              <a:buClr>
                <a:schemeClr val="accent4"/>
              </a:buClr>
              <a:buSzPts val="1000"/>
              <a:buFont typeface="Poppins"/>
              <a:buNone/>
              <a:defRPr sz="1000">
                <a:solidFill>
                  <a:schemeClr val="accent4"/>
                </a:solidFill>
              </a:defRPr>
            </a:lvl2pPr>
            <a:lvl3pPr indent="0" lvl="2" marL="0" algn="r">
              <a:lnSpc>
                <a:spcPct val="100000"/>
              </a:lnSpc>
              <a:spcBef>
                <a:spcPts val="0"/>
              </a:spcBef>
              <a:spcAft>
                <a:spcPts val="0"/>
              </a:spcAft>
              <a:buClr>
                <a:schemeClr val="accent4"/>
              </a:buClr>
              <a:buSzPts val="1000"/>
              <a:buFont typeface="Poppins"/>
              <a:buNone/>
              <a:defRPr sz="1000">
                <a:solidFill>
                  <a:schemeClr val="accent4"/>
                </a:solidFill>
              </a:defRPr>
            </a:lvl3pPr>
            <a:lvl4pPr indent="0" lvl="3" marL="0" algn="r">
              <a:lnSpc>
                <a:spcPct val="100000"/>
              </a:lnSpc>
              <a:spcBef>
                <a:spcPts val="0"/>
              </a:spcBef>
              <a:spcAft>
                <a:spcPts val="0"/>
              </a:spcAft>
              <a:buClr>
                <a:schemeClr val="accent4"/>
              </a:buClr>
              <a:buSzPts val="1000"/>
              <a:buFont typeface="Poppins"/>
              <a:buNone/>
              <a:defRPr sz="1000">
                <a:solidFill>
                  <a:schemeClr val="accent4"/>
                </a:solidFill>
              </a:defRPr>
            </a:lvl4pPr>
            <a:lvl5pPr indent="0" lvl="4" marL="0" algn="r">
              <a:lnSpc>
                <a:spcPct val="100000"/>
              </a:lnSpc>
              <a:spcBef>
                <a:spcPts val="0"/>
              </a:spcBef>
              <a:spcAft>
                <a:spcPts val="0"/>
              </a:spcAft>
              <a:buClr>
                <a:schemeClr val="accent4"/>
              </a:buClr>
              <a:buSzPts val="1000"/>
              <a:buFont typeface="Poppins"/>
              <a:buNone/>
              <a:defRPr sz="1000">
                <a:solidFill>
                  <a:schemeClr val="accent4"/>
                </a:solidFill>
              </a:defRPr>
            </a:lvl5pPr>
            <a:lvl6pPr indent="0" lvl="5" marL="0" algn="r">
              <a:lnSpc>
                <a:spcPct val="100000"/>
              </a:lnSpc>
              <a:spcBef>
                <a:spcPts val="0"/>
              </a:spcBef>
              <a:spcAft>
                <a:spcPts val="0"/>
              </a:spcAft>
              <a:buClr>
                <a:schemeClr val="accent4"/>
              </a:buClr>
              <a:buSzPts val="1000"/>
              <a:buFont typeface="Poppins"/>
              <a:buNone/>
              <a:defRPr sz="1000">
                <a:solidFill>
                  <a:schemeClr val="accent4"/>
                </a:solidFill>
              </a:defRPr>
            </a:lvl6pPr>
            <a:lvl7pPr indent="0" lvl="6" marL="0" algn="r">
              <a:lnSpc>
                <a:spcPct val="100000"/>
              </a:lnSpc>
              <a:spcBef>
                <a:spcPts val="0"/>
              </a:spcBef>
              <a:spcAft>
                <a:spcPts val="0"/>
              </a:spcAft>
              <a:buClr>
                <a:schemeClr val="accent4"/>
              </a:buClr>
              <a:buSzPts val="1000"/>
              <a:buFont typeface="Poppins"/>
              <a:buNone/>
              <a:defRPr sz="1000">
                <a:solidFill>
                  <a:schemeClr val="accent4"/>
                </a:solidFill>
              </a:defRPr>
            </a:lvl7pPr>
            <a:lvl8pPr indent="0" lvl="7" marL="0" algn="r">
              <a:lnSpc>
                <a:spcPct val="100000"/>
              </a:lnSpc>
              <a:spcBef>
                <a:spcPts val="0"/>
              </a:spcBef>
              <a:spcAft>
                <a:spcPts val="0"/>
              </a:spcAft>
              <a:buClr>
                <a:schemeClr val="accent4"/>
              </a:buClr>
              <a:buSzPts val="1000"/>
              <a:buFont typeface="Poppins"/>
              <a:buNone/>
              <a:defRPr sz="1000">
                <a:solidFill>
                  <a:schemeClr val="accent4"/>
                </a:solidFill>
              </a:defRPr>
            </a:lvl8pPr>
            <a:lvl9pPr indent="0" lvl="8" marL="0" algn="r">
              <a:lnSpc>
                <a:spcPct val="100000"/>
              </a:lnSpc>
              <a:spcBef>
                <a:spcPts val="0"/>
              </a:spcBef>
              <a:spcAft>
                <a:spcPts val="0"/>
              </a:spcAft>
              <a:buClr>
                <a:schemeClr val="accent4"/>
              </a:buClr>
              <a:buSzPts val="1000"/>
              <a:buFont typeface="Poppins"/>
              <a:buNone/>
              <a:defRPr sz="1000">
                <a:solidFill>
                  <a:schemeClr val="accent4"/>
                </a:solidFill>
              </a:defRPr>
            </a:lvl9pPr>
          </a:lstStyle>
          <a:p>
            <a:pPr indent="0" lvl="0" marL="0" rtl="0" algn="r">
              <a:spcBef>
                <a:spcPts val="0"/>
              </a:spcBef>
              <a:spcAft>
                <a:spcPts val="0"/>
              </a:spcAft>
              <a:buNone/>
            </a:pPr>
            <a:fld id="{00000000-1234-1234-1234-123412341234}" type="slidenum">
              <a:rPr lang="en"/>
              <a:t>‹#›</a:t>
            </a:fld>
            <a:endParaRPr sz="1400">
              <a:solidFill>
                <a:srgbClr val="000000"/>
              </a:solidFill>
            </a:endParaRPr>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2: Closing + Text 1">
  <p:cSld name="BLANK_2_1_2">
    <p:bg>
      <p:bgPr>
        <a:solidFill>
          <a:schemeClr val="dk1"/>
        </a:solidFill>
      </p:bgPr>
    </p:bg>
    <p:spTree>
      <p:nvGrpSpPr>
        <p:cNvPr id="422" name="Shape 422"/>
        <p:cNvGrpSpPr/>
        <p:nvPr/>
      </p:nvGrpSpPr>
      <p:grpSpPr>
        <a:xfrm>
          <a:off x="0" y="0"/>
          <a:ext cx="0" cy="0"/>
          <a:chOff x="0" y="0"/>
          <a:chExt cx="0" cy="0"/>
        </a:xfrm>
      </p:grpSpPr>
      <p:grpSp>
        <p:nvGrpSpPr>
          <p:cNvPr id="423" name="Google Shape;423;p56"/>
          <p:cNvGrpSpPr/>
          <p:nvPr/>
        </p:nvGrpSpPr>
        <p:grpSpPr>
          <a:xfrm>
            <a:off x="4106994" y="2785505"/>
            <a:ext cx="911230" cy="637994"/>
            <a:chOff x="238125" y="345525"/>
            <a:chExt cx="7107875" cy="4976550"/>
          </a:xfrm>
        </p:grpSpPr>
        <p:sp>
          <p:nvSpPr>
            <p:cNvPr id="424" name="Google Shape;424;p56"/>
            <p:cNvSpPr/>
            <p:nvPr/>
          </p:nvSpPr>
          <p:spPr>
            <a:xfrm>
              <a:off x="4275225" y="345525"/>
              <a:ext cx="3070775" cy="4976550"/>
            </a:xfrm>
            <a:custGeom>
              <a:rect b="b" l="l" r="r" t="t"/>
              <a:pathLst>
                <a:path extrusionOk="0" h="199062" w="122831">
                  <a:moveTo>
                    <a:pt x="0" y="0"/>
                  </a:moveTo>
                  <a:lnTo>
                    <a:pt x="79358" y="199061"/>
                  </a:lnTo>
                  <a:lnTo>
                    <a:pt x="122831" y="199061"/>
                  </a:lnTo>
                  <a:lnTo>
                    <a:pt x="43524" y="0"/>
                  </a:lnTo>
                  <a:close/>
                </a:path>
              </a:pathLst>
            </a:cu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endParaRPr>
            </a:p>
          </p:txBody>
        </p:sp>
        <p:sp>
          <p:nvSpPr>
            <p:cNvPr id="425" name="Google Shape;425;p56"/>
            <p:cNvSpPr/>
            <p:nvPr/>
          </p:nvSpPr>
          <p:spPr>
            <a:xfrm>
              <a:off x="238125" y="345525"/>
              <a:ext cx="5103425" cy="4976550"/>
            </a:xfrm>
            <a:custGeom>
              <a:rect b="b" l="l" r="r" t="t"/>
              <a:pathLst>
                <a:path extrusionOk="0" h="199062" w="204137">
                  <a:moveTo>
                    <a:pt x="102068" y="50342"/>
                  </a:moveTo>
                  <a:lnTo>
                    <a:pt x="129239" y="120267"/>
                  </a:lnTo>
                  <a:lnTo>
                    <a:pt x="74949" y="120267"/>
                  </a:lnTo>
                  <a:lnTo>
                    <a:pt x="102068" y="50342"/>
                  </a:lnTo>
                  <a:close/>
                  <a:moveTo>
                    <a:pt x="79307" y="0"/>
                  </a:moveTo>
                  <a:lnTo>
                    <a:pt x="0" y="199061"/>
                  </a:lnTo>
                  <a:lnTo>
                    <a:pt x="44344" y="199061"/>
                  </a:lnTo>
                  <a:lnTo>
                    <a:pt x="60595" y="157229"/>
                  </a:lnTo>
                  <a:lnTo>
                    <a:pt x="143593" y="157229"/>
                  </a:lnTo>
                  <a:lnTo>
                    <a:pt x="159792" y="199061"/>
                  </a:lnTo>
                  <a:lnTo>
                    <a:pt x="204136" y="199061"/>
                  </a:lnTo>
                  <a:lnTo>
                    <a:pt x="124830" y="0"/>
                  </a:lnTo>
                  <a:close/>
                </a:path>
              </a:pathLst>
            </a:cu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endParaRPr>
            </a:p>
          </p:txBody>
        </p:sp>
      </p:grpSp>
      <p:sp>
        <p:nvSpPr>
          <p:cNvPr id="426" name="Google Shape;426;p56"/>
          <p:cNvSpPr/>
          <p:nvPr/>
        </p:nvSpPr>
        <p:spPr>
          <a:xfrm>
            <a:off x="199950" y="4486200"/>
            <a:ext cx="8744100" cy="4002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ora"/>
              <a:ea typeface="Lora"/>
              <a:cs typeface="Lora"/>
              <a:sym typeface="Lora"/>
            </a:endParaRPr>
          </a:p>
        </p:txBody>
      </p:sp>
      <p:sp>
        <p:nvSpPr>
          <p:cNvPr id="427" name="Google Shape;427;p56"/>
          <p:cNvSpPr txBox="1"/>
          <p:nvPr>
            <p:ph type="title"/>
          </p:nvPr>
        </p:nvSpPr>
        <p:spPr>
          <a:xfrm>
            <a:off x="1161450" y="1720013"/>
            <a:ext cx="6821100" cy="768000"/>
          </a:xfrm>
          <a:prstGeom prst="rect">
            <a:avLst/>
          </a:prstGeom>
        </p:spPr>
        <p:txBody>
          <a:bodyPr anchorCtr="0" anchor="b" bIns="0" lIns="0" spcFirstLastPara="1" rIns="0" wrap="square" tIns="0">
            <a:noAutofit/>
          </a:bodyPr>
          <a:lstStyle>
            <a:lvl1pPr lvl="0" algn="ctr">
              <a:lnSpc>
                <a:spcPct val="90000"/>
              </a:lnSpc>
              <a:spcBef>
                <a:spcPts val="0"/>
              </a:spcBef>
              <a:spcAft>
                <a:spcPts val="0"/>
              </a:spcAft>
              <a:buClr>
                <a:schemeClr val="lt1"/>
              </a:buClr>
              <a:buSzPts val="4800"/>
              <a:buFont typeface="Lora"/>
              <a:buNone/>
              <a:defRPr sz="4800">
                <a:solidFill>
                  <a:schemeClr val="lt1"/>
                </a:solidFill>
                <a:latin typeface="Lora"/>
                <a:ea typeface="Lora"/>
                <a:cs typeface="Lora"/>
                <a:sym typeface="Lora"/>
              </a:defRPr>
            </a:lvl1pPr>
            <a:lvl2pPr lvl="1" algn="ctr">
              <a:lnSpc>
                <a:spcPct val="90000"/>
              </a:lnSpc>
              <a:spcBef>
                <a:spcPts val="0"/>
              </a:spcBef>
              <a:spcAft>
                <a:spcPts val="0"/>
              </a:spcAft>
              <a:buClr>
                <a:schemeClr val="lt1"/>
              </a:buClr>
              <a:buSzPts val="3800"/>
              <a:buFont typeface="Poppins SemiBold"/>
              <a:buNone/>
              <a:defRPr sz="3800">
                <a:solidFill>
                  <a:schemeClr val="lt1"/>
                </a:solidFill>
                <a:latin typeface="Poppins SemiBold"/>
                <a:ea typeface="Poppins SemiBold"/>
                <a:cs typeface="Poppins SemiBold"/>
                <a:sym typeface="Poppins SemiBold"/>
              </a:defRPr>
            </a:lvl2pPr>
            <a:lvl3pPr lvl="2" algn="ctr">
              <a:lnSpc>
                <a:spcPct val="90000"/>
              </a:lnSpc>
              <a:spcBef>
                <a:spcPts val="0"/>
              </a:spcBef>
              <a:spcAft>
                <a:spcPts val="0"/>
              </a:spcAft>
              <a:buClr>
                <a:schemeClr val="lt1"/>
              </a:buClr>
              <a:buSzPts val="3800"/>
              <a:buFont typeface="Poppins SemiBold"/>
              <a:buNone/>
              <a:defRPr sz="3800">
                <a:solidFill>
                  <a:schemeClr val="lt1"/>
                </a:solidFill>
                <a:latin typeface="Poppins SemiBold"/>
                <a:ea typeface="Poppins SemiBold"/>
                <a:cs typeface="Poppins SemiBold"/>
                <a:sym typeface="Poppins SemiBold"/>
              </a:defRPr>
            </a:lvl3pPr>
            <a:lvl4pPr lvl="3" algn="ctr">
              <a:lnSpc>
                <a:spcPct val="90000"/>
              </a:lnSpc>
              <a:spcBef>
                <a:spcPts val="0"/>
              </a:spcBef>
              <a:spcAft>
                <a:spcPts val="0"/>
              </a:spcAft>
              <a:buClr>
                <a:schemeClr val="lt1"/>
              </a:buClr>
              <a:buSzPts val="3800"/>
              <a:buFont typeface="Poppins SemiBold"/>
              <a:buNone/>
              <a:defRPr sz="3800">
                <a:solidFill>
                  <a:schemeClr val="lt1"/>
                </a:solidFill>
                <a:latin typeface="Poppins SemiBold"/>
                <a:ea typeface="Poppins SemiBold"/>
                <a:cs typeface="Poppins SemiBold"/>
                <a:sym typeface="Poppins SemiBold"/>
              </a:defRPr>
            </a:lvl4pPr>
            <a:lvl5pPr lvl="4" algn="ctr">
              <a:lnSpc>
                <a:spcPct val="90000"/>
              </a:lnSpc>
              <a:spcBef>
                <a:spcPts val="0"/>
              </a:spcBef>
              <a:spcAft>
                <a:spcPts val="0"/>
              </a:spcAft>
              <a:buClr>
                <a:schemeClr val="lt1"/>
              </a:buClr>
              <a:buSzPts val="3800"/>
              <a:buFont typeface="Poppins SemiBold"/>
              <a:buNone/>
              <a:defRPr sz="3800">
                <a:solidFill>
                  <a:schemeClr val="lt1"/>
                </a:solidFill>
                <a:latin typeface="Poppins SemiBold"/>
                <a:ea typeface="Poppins SemiBold"/>
                <a:cs typeface="Poppins SemiBold"/>
                <a:sym typeface="Poppins SemiBold"/>
              </a:defRPr>
            </a:lvl5pPr>
            <a:lvl6pPr lvl="5" algn="ctr">
              <a:lnSpc>
                <a:spcPct val="90000"/>
              </a:lnSpc>
              <a:spcBef>
                <a:spcPts val="0"/>
              </a:spcBef>
              <a:spcAft>
                <a:spcPts val="0"/>
              </a:spcAft>
              <a:buClr>
                <a:schemeClr val="lt1"/>
              </a:buClr>
              <a:buSzPts val="3800"/>
              <a:buFont typeface="Poppins SemiBold"/>
              <a:buNone/>
              <a:defRPr sz="3800">
                <a:solidFill>
                  <a:schemeClr val="lt1"/>
                </a:solidFill>
                <a:latin typeface="Poppins SemiBold"/>
                <a:ea typeface="Poppins SemiBold"/>
                <a:cs typeface="Poppins SemiBold"/>
                <a:sym typeface="Poppins SemiBold"/>
              </a:defRPr>
            </a:lvl6pPr>
            <a:lvl7pPr lvl="6" algn="ctr">
              <a:lnSpc>
                <a:spcPct val="90000"/>
              </a:lnSpc>
              <a:spcBef>
                <a:spcPts val="0"/>
              </a:spcBef>
              <a:spcAft>
                <a:spcPts val="0"/>
              </a:spcAft>
              <a:buClr>
                <a:schemeClr val="lt1"/>
              </a:buClr>
              <a:buSzPts val="3800"/>
              <a:buFont typeface="Poppins SemiBold"/>
              <a:buNone/>
              <a:defRPr sz="3800">
                <a:solidFill>
                  <a:schemeClr val="lt1"/>
                </a:solidFill>
                <a:latin typeface="Poppins SemiBold"/>
                <a:ea typeface="Poppins SemiBold"/>
                <a:cs typeface="Poppins SemiBold"/>
                <a:sym typeface="Poppins SemiBold"/>
              </a:defRPr>
            </a:lvl7pPr>
            <a:lvl8pPr lvl="7" algn="ctr">
              <a:lnSpc>
                <a:spcPct val="90000"/>
              </a:lnSpc>
              <a:spcBef>
                <a:spcPts val="0"/>
              </a:spcBef>
              <a:spcAft>
                <a:spcPts val="0"/>
              </a:spcAft>
              <a:buClr>
                <a:schemeClr val="lt1"/>
              </a:buClr>
              <a:buSzPts val="3800"/>
              <a:buFont typeface="Poppins SemiBold"/>
              <a:buNone/>
              <a:defRPr sz="3800">
                <a:solidFill>
                  <a:schemeClr val="lt1"/>
                </a:solidFill>
                <a:latin typeface="Poppins SemiBold"/>
                <a:ea typeface="Poppins SemiBold"/>
                <a:cs typeface="Poppins SemiBold"/>
                <a:sym typeface="Poppins SemiBold"/>
              </a:defRPr>
            </a:lvl8pPr>
            <a:lvl9pPr lvl="8" algn="ctr">
              <a:lnSpc>
                <a:spcPct val="90000"/>
              </a:lnSpc>
              <a:spcBef>
                <a:spcPts val="0"/>
              </a:spcBef>
              <a:spcAft>
                <a:spcPts val="0"/>
              </a:spcAft>
              <a:buClr>
                <a:schemeClr val="lt1"/>
              </a:buClr>
              <a:buSzPts val="3800"/>
              <a:buFont typeface="Poppins SemiBold"/>
              <a:buNone/>
              <a:defRPr sz="3800">
                <a:solidFill>
                  <a:schemeClr val="lt1"/>
                </a:solidFill>
                <a:latin typeface="Poppins SemiBold"/>
                <a:ea typeface="Poppins SemiBold"/>
                <a:cs typeface="Poppins SemiBold"/>
                <a:sym typeface="Poppins SemiBold"/>
              </a:defRPr>
            </a:lvl9pPr>
          </a:lstStyle>
          <a:p/>
        </p:txBody>
      </p:sp>
      <p:sp>
        <p:nvSpPr>
          <p:cNvPr id="428" name="Google Shape;428;p56"/>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algn="r">
              <a:buNone/>
              <a:defRPr sz="1300">
                <a:solidFill>
                  <a:schemeClr val="dk2"/>
                </a:solidFill>
                <a:latin typeface="Lora"/>
                <a:ea typeface="Lora"/>
                <a:cs typeface="Lora"/>
                <a:sym typeface="Lora"/>
              </a:defRPr>
            </a:lvl1pPr>
            <a:lvl2pPr lvl="1" algn="r">
              <a:buNone/>
              <a:defRPr sz="1300">
                <a:solidFill>
                  <a:schemeClr val="dk2"/>
                </a:solidFill>
                <a:latin typeface="Lora"/>
                <a:ea typeface="Lora"/>
                <a:cs typeface="Lora"/>
                <a:sym typeface="Lora"/>
              </a:defRPr>
            </a:lvl2pPr>
            <a:lvl3pPr lvl="2" algn="r">
              <a:buNone/>
              <a:defRPr sz="1300">
                <a:solidFill>
                  <a:schemeClr val="dk2"/>
                </a:solidFill>
                <a:latin typeface="Lora"/>
                <a:ea typeface="Lora"/>
                <a:cs typeface="Lora"/>
                <a:sym typeface="Lora"/>
              </a:defRPr>
            </a:lvl3pPr>
            <a:lvl4pPr lvl="3" algn="r">
              <a:buNone/>
              <a:defRPr sz="1300">
                <a:solidFill>
                  <a:schemeClr val="dk2"/>
                </a:solidFill>
                <a:latin typeface="Lora"/>
                <a:ea typeface="Lora"/>
                <a:cs typeface="Lora"/>
                <a:sym typeface="Lora"/>
              </a:defRPr>
            </a:lvl4pPr>
            <a:lvl5pPr lvl="4" algn="r">
              <a:buNone/>
              <a:defRPr sz="1300">
                <a:solidFill>
                  <a:schemeClr val="dk2"/>
                </a:solidFill>
                <a:latin typeface="Lora"/>
                <a:ea typeface="Lora"/>
                <a:cs typeface="Lora"/>
                <a:sym typeface="Lora"/>
              </a:defRPr>
            </a:lvl5pPr>
            <a:lvl6pPr lvl="5" algn="r">
              <a:buNone/>
              <a:defRPr sz="1300">
                <a:solidFill>
                  <a:schemeClr val="dk2"/>
                </a:solidFill>
                <a:latin typeface="Lora"/>
                <a:ea typeface="Lora"/>
                <a:cs typeface="Lora"/>
                <a:sym typeface="Lora"/>
              </a:defRPr>
            </a:lvl6pPr>
            <a:lvl7pPr lvl="6" algn="r">
              <a:buNone/>
              <a:defRPr sz="1300">
                <a:solidFill>
                  <a:schemeClr val="dk2"/>
                </a:solidFill>
                <a:latin typeface="Lora"/>
                <a:ea typeface="Lora"/>
                <a:cs typeface="Lora"/>
                <a:sym typeface="Lora"/>
              </a:defRPr>
            </a:lvl7pPr>
            <a:lvl8pPr lvl="7" algn="r">
              <a:buNone/>
              <a:defRPr sz="1300">
                <a:solidFill>
                  <a:schemeClr val="dk2"/>
                </a:solidFill>
                <a:latin typeface="Lora"/>
                <a:ea typeface="Lora"/>
                <a:cs typeface="Lora"/>
                <a:sym typeface="Lora"/>
              </a:defRPr>
            </a:lvl8pPr>
            <a:lvl9pPr lvl="8" algn="r">
              <a:buNone/>
              <a:defRPr sz="1300">
                <a:solidFill>
                  <a:schemeClr val="dk2"/>
                </a:solidFill>
                <a:latin typeface="Lora"/>
                <a:ea typeface="Lora"/>
                <a:cs typeface="Lora"/>
                <a:sym typeface="Lora"/>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40" Type="http://schemas.openxmlformats.org/officeDocument/2006/relationships/slideLayout" Target="../slideLayouts/slideLayout40.xml"/><Relationship Id="rId42" Type="http://schemas.openxmlformats.org/officeDocument/2006/relationships/slideLayout" Target="../slideLayouts/slideLayout42.xml"/><Relationship Id="rId41" Type="http://schemas.openxmlformats.org/officeDocument/2006/relationships/slideLayout" Target="../slideLayouts/slideLayout41.xml"/><Relationship Id="rId44" Type="http://schemas.openxmlformats.org/officeDocument/2006/relationships/slideLayout" Target="../slideLayouts/slideLayout44.xml"/><Relationship Id="rId43" Type="http://schemas.openxmlformats.org/officeDocument/2006/relationships/slideLayout" Target="../slideLayouts/slideLayout43.xml"/><Relationship Id="rId46" Type="http://schemas.openxmlformats.org/officeDocument/2006/relationships/slideLayout" Target="../slideLayouts/slideLayout46.xml"/><Relationship Id="rId45" Type="http://schemas.openxmlformats.org/officeDocument/2006/relationships/slideLayout" Target="../slideLayouts/slideLayout45.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48" Type="http://schemas.openxmlformats.org/officeDocument/2006/relationships/slideLayout" Target="../slideLayouts/slideLayout48.xml"/><Relationship Id="rId47" Type="http://schemas.openxmlformats.org/officeDocument/2006/relationships/slideLayout" Target="../slideLayouts/slideLayout47.xml"/><Relationship Id="rId49" Type="http://schemas.openxmlformats.org/officeDocument/2006/relationships/slideLayout" Target="../slideLayouts/slideLayout4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31" Type="http://schemas.openxmlformats.org/officeDocument/2006/relationships/slideLayout" Target="../slideLayouts/slideLayout31.xml"/><Relationship Id="rId30" Type="http://schemas.openxmlformats.org/officeDocument/2006/relationships/slideLayout" Target="../slideLayouts/slideLayout30.xml"/><Relationship Id="rId33" Type="http://schemas.openxmlformats.org/officeDocument/2006/relationships/slideLayout" Target="../slideLayouts/slideLayout33.xml"/><Relationship Id="rId32" Type="http://schemas.openxmlformats.org/officeDocument/2006/relationships/slideLayout" Target="../slideLayouts/slideLayout32.xml"/><Relationship Id="rId35" Type="http://schemas.openxmlformats.org/officeDocument/2006/relationships/slideLayout" Target="../slideLayouts/slideLayout35.xml"/><Relationship Id="rId34" Type="http://schemas.openxmlformats.org/officeDocument/2006/relationships/slideLayout" Target="../slideLayouts/slideLayout34.xml"/><Relationship Id="rId37" Type="http://schemas.openxmlformats.org/officeDocument/2006/relationships/slideLayout" Target="../slideLayouts/slideLayout37.xml"/><Relationship Id="rId36" Type="http://schemas.openxmlformats.org/officeDocument/2006/relationships/slideLayout" Target="../slideLayouts/slideLayout36.xml"/><Relationship Id="rId39" Type="http://schemas.openxmlformats.org/officeDocument/2006/relationships/slideLayout" Target="../slideLayouts/slideLayout39.xml"/><Relationship Id="rId38" Type="http://schemas.openxmlformats.org/officeDocument/2006/relationships/slideLayout" Target="../slideLayouts/slideLayout38.xml"/><Relationship Id="rId20" Type="http://schemas.openxmlformats.org/officeDocument/2006/relationships/slideLayout" Target="../slideLayouts/slideLayout20.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28" Type="http://schemas.openxmlformats.org/officeDocument/2006/relationships/slideLayout" Target="../slideLayouts/slideLayout28.xml"/><Relationship Id="rId27" Type="http://schemas.openxmlformats.org/officeDocument/2006/relationships/slideLayout" Target="../slideLayouts/slideLayout27.xml"/><Relationship Id="rId29" Type="http://schemas.openxmlformats.org/officeDocument/2006/relationships/slideLayout" Target="../slideLayouts/slideLayout29.xml"/><Relationship Id="rId51" Type="http://schemas.openxmlformats.org/officeDocument/2006/relationships/slideLayout" Target="../slideLayouts/slideLayout51.xml"/><Relationship Id="rId50" Type="http://schemas.openxmlformats.org/officeDocument/2006/relationships/slideLayout" Target="../slideLayouts/slideLayout50.xml"/><Relationship Id="rId53" Type="http://schemas.openxmlformats.org/officeDocument/2006/relationships/slideLayout" Target="../slideLayouts/slideLayout53.xml"/><Relationship Id="rId52" Type="http://schemas.openxmlformats.org/officeDocument/2006/relationships/slideLayout" Target="../slideLayouts/slideLayout52.xml"/><Relationship Id="rId11" Type="http://schemas.openxmlformats.org/officeDocument/2006/relationships/slideLayout" Target="../slideLayouts/slideLayout11.xml"/><Relationship Id="rId55" Type="http://schemas.openxmlformats.org/officeDocument/2006/relationships/slideLayout" Target="../slideLayouts/slideLayout55.xml"/><Relationship Id="rId10" Type="http://schemas.openxmlformats.org/officeDocument/2006/relationships/slideLayout" Target="../slideLayouts/slideLayout10.xml"/><Relationship Id="rId54" Type="http://schemas.openxmlformats.org/officeDocument/2006/relationships/slideLayout" Target="../slideLayouts/slideLayout5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56" Type="http://schemas.openxmlformats.org/officeDocument/2006/relationships/theme" Target="../theme/theme1.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grpSp>
        <p:nvGrpSpPr>
          <p:cNvPr id="6" name="Google Shape;6;p1"/>
          <p:cNvGrpSpPr/>
          <p:nvPr/>
        </p:nvGrpSpPr>
        <p:grpSpPr>
          <a:xfrm>
            <a:off x="455766" y="4701868"/>
            <a:ext cx="824336" cy="90686"/>
            <a:chOff x="238125" y="2427150"/>
            <a:chExt cx="7112475" cy="782450"/>
          </a:xfrm>
        </p:grpSpPr>
        <p:sp>
          <p:nvSpPr>
            <p:cNvPr id="7" name="Google Shape;7;p1"/>
            <p:cNvSpPr/>
            <p:nvPr/>
          </p:nvSpPr>
          <p:spPr>
            <a:xfrm>
              <a:off x="1977750" y="2440175"/>
              <a:ext cx="685975" cy="756375"/>
            </a:xfrm>
            <a:custGeom>
              <a:rect b="b" l="l" r="r" t="t"/>
              <a:pathLst>
                <a:path extrusionOk="0" h="30255" w="27439">
                  <a:moveTo>
                    <a:pt x="1" y="1"/>
                  </a:moveTo>
                  <a:lnTo>
                    <a:pt x="1" y="5843"/>
                  </a:lnTo>
                  <a:lnTo>
                    <a:pt x="10433" y="5843"/>
                  </a:lnTo>
                  <a:lnTo>
                    <a:pt x="10433" y="30255"/>
                  </a:lnTo>
                  <a:lnTo>
                    <a:pt x="17006" y="30255"/>
                  </a:lnTo>
                  <a:lnTo>
                    <a:pt x="17006" y="5843"/>
                  </a:lnTo>
                  <a:lnTo>
                    <a:pt x="27439" y="5843"/>
                  </a:lnTo>
                  <a:lnTo>
                    <a:pt x="27439" y="1"/>
                  </a:lnTo>
                  <a:close/>
                </a:path>
              </a:pathLst>
            </a:custGeom>
            <a:solidFill>
              <a:srgbClr val="B0AEA5"/>
            </a:solidFill>
            <a:ln>
              <a:noFill/>
            </a:ln>
          </p:spPr>
          <p:txBody>
            <a:bodyPr anchorCtr="0" anchor="ctr" bIns="91450" lIns="91450" spcFirstLastPara="1" rIns="91450" wrap="square" tIns="91450">
              <a:noAutofit/>
            </a:bodyPr>
            <a:lstStyle/>
            <a:p>
              <a:pPr indent="0" lvl="0" marL="0" rtl="0" algn="l">
                <a:spcBef>
                  <a:spcPts val="0"/>
                </a:spcBef>
                <a:spcAft>
                  <a:spcPts val="0"/>
                </a:spcAft>
                <a:buNone/>
              </a:pPr>
              <a:r>
                <a:t/>
              </a:r>
              <a:endParaRPr/>
            </a:p>
          </p:txBody>
        </p:sp>
        <p:sp>
          <p:nvSpPr>
            <p:cNvPr id="8" name="Google Shape;8;p1"/>
            <p:cNvSpPr/>
            <p:nvPr/>
          </p:nvSpPr>
          <p:spPr>
            <a:xfrm>
              <a:off x="1150975" y="2440175"/>
              <a:ext cx="696400" cy="756375"/>
            </a:xfrm>
            <a:custGeom>
              <a:rect b="b" l="l" r="r" t="t"/>
              <a:pathLst>
                <a:path extrusionOk="0" h="30255" w="27856">
                  <a:moveTo>
                    <a:pt x="0" y="1"/>
                  </a:moveTo>
                  <a:lnTo>
                    <a:pt x="0" y="30255"/>
                  </a:lnTo>
                  <a:lnTo>
                    <a:pt x="6468" y="30255"/>
                  </a:lnTo>
                  <a:lnTo>
                    <a:pt x="6468" y="9077"/>
                  </a:lnTo>
                  <a:lnTo>
                    <a:pt x="20344" y="30255"/>
                  </a:lnTo>
                  <a:lnTo>
                    <a:pt x="27855" y="30255"/>
                  </a:lnTo>
                  <a:lnTo>
                    <a:pt x="27855" y="1"/>
                  </a:lnTo>
                  <a:lnTo>
                    <a:pt x="21387" y="1"/>
                  </a:lnTo>
                  <a:lnTo>
                    <a:pt x="21387" y="21178"/>
                  </a:lnTo>
                  <a:lnTo>
                    <a:pt x="7512" y="1"/>
                  </a:lnTo>
                  <a:close/>
                </a:path>
              </a:pathLst>
            </a:custGeom>
            <a:solidFill>
              <a:srgbClr val="B0AEA5"/>
            </a:solidFill>
            <a:ln>
              <a:noFill/>
            </a:ln>
          </p:spPr>
          <p:txBody>
            <a:bodyPr anchorCtr="0" anchor="ctr" bIns="91450" lIns="91450" spcFirstLastPara="1" rIns="91450" wrap="square" tIns="91450">
              <a:noAutofit/>
            </a:bodyPr>
            <a:lstStyle/>
            <a:p>
              <a:pPr indent="0" lvl="0" marL="0" rtl="0" algn="l">
                <a:spcBef>
                  <a:spcPts val="0"/>
                </a:spcBef>
                <a:spcAft>
                  <a:spcPts val="0"/>
                </a:spcAft>
                <a:buNone/>
              </a:pPr>
              <a:r>
                <a:t/>
              </a:r>
              <a:endParaRPr/>
            </a:p>
          </p:txBody>
        </p:sp>
        <p:sp>
          <p:nvSpPr>
            <p:cNvPr id="9" name="Google Shape;9;p1"/>
            <p:cNvSpPr/>
            <p:nvPr/>
          </p:nvSpPr>
          <p:spPr>
            <a:xfrm>
              <a:off x="2794100" y="2440175"/>
              <a:ext cx="696425" cy="756375"/>
            </a:xfrm>
            <a:custGeom>
              <a:rect b="b" l="l" r="r" t="t"/>
              <a:pathLst>
                <a:path extrusionOk="0" h="30255" w="27857">
                  <a:moveTo>
                    <a:pt x="1" y="1"/>
                  </a:moveTo>
                  <a:lnTo>
                    <a:pt x="1" y="30255"/>
                  </a:lnTo>
                  <a:lnTo>
                    <a:pt x="6678" y="30255"/>
                  </a:lnTo>
                  <a:lnTo>
                    <a:pt x="6678" y="17944"/>
                  </a:lnTo>
                  <a:lnTo>
                    <a:pt x="21179" y="17944"/>
                  </a:lnTo>
                  <a:lnTo>
                    <a:pt x="21179" y="30255"/>
                  </a:lnTo>
                  <a:lnTo>
                    <a:pt x="27856" y="30255"/>
                  </a:lnTo>
                  <a:lnTo>
                    <a:pt x="27856" y="1"/>
                  </a:lnTo>
                  <a:lnTo>
                    <a:pt x="21179" y="1"/>
                  </a:lnTo>
                  <a:lnTo>
                    <a:pt x="21179" y="12102"/>
                  </a:lnTo>
                  <a:lnTo>
                    <a:pt x="6678" y="12102"/>
                  </a:lnTo>
                  <a:lnTo>
                    <a:pt x="6678" y="1"/>
                  </a:lnTo>
                  <a:close/>
                </a:path>
              </a:pathLst>
            </a:custGeom>
            <a:solidFill>
              <a:srgbClr val="B0AEA5"/>
            </a:solidFill>
            <a:ln>
              <a:noFill/>
            </a:ln>
          </p:spPr>
          <p:txBody>
            <a:bodyPr anchorCtr="0" anchor="ctr" bIns="91450" lIns="91450" spcFirstLastPara="1" rIns="91450" wrap="square" tIns="91450">
              <a:noAutofit/>
            </a:bodyPr>
            <a:lstStyle/>
            <a:p>
              <a:pPr indent="0" lvl="0" marL="0" rtl="0" algn="l">
                <a:spcBef>
                  <a:spcPts val="0"/>
                </a:spcBef>
                <a:spcAft>
                  <a:spcPts val="0"/>
                </a:spcAft>
                <a:buNone/>
              </a:pPr>
              <a:r>
                <a:t/>
              </a:r>
              <a:endParaRPr/>
            </a:p>
          </p:txBody>
        </p:sp>
        <p:sp>
          <p:nvSpPr>
            <p:cNvPr id="10" name="Google Shape;10;p1"/>
            <p:cNvSpPr/>
            <p:nvPr/>
          </p:nvSpPr>
          <p:spPr>
            <a:xfrm>
              <a:off x="238125" y="2440175"/>
              <a:ext cx="792900" cy="756375"/>
            </a:xfrm>
            <a:custGeom>
              <a:rect b="b" l="l" r="r" t="t"/>
              <a:pathLst>
                <a:path extrusionOk="0" h="30255" w="31716">
                  <a:moveTo>
                    <a:pt x="15858" y="7616"/>
                  </a:moveTo>
                  <a:lnTo>
                    <a:pt x="20031" y="18257"/>
                  </a:lnTo>
                  <a:lnTo>
                    <a:pt x="11580" y="18257"/>
                  </a:lnTo>
                  <a:lnTo>
                    <a:pt x="15858" y="7616"/>
                  </a:lnTo>
                  <a:close/>
                  <a:moveTo>
                    <a:pt x="12311" y="1"/>
                  </a:moveTo>
                  <a:lnTo>
                    <a:pt x="0" y="30255"/>
                  </a:lnTo>
                  <a:lnTo>
                    <a:pt x="6886" y="30255"/>
                  </a:lnTo>
                  <a:lnTo>
                    <a:pt x="9389" y="23891"/>
                  </a:lnTo>
                  <a:lnTo>
                    <a:pt x="22326" y="23891"/>
                  </a:lnTo>
                  <a:lnTo>
                    <a:pt x="24830" y="30255"/>
                  </a:lnTo>
                  <a:lnTo>
                    <a:pt x="31715" y="30255"/>
                  </a:lnTo>
                  <a:lnTo>
                    <a:pt x="19405" y="1"/>
                  </a:lnTo>
                  <a:close/>
                </a:path>
              </a:pathLst>
            </a:custGeom>
            <a:solidFill>
              <a:srgbClr val="B0AEA5"/>
            </a:solidFill>
            <a:ln>
              <a:noFill/>
            </a:ln>
          </p:spPr>
          <p:txBody>
            <a:bodyPr anchorCtr="0" anchor="ctr" bIns="91450" lIns="91450" spcFirstLastPara="1" rIns="91450" wrap="square" tIns="91450">
              <a:noAutofit/>
            </a:bodyPr>
            <a:lstStyle/>
            <a:p>
              <a:pPr indent="0" lvl="0" marL="0" rtl="0" algn="l">
                <a:spcBef>
                  <a:spcPts val="0"/>
                </a:spcBef>
                <a:spcAft>
                  <a:spcPts val="0"/>
                </a:spcAft>
                <a:buNone/>
              </a:pPr>
              <a:r>
                <a:t/>
              </a:r>
              <a:endParaRPr/>
            </a:p>
          </p:txBody>
        </p:sp>
        <p:sp>
          <p:nvSpPr>
            <p:cNvPr id="11" name="Google Shape;11;p1"/>
            <p:cNvSpPr/>
            <p:nvPr/>
          </p:nvSpPr>
          <p:spPr>
            <a:xfrm>
              <a:off x="4481600" y="2427150"/>
              <a:ext cx="759000" cy="782450"/>
            </a:xfrm>
            <a:custGeom>
              <a:rect b="b" l="l" r="r" t="t"/>
              <a:pathLst>
                <a:path extrusionOk="0" h="31298" w="30360">
                  <a:moveTo>
                    <a:pt x="15232" y="6051"/>
                  </a:moveTo>
                  <a:cubicBezTo>
                    <a:pt x="20344" y="6051"/>
                    <a:pt x="23473" y="9702"/>
                    <a:pt x="23473" y="15649"/>
                  </a:cubicBezTo>
                  <a:cubicBezTo>
                    <a:pt x="23473" y="21595"/>
                    <a:pt x="20344" y="25246"/>
                    <a:pt x="15232" y="25246"/>
                  </a:cubicBezTo>
                  <a:cubicBezTo>
                    <a:pt x="10015" y="25246"/>
                    <a:pt x="6781" y="21595"/>
                    <a:pt x="6781" y="15649"/>
                  </a:cubicBezTo>
                  <a:cubicBezTo>
                    <a:pt x="6781" y="9702"/>
                    <a:pt x="10015" y="6051"/>
                    <a:pt x="15232" y="6051"/>
                  </a:cubicBezTo>
                  <a:close/>
                  <a:moveTo>
                    <a:pt x="15232" y="0"/>
                  </a:moveTo>
                  <a:cubicBezTo>
                    <a:pt x="6260" y="0"/>
                    <a:pt x="0" y="6468"/>
                    <a:pt x="0" y="15649"/>
                  </a:cubicBezTo>
                  <a:cubicBezTo>
                    <a:pt x="0" y="24829"/>
                    <a:pt x="6260" y="31297"/>
                    <a:pt x="15232" y="31297"/>
                  </a:cubicBezTo>
                  <a:cubicBezTo>
                    <a:pt x="24099" y="31297"/>
                    <a:pt x="30359" y="24829"/>
                    <a:pt x="30359" y="15649"/>
                  </a:cubicBezTo>
                  <a:cubicBezTo>
                    <a:pt x="30359" y="6468"/>
                    <a:pt x="24099" y="0"/>
                    <a:pt x="15232" y="0"/>
                  </a:cubicBezTo>
                  <a:close/>
                </a:path>
              </a:pathLst>
            </a:custGeom>
            <a:solidFill>
              <a:srgbClr val="B0AEA5"/>
            </a:solidFill>
            <a:ln>
              <a:noFill/>
            </a:ln>
          </p:spPr>
          <p:txBody>
            <a:bodyPr anchorCtr="0" anchor="ctr" bIns="91450" lIns="91450" spcFirstLastPara="1" rIns="91450" wrap="square" tIns="91450">
              <a:noAutofit/>
            </a:bodyPr>
            <a:lstStyle/>
            <a:p>
              <a:pPr indent="0" lvl="0" marL="0" rtl="0" algn="l">
                <a:spcBef>
                  <a:spcPts val="0"/>
                </a:spcBef>
                <a:spcAft>
                  <a:spcPts val="0"/>
                </a:spcAft>
                <a:buNone/>
              </a:pPr>
              <a:r>
                <a:t/>
              </a:r>
              <a:endParaRPr/>
            </a:p>
          </p:txBody>
        </p:sp>
        <p:sp>
          <p:nvSpPr>
            <p:cNvPr id="12" name="Google Shape;12;p1"/>
            <p:cNvSpPr/>
            <p:nvPr/>
          </p:nvSpPr>
          <p:spPr>
            <a:xfrm>
              <a:off x="6630725" y="2427150"/>
              <a:ext cx="719875" cy="782450"/>
            </a:xfrm>
            <a:custGeom>
              <a:rect b="b" l="l" r="r" t="t"/>
              <a:pathLst>
                <a:path extrusionOk="0" h="31298" w="28795">
                  <a:moveTo>
                    <a:pt x="15232" y="0"/>
                  </a:moveTo>
                  <a:cubicBezTo>
                    <a:pt x="6260" y="0"/>
                    <a:pt x="0" y="6468"/>
                    <a:pt x="0" y="15649"/>
                  </a:cubicBezTo>
                  <a:cubicBezTo>
                    <a:pt x="0" y="24829"/>
                    <a:pt x="6260" y="31297"/>
                    <a:pt x="15232" y="31297"/>
                  </a:cubicBezTo>
                  <a:cubicBezTo>
                    <a:pt x="21909" y="31297"/>
                    <a:pt x="27125" y="27020"/>
                    <a:pt x="28794" y="20656"/>
                  </a:cubicBezTo>
                  <a:lnTo>
                    <a:pt x="21804" y="20656"/>
                  </a:lnTo>
                  <a:cubicBezTo>
                    <a:pt x="20657" y="23577"/>
                    <a:pt x="18361" y="25246"/>
                    <a:pt x="15232" y="25246"/>
                  </a:cubicBezTo>
                  <a:cubicBezTo>
                    <a:pt x="10015" y="25246"/>
                    <a:pt x="6781" y="21595"/>
                    <a:pt x="6781" y="15649"/>
                  </a:cubicBezTo>
                  <a:cubicBezTo>
                    <a:pt x="6781" y="9702"/>
                    <a:pt x="10015" y="6051"/>
                    <a:pt x="15232" y="6051"/>
                  </a:cubicBezTo>
                  <a:cubicBezTo>
                    <a:pt x="18361" y="6051"/>
                    <a:pt x="20657" y="7720"/>
                    <a:pt x="21804" y="10641"/>
                  </a:cubicBezTo>
                  <a:lnTo>
                    <a:pt x="28794" y="10641"/>
                  </a:lnTo>
                  <a:cubicBezTo>
                    <a:pt x="27021" y="4173"/>
                    <a:pt x="21909" y="0"/>
                    <a:pt x="15232" y="0"/>
                  </a:cubicBezTo>
                  <a:close/>
                </a:path>
              </a:pathLst>
            </a:custGeom>
            <a:solidFill>
              <a:srgbClr val="B0AEA5"/>
            </a:solidFill>
            <a:ln>
              <a:noFill/>
            </a:ln>
          </p:spPr>
          <p:txBody>
            <a:bodyPr anchorCtr="0" anchor="ctr" bIns="91450" lIns="91450" spcFirstLastPara="1" rIns="91450" wrap="square" tIns="91450">
              <a:noAutofit/>
            </a:bodyPr>
            <a:lstStyle/>
            <a:p>
              <a:pPr indent="0" lvl="0" marL="0" rtl="0" algn="l">
                <a:spcBef>
                  <a:spcPts val="0"/>
                </a:spcBef>
                <a:spcAft>
                  <a:spcPts val="0"/>
                </a:spcAft>
                <a:buNone/>
              </a:pPr>
              <a:r>
                <a:t/>
              </a:r>
              <a:endParaRPr/>
            </a:p>
          </p:txBody>
        </p:sp>
        <p:sp>
          <p:nvSpPr>
            <p:cNvPr id="13" name="Google Shape;13;p1"/>
            <p:cNvSpPr/>
            <p:nvPr/>
          </p:nvSpPr>
          <p:spPr>
            <a:xfrm>
              <a:off x="6119525" y="2440175"/>
              <a:ext cx="477300" cy="756375"/>
            </a:xfrm>
            <a:custGeom>
              <a:rect b="b" l="l" r="r" t="t"/>
              <a:pathLst>
                <a:path extrusionOk="0" h="30255" w="19092">
                  <a:moveTo>
                    <a:pt x="0" y="1"/>
                  </a:moveTo>
                  <a:lnTo>
                    <a:pt x="12311" y="30255"/>
                  </a:lnTo>
                  <a:lnTo>
                    <a:pt x="19092" y="30255"/>
                  </a:lnTo>
                  <a:lnTo>
                    <a:pt x="6781" y="1"/>
                  </a:lnTo>
                  <a:close/>
                </a:path>
              </a:pathLst>
            </a:custGeom>
            <a:solidFill>
              <a:srgbClr val="B0AEA5"/>
            </a:solidFill>
            <a:ln>
              <a:noFill/>
            </a:ln>
          </p:spPr>
          <p:txBody>
            <a:bodyPr anchorCtr="0" anchor="ctr" bIns="91450" lIns="91450" spcFirstLastPara="1" rIns="91450" wrap="square" tIns="91450">
              <a:noAutofit/>
            </a:bodyPr>
            <a:lstStyle/>
            <a:p>
              <a:pPr indent="0" lvl="0" marL="0" rtl="0" algn="l">
                <a:spcBef>
                  <a:spcPts val="0"/>
                </a:spcBef>
                <a:spcAft>
                  <a:spcPts val="0"/>
                </a:spcAft>
                <a:buNone/>
              </a:pPr>
              <a:r>
                <a:t/>
              </a:r>
              <a:endParaRPr/>
            </a:p>
          </p:txBody>
        </p:sp>
        <p:sp>
          <p:nvSpPr>
            <p:cNvPr id="14" name="Google Shape;14;p1"/>
            <p:cNvSpPr/>
            <p:nvPr/>
          </p:nvSpPr>
          <p:spPr>
            <a:xfrm>
              <a:off x="5394450" y="2440175"/>
              <a:ext cx="659875" cy="756375"/>
            </a:xfrm>
            <a:custGeom>
              <a:rect b="b" l="l" r="r" t="t"/>
              <a:pathLst>
                <a:path extrusionOk="0" h="30255" w="26395">
                  <a:moveTo>
                    <a:pt x="14815" y="5843"/>
                  </a:moveTo>
                  <a:cubicBezTo>
                    <a:pt x="18049" y="5843"/>
                    <a:pt x="19718" y="7095"/>
                    <a:pt x="19718" y="9598"/>
                  </a:cubicBezTo>
                  <a:cubicBezTo>
                    <a:pt x="19718" y="12102"/>
                    <a:pt x="18049" y="13458"/>
                    <a:pt x="14815" y="13458"/>
                  </a:cubicBezTo>
                  <a:lnTo>
                    <a:pt x="6573" y="13458"/>
                  </a:lnTo>
                  <a:lnTo>
                    <a:pt x="6573" y="5843"/>
                  </a:lnTo>
                  <a:close/>
                  <a:moveTo>
                    <a:pt x="0" y="1"/>
                  </a:moveTo>
                  <a:lnTo>
                    <a:pt x="0" y="30255"/>
                  </a:lnTo>
                  <a:lnTo>
                    <a:pt x="6573" y="30255"/>
                  </a:lnTo>
                  <a:lnTo>
                    <a:pt x="6573" y="19301"/>
                  </a:lnTo>
                  <a:lnTo>
                    <a:pt x="15128" y="19301"/>
                  </a:lnTo>
                  <a:cubicBezTo>
                    <a:pt x="22117" y="19301"/>
                    <a:pt x="26395" y="15649"/>
                    <a:pt x="26395" y="9598"/>
                  </a:cubicBezTo>
                  <a:cubicBezTo>
                    <a:pt x="26395" y="3652"/>
                    <a:pt x="22117" y="1"/>
                    <a:pt x="15128" y="1"/>
                  </a:cubicBezTo>
                  <a:close/>
                </a:path>
              </a:pathLst>
            </a:custGeom>
            <a:solidFill>
              <a:srgbClr val="B0AEA5"/>
            </a:solidFill>
            <a:ln>
              <a:noFill/>
            </a:ln>
          </p:spPr>
          <p:txBody>
            <a:bodyPr anchorCtr="0" anchor="ctr" bIns="91450" lIns="91450" spcFirstLastPara="1" rIns="91450" wrap="square" tIns="91450">
              <a:noAutofit/>
            </a:bodyPr>
            <a:lstStyle/>
            <a:p>
              <a:pPr indent="0" lvl="0" marL="0" rtl="0" algn="l">
                <a:spcBef>
                  <a:spcPts val="0"/>
                </a:spcBef>
                <a:spcAft>
                  <a:spcPts val="0"/>
                </a:spcAft>
                <a:buNone/>
              </a:pPr>
              <a:r>
                <a:t/>
              </a:r>
              <a:endParaRPr/>
            </a:p>
          </p:txBody>
        </p:sp>
        <p:sp>
          <p:nvSpPr>
            <p:cNvPr id="15" name="Google Shape;15;p1"/>
            <p:cNvSpPr/>
            <p:nvPr/>
          </p:nvSpPr>
          <p:spPr>
            <a:xfrm>
              <a:off x="3693925" y="2440175"/>
              <a:ext cx="699000" cy="756375"/>
            </a:xfrm>
            <a:custGeom>
              <a:rect b="b" l="l" r="r" t="t"/>
              <a:pathLst>
                <a:path extrusionOk="0" h="30255" w="27960">
                  <a:moveTo>
                    <a:pt x="14815" y="5843"/>
                  </a:moveTo>
                  <a:cubicBezTo>
                    <a:pt x="18049" y="5843"/>
                    <a:pt x="19822" y="6990"/>
                    <a:pt x="19822" y="9181"/>
                  </a:cubicBezTo>
                  <a:cubicBezTo>
                    <a:pt x="19822" y="11372"/>
                    <a:pt x="18049" y="12624"/>
                    <a:pt x="14815" y="12624"/>
                  </a:cubicBezTo>
                  <a:lnTo>
                    <a:pt x="6677" y="12624"/>
                  </a:lnTo>
                  <a:lnTo>
                    <a:pt x="6677" y="5843"/>
                  </a:lnTo>
                  <a:close/>
                  <a:moveTo>
                    <a:pt x="0" y="1"/>
                  </a:moveTo>
                  <a:lnTo>
                    <a:pt x="0" y="30255"/>
                  </a:lnTo>
                  <a:lnTo>
                    <a:pt x="6677" y="30255"/>
                  </a:lnTo>
                  <a:lnTo>
                    <a:pt x="6677" y="18362"/>
                  </a:lnTo>
                  <a:lnTo>
                    <a:pt x="13980" y="18362"/>
                  </a:lnTo>
                  <a:lnTo>
                    <a:pt x="20657" y="30255"/>
                  </a:lnTo>
                  <a:lnTo>
                    <a:pt x="27960" y="30255"/>
                  </a:lnTo>
                  <a:lnTo>
                    <a:pt x="20657" y="17527"/>
                  </a:lnTo>
                  <a:cubicBezTo>
                    <a:pt x="24309" y="16171"/>
                    <a:pt x="26395" y="13250"/>
                    <a:pt x="26395" y="9181"/>
                  </a:cubicBezTo>
                  <a:cubicBezTo>
                    <a:pt x="26395" y="3548"/>
                    <a:pt x="22118" y="1"/>
                    <a:pt x="15128" y="1"/>
                  </a:cubicBezTo>
                  <a:close/>
                </a:path>
              </a:pathLst>
            </a:custGeom>
            <a:solidFill>
              <a:srgbClr val="B0AEA5"/>
            </a:solidFill>
            <a:ln>
              <a:noFill/>
            </a:ln>
          </p:spPr>
          <p:txBody>
            <a:bodyPr anchorCtr="0" anchor="ctr" bIns="91450" lIns="91450" spcFirstLastPara="1" rIns="91450" wrap="square" tIns="91450">
              <a:noAutofit/>
            </a:bodyPr>
            <a:lstStyle/>
            <a:p>
              <a:pPr indent="0" lvl="0" marL="0" rtl="0" algn="l">
                <a:spcBef>
                  <a:spcPts val="0"/>
                </a:spcBef>
                <a:spcAft>
                  <a:spcPts val="0"/>
                </a:spcAft>
                <a:buNone/>
              </a:pPr>
              <a:r>
                <a:t/>
              </a:r>
              <a:endParaRPr/>
            </a:p>
          </p:txBody>
        </p:sp>
      </p:grpSp>
      <p:sp>
        <p:nvSpPr>
          <p:cNvPr id="16" name="Google Shape;16;p1"/>
          <p:cNvSpPr txBox="1"/>
          <p:nvPr>
            <p:ph type="title"/>
          </p:nvPr>
        </p:nvSpPr>
        <p:spPr>
          <a:xfrm>
            <a:off x="456513" y="457206"/>
            <a:ext cx="8230500" cy="815400"/>
          </a:xfrm>
          <a:prstGeom prst="rect">
            <a:avLst/>
          </a:prstGeom>
          <a:noFill/>
          <a:ln>
            <a:noFill/>
          </a:ln>
        </p:spPr>
        <p:txBody>
          <a:bodyPr anchorCtr="0" anchor="t" bIns="0" lIns="0" spcFirstLastPara="1" rIns="0" wrap="square" tIns="0">
            <a:noAutofit/>
          </a:bodyPr>
          <a:lstStyle>
            <a:lvl1pPr lvl="0">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sym typeface="Poppins SemiBold"/>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17" name="Google Shape;17;p1"/>
          <p:cNvSpPr txBox="1"/>
          <p:nvPr>
            <p:ph idx="1" type="body"/>
          </p:nvPr>
        </p:nvSpPr>
        <p:spPr>
          <a:xfrm>
            <a:off x="455775" y="1371600"/>
            <a:ext cx="6173700" cy="2973000"/>
          </a:xfrm>
          <a:prstGeom prst="rect">
            <a:avLst/>
          </a:prstGeom>
          <a:noFill/>
          <a:ln>
            <a:noFill/>
          </a:ln>
        </p:spPr>
        <p:txBody>
          <a:bodyPr anchorCtr="0" anchor="t" bIns="0" lIns="0" spcFirstLastPara="1" rIns="0" wrap="square" tIns="0">
            <a:noAutofit/>
          </a:bodyPr>
          <a:lstStyle>
            <a:lvl1pPr indent="-317500" lvl="0" marL="457200">
              <a:lnSpc>
                <a:spcPct val="115000"/>
              </a:lnSpc>
              <a:spcBef>
                <a:spcPts val="0"/>
              </a:spcBef>
              <a:spcAft>
                <a:spcPts val="0"/>
              </a:spcAft>
              <a:buClr>
                <a:srgbClr val="B0AEA5"/>
              </a:buClr>
              <a:buSzPts val="1400"/>
              <a:buFont typeface="Lora"/>
              <a:buChar char="●"/>
              <a:defRPr sz="1400">
                <a:solidFill>
                  <a:schemeClr val="dk1"/>
                </a:solidFill>
                <a:latin typeface="Lora"/>
                <a:ea typeface="Lora"/>
                <a:cs typeface="Lora"/>
                <a:sym typeface="Lora"/>
              </a:defRPr>
            </a:lvl1pPr>
            <a:lvl2pPr indent="-304800" lvl="1" marL="914400">
              <a:lnSpc>
                <a:spcPct val="115000"/>
              </a:lnSpc>
              <a:spcBef>
                <a:spcPts val="1000"/>
              </a:spcBef>
              <a:spcAft>
                <a:spcPts val="0"/>
              </a:spcAft>
              <a:buClr>
                <a:srgbClr val="B0AEA5"/>
              </a:buClr>
              <a:buSzPts val="1200"/>
              <a:buFont typeface="Lora"/>
              <a:buChar char="○"/>
              <a:defRPr sz="1200">
                <a:solidFill>
                  <a:schemeClr val="dk1"/>
                </a:solidFill>
                <a:latin typeface="Lora"/>
                <a:ea typeface="Lora"/>
                <a:cs typeface="Lora"/>
                <a:sym typeface="Lora"/>
              </a:defRPr>
            </a:lvl2pPr>
            <a:lvl3pPr indent="-292100" lvl="2" marL="1371600">
              <a:lnSpc>
                <a:spcPct val="115000"/>
              </a:lnSpc>
              <a:spcBef>
                <a:spcPts val="1000"/>
              </a:spcBef>
              <a:spcAft>
                <a:spcPts val="0"/>
              </a:spcAft>
              <a:buClr>
                <a:srgbClr val="B0AEA5"/>
              </a:buClr>
              <a:buSzPts val="1000"/>
              <a:buFont typeface="Lora"/>
              <a:buChar char="■"/>
              <a:defRPr sz="1000">
                <a:solidFill>
                  <a:schemeClr val="dk1"/>
                </a:solidFill>
                <a:latin typeface="Lora"/>
                <a:ea typeface="Lora"/>
                <a:cs typeface="Lora"/>
                <a:sym typeface="Lora"/>
              </a:defRPr>
            </a:lvl3pPr>
            <a:lvl4pPr indent="-292100" lvl="3" marL="1828800">
              <a:lnSpc>
                <a:spcPct val="115000"/>
              </a:lnSpc>
              <a:spcBef>
                <a:spcPts val="1000"/>
              </a:spcBef>
              <a:spcAft>
                <a:spcPts val="0"/>
              </a:spcAft>
              <a:buClr>
                <a:srgbClr val="B0AEA5"/>
              </a:buClr>
              <a:buSzPts val="1000"/>
              <a:buFont typeface="Lora"/>
              <a:buChar char="●"/>
              <a:defRPr sz="1000">
                <a:solidFill>
                  <a:schemeClr val="dk1"/>
                </a:solidFill>
                <a:latin typeface="Lora"/>
                <a:ea typeface="Lora"/>
                <a:cs typeface="Lora"/>
                <a:sym typeface="Lora"/>
              </a:defRPr>
            </a:lvl4pPr>
            <a:lvl5pPr indent="-292100" lvl="4" marL="2286000">
              <a:lnSpc>
                <a:spcPct val="115000"/>
              </a:lnSpc>
              <a:spcBef>
                <a:spcPts val="1000"/>
              </a:spcBef>
              <a:spcAft>
                <a:spcPts val="0"/>
              </a:spcAft>
              <a:buClr>
                <a:srgbClr val="B0AEA5"/>
              </a:buClr>
              <a:buSzPts val="1000"/>
              <a:buFont typeface="Lora"/>
              <a:buChar char="○"/>
              <a:defRPr sz="1000">
                <a:solidFill>
                  <a:schemeClr val="dk1"/>
                </a:solidFill>
                <a:latin typeface="Lora"/>
                <a:ea typeface="Lora"/>
                <a:cs typeface="Lora"/>
                <a:sym typeface="Lora"/>
              </a:defRPr>
            </a:lvl5pPr>
            <a:lvl6pPr indent="-292100" lvl="5" marL="2743200">
              <a:lnSpc>
                <a:spcPct val="115000"/>
              </a:lnSpc>
              <a:spcBef>
                <a:spcPts val="1000"/>
              </a:spcBef>
              <a:spcAft>
                <a:spcPts val="0"/>
              </a:spcAft>
              <a:buClr>
                <a:srgbClr val="B0AEA5"/>
              </a:buClr>
              <a:buSzPts val="1000"/>
              <a:buFont typeface="Lora"/>
              <a:buChar char="■"/>
              <a:defRPr sz="1000">
                <a:solidFill>
                  <a:schemeClr val="dk1"/>
                </a:solidFill>
                <a:latin typeface="Lora"/>
                <a:ea typeface="Lora"/>
                <a:cs typeface="Lora"/>
                <a:sym typeface="Lora"/>
              </a:defRPr>
            </a:lvl6pPr>
            <a:lvl7pPr indent="-292100" lvl="6" marL="3200400">
              <a:lnSpc>
                <a:spcPct val="115000"/>
              </a:lnSpc>
              <a:spcBef>
                <a:spcPts val="1000"/>
              </a:spcBef>
              <a:spcAft>
                <a:spcPts val="0"/>
              </a:spcAft>
              <a:buClr>
                <a:srgbClr val="B0AEA5"/>
              </a:buClr>
              <a:buSzPts val="1000"/>
              <a:buFont typeface="Lora"/>
              <a:buChar char="●"/>
              <a:defRPr sz="1000">
                <a:solidFill>
                  <a:schemeClr val="dk1"/>
                </a:solidFill>
                <a:latin typeface="Lora"/>
                <a:ea typeface="Lora"/>
                <a:cs typeface="Lora"/>
                <a:sym typeface="Lora"/>
              </a:defRPr>
            </a:lvl7pPr>
            <a:lvl8pPr indent="-292100" lvl="7" marL="3657600">
              <a:lnSpc>
                <a:spcPct val="115000"/>
              </a:lnSpc>
              <a:spcBef>
                <a:spcPts val="1000"/>
              </a:spcBef>
              <a:spcAft>
                <a:spcPts val="0"/>
              </a:spcAft>
              <a:buClr>
                <a:srgbClr val="B0AEA5"/>
              </a:buClr>
              <a:buSzPts val="1000"/>
              <a:buFont typeface="Lora"/>
              <a:buChar char="○"/>
              <a:defRPr sz="1000">
                <a:solidFill>
                  <a:schemeClr val="dk1"/>
                </a:solidFill>
                <a:latin typeface="Lora"/>
                <a:ea typeface="Lora"/>
                <a:cs typeface="Lora"/>
                <a:sym typeface="Lora"/>
              </a:defRPr>
            </a:lvl8pPr>
            <a:lvl9pPr indent="-292100" lvl="8" marL="4114800">
              <a:lnSpc>
                <a:spcPct val="115000"/>
              </a:lnSpc>
              <a:spcBef>
                <a:spcPts val="1000"/>
              </a:spcBef>
              <a:spcAft>
                <a:spcPts val="1000"/>
              </a:spcAft>
              <a:buClr>
                <a:srgbClr val="B0AEA5"/>
              </a:buClr>
              <a:buSzPts val="1000"/>
              <a:buFont typeface="Lora"/>
              <a:buChar char="■"/>
              <a:defRPr sz="1000">
                <a:solidFill>
                  <a:schemeClr val="dk1"/>
                </a:solidFill>
                <a:latin typeface="Lora"/>
                <a:ea typeface="Lora"/>
                <a:cs typeface="Lora"/>
                <a:sym typeface="Lora"/>
              </a:defRPr>
            </a:lvl9pPr>
          </a:lstStyle>
          <a:p/>
        </p:txBody>
      </p:sp>
      <p:sp>
        <p:nvSpPr>
          <p:cNvPr id="18" name="Google Shape;18;p1"/>
          <p:cNvSpPr txBox="1"/>
          <p:nvPr>
            <p:ph idx="12" type="sldNum"/>
          </p:nvPr>
        </p:nvSpPr>
        <p:spPr>
          <a:xfrm>
            <a:off x="8256725" y="4708927"/>
            <a:ext cx="437100" cy="107400"/>
          </a:xfrm>
          <a:prstGeom prst="rect">
            <a:avLst/>
          </a:prstGeom>
          <a:noFill/>
          <a:ln>
            <a:noFill/>
          </a:ln>
        </p:spPr>
        <p:txBody>
          <a:bodyPr anchorCtr="0" anchor="t" bIns="0" lIns="0" spcFirstLastPara="1" rIns="0" wrap="square" tIns="0">
            <a:noAutofit/>
          </a:bodyPr>
          <a:lstStyle>
            <a:lvl1pPr lvl="0" algn="r">
              <a:lnSpc>
                <a:spcPct val="80000"/>
              </a:lnSpc>
              <a:buSzPts val="1000"/>
              <a:buNone/>
              <a:defRPr sz="800">
                <a:solidFill>
                  <a:srgbClr val="B0AEA5"/>
                </a:solidFill>
                <a:latin typeface="Poppins"/>
                <a:ea typeface="Poppins"/>
                <a:cs typeface="Poppins"/>
                <a:sym typeface="Poppins"/>
              </a:defRPr>
            </a:lvl1pPr>
            <a:lvl2pPr lvl="1" algn="r">
              <a:lnSpc>
                <a:spcPct val="80000"/>
              </a:lnSpc>
              <a:buSzPts val="1000"/>
              <a:buNone/>
              <a:defRPr sz="800">
                <a:solidFill>
                  <a:srgbClr val="B0AEA5"/>
                </a:solidFill>
                <a:latin typeface="Poppins"/>
                <a:ea typeface="Poppins"/>
                <a:cs typeface="Poppins"/>
                <a:sym typeface="Poppins"/>
              </a:defRPr>
            </a:lvl2pPr>
            <a:lvl3pPr lvl="2" algn="r">
              <a:lnSpc>
                <a:spcPct val="80000"/>
              </a:lnSpc>
              <a:buSzPts val="1000"/>
              <a:buNone/>
              <a:defRPr sz="800">
                <a:solidFill>
                  <a:srgbClr val="B0AEA5"/>
                </a:solidFill>
                <a:latin typeface="Poppins"/>
                <a:ea typeface="Poppins"/>
                <a:cs typeface="Poppins"/>
                <a:sym typeface="Poppins"/>
              </a:defRPr>
            </a:lvl3pPr>
            <a:lvl4pPr lvl="3" algn="r">
              <a:lnSpc>
                <a:spcPct val="80000"/>
              </a:lnSpc>
              <a:buSzPts val="1000"/>
              <a:buNone/>
              <a:defRPr sz="800">
                <a:solidFill>
                  <a:srgbClr val="B0AEA5"/>
                </a:solidFill>
                <a:latin typeface="Poppins"/>
                <a:ea typeface="Poppins"/>
                <a:cs typeface="Poppins"/>
                <a:sym typeface="Poppins"/>
              </a:defRPr>
            </a:lvl4pPr>
            <a:lvl5pPr lvl="4" algn="r">
              <a:lnSpc>
                <a:spcPct val="80000"/>
              </a:lnSpc>
              <a:buSzPts val="1000"/>
              <a:buNone/>
              <a:defRPr sz="800">
                <a:solidFill>
                  <a:srgbClr val="B0AEA5"/>
                </a:solidFill>
                <a:latin typeface="Poppins"/>
                <a:ea typeface="Poppins"/>
                <a:cs typeface="Poppins"/>
                <a:sym typeface="Poppins"/>
              </a:defRPr>
            </a:lvl5pPr>
            <a:lvl6pPr lvl="5" algn="r">
              <a:lnSpc>
                <a:spcPct val="80000"/>
              </a:lnSpc>
              <a:buSzPts val="1000"/>
              <a:buNone/>
              <a:defRPr sz="800">
                <a:solidFill>
                  <a:srgbClr val="B0AEA5"/>
                </a:solidFill>
                <a:latin typeface="Poppins"/>
                <a:ea typeface="Poppins"/>
                <a:cs typeface="Poppins"/>
                <a:sym typeface="Poppins"/>
              </a:defRPr>
            </a:lvl6pPr>
            <a:lvl7pPr lvl="6" algn="r">
              <a:lnSpc>
                <a:spcPct val="80000"/>
              </a:lnSpc>
              <a:buSzPts val="1000"/>
              <a:buNone/>
              <a:defRPr sz="800">
                <a:solidFill>
                  <a:srgbClr val="B0AEA5"/>
                </a:solidFill>
                <a:latin typeface="Poppins"/>
                <a:ea typeface="Poppins"/>
                <a:cs typeface="Poppins"/>
                <a:sym typeface="Poppins"/>
              </a:defRPr>
            </a:lvl7pPr>
            <a:lvl8pPr lvl="7" algn="r">
              <a:lnSpc>
                <a:spcPct val="80000"/>
              </a:lnSpc>
              <a:buSzPts val="1000"/>
              <a:buNone/>
              <a:defRPr sz="800">
                <a:solidFill>
                  <a:srgbClr val="B0AEA5"/>
                </a:solidFill>
                <a:latin typeface="Poppins"/>
                <a:ea typeface="Poppins"/>
                <a:cs typeface="Poppins"/>
                <a:sym typeface="Poppins"/>
              </a:defRPr>
            </a:lvl8pPr>
            <a:lvl9pPr lvl="8" algn="r">
              <a:lnSpc>
                <a:spcPct val="80000"/>
              </a:lnSpc>
              <a:buSzPts val="1000"/>
              <a:buNone/>
              <a:defRPr sz="800">
                <a:solidFill>
                  <a:srgbClr val="B0AEA5"/>
                </a:solidFill>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19" name="Google Shape;19;p1"/>
          <p:cNvSpPr txBox="1"/>
          <p:nvPr/>
        </p:nvSpPr>
        <p:spPr>
          <a:xfrm>
            <a:off x="4626925" y="4693687"/>
            <a:ext cx="3346500" cy="107400"/>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r>
              <a:rPr lang="en" sz="800">
                <a:solidFill>
                  <a:srgbClr val="B0AEA5"/>
                </a:solidFill>
                <a:latin typeface="Poppins"/>
                <a:ea typeface="Poppins"/>
                <a:cs typeface="Poppins"/>
                <a:sym typeface="Poppins"/>
              </a:rPr>
              <a:t>CONFIDENTIAL</a:t>
            </a:r>
            <a:endParaRPr sz="800">
              <a:solidFill>
                <a:srgbClr val="B0AEA5"/>
              </a:solidFill>
              <a:latin typeface="Poppins"/>
              <a:ea typeface="Poppins"/>
              <a:cs typeface="Poppins"/>
              <a:sym typeface="Poppins"/>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 id="2147483676" r:id="rId29"/>
    <p:sldLayoutId id="2147483677" r:id="rId30"/>
    <p:sldLayoutId id="2147483678" r:id="rId31"/>
    <p:sldLayoutId id="2147483679" r:id="rId32"/>
    <p:sldLayoutId id="2147483680" r:id="rId33"/>
    <p:sldLayoutId id="2147483681" r:id="rId34"/>
    <p:sldLayoutId id="2147483682" r:id="rId35"/>
    <p:sldLayoutId id="2147483683" r:id="rId36"/>
    <p:sldLayoutId id="2147483684" r:id="rId37"/>
    <p:sldLayoutId id="2147483685" r:id="rId38"/>
    <p:sldLayoutId id="2147483686" r:id="rId39"/>
    <p:sldLayoutId id="2147483687" r:id="rId40"/>
    <p:sldLayoutId id="2147483688" r:id="rId41"/>
    <p:sldLayoutId id="2147483689" r:id="rId42"/>
    <p:sldLayoutId id="2147483690" r:id="rId43"/>
    <p:sldLayoutId id="2147483691" r:id="rId44"/>
    <p:sldLayoutId id="2147483692" r:id="rId45"/>
    <p:sldLayoutId id="2147483693" r:id="rId46"/>
    <p:sldLayoutId id="2147483694" r:id="rId47"/>
    <p:sldLayoutId id="2147483695" r:id="rId48"/>
    <p:sldLayoutId id="2147483696" r:id="rId49"/>
    <p:sldLayoutId id="2147483697" r:id="rId50"/>
    <p:sldLayoutId id="2147483698" r:id="rId51"/>
    <p:sldLayoutId id="2147483699" r:id="rId52"/>
    <p:sldLayoutId id="2147483700" r:id="rId53"/>
    <p:sldLayoutId id="2147483701" r:id="rId54"/>
    <p:sldLayoutId id="2147483702" r:id="rId55"/>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orient="horz" pos="288">
          <p15:clr>
            <a:srgbClr val="FF00FF"/>
          </p15:clr>
        </p15:guide>
        <p15:guide id="2" pos="287">
          <p15:clr>
            <a:srgbClr val="FF00FF"/>
          </p15:clr>
        </p15:guide>
        <p15:guide id="3" orient="horz" pos="2737">
          <p15:clr>
            <a:srgbClr val="FF00FF"/>
          </p15:clr>
        </p15:guide>
        <p15:guide id="4" orient="horz" pos="2952">
          <p15:clr>
            <a:srgbClr val="6FA8DC"/>
          </p15:clr>
        </p15:guide>
        <p15:guide id="5" pos="5472">
          <p15:clr>
            <a:srgbClr val="FF00FF"/>
          </p15:clr>
        </p15:guide>
        <p15:guide id="6" orient="horz" pos="3024">
          <p15:clr>
            <a:srgbClr val="6FA8DC"/>
          </p15:clr>
        </p15:guide>
        <p15:guide id="7" orient="horz" pos="864">
          <p15:clr>
            <a:srgbClr val="6FA8DC"/>
          </p15:clr>
        </p15:guide>
        <p15:guide id="8" pos="624">
          <p15:clr>
            <a:srgbClr val="E46962"/>
          </p15:clr>
        </p15:guide>
        <p15:guide id="9" pos="728">
          <p15:clr>
            <a:srgbClr val="E46962"/>
          </p15:clr>
        </p15:guide>
        <p15:guide id="10" pos="1065">
          <p15:clr>
            <a:srgbClr val="E46962"/>
          </p15:clr>
        </p15:guide>
        <p15:guide id="11" pos="1169">
          <p15:clr>
            <a:srgbClr val="E46962"/>
          </p15:clr>
        </p15:guide>
        <p15:guide id="12" pos="1506">
          <p15:clr>
            <a:srgbClr val="E46962"/>
          </p15:clr>
        </p15:guide>
        <p15:guide id="13" pos="1610">
          <p15:clr>
            <a:srgbClr val="E46962"/>
          </p15:clr>
        </p15:guide>
        <p15:guide id="14" pos="1946">
          <p15:clr>
            <a:srgbClr val="E46962"/>
          </p15:clr>
        </p15:guide>
        <p15:guide id="15" pos="2050">
          <p15:clr>
            <a:srgbClr val="E46962"/>
          </p15:clr>
        </p15:guide>
        <p15:guide id="16" pos="2387">
          <p15:clr>
            <a:srgbClr val="E46962"/>
          </p15:clr>
        </p15:guide>
        <p15:guide id="17" pos="2491">
          <p15:clr>
            <a:srgbClr val="E46962"/>
          </p15:clr>
        </p15:guide>
        <p15:guide id="18" pos="2828">
          <p15:clr>
            <a:srgbClr val="E46962"/>
          </p15:clr>
        </p15:guide>
        <p15:guide id="19" pos="2932">
          <p15:clr>
            <a:srgbClr val="E46962"/>
          </p15:clr>
        </p15:guide>
        <p15:guide id="20" pos="3269">
          <p15:clr>
            <a:srgbClr val="E46962"/>
          </p15:clr>
        </p15:guide>
        <p15:guide id="21" pos="3372">
          <p15:clr>
            <a:srgbClr val="E46962"/>
          </p15:clr>
        </p15:guide>
        <p15:guide id="22" pos="3709">
          <p15:clr>
            <a:srgbClr val="E46962"/>
          </p15:clr>
        </p15:guide>
        <p15:guide id="23" pos="3813">
          <p15:clr>
            <a:srgbClr val="E46962"/>
          </p15:clr>
        </p15:guide>
        <p15:guide id="24" pos="4150">
          <p15:clr>
            <a:srgbClr val="E46962"/>
          </p15:clr>
        </p15:guide>
        <p15:guide id="25" pos="4254">
          <p15:clr>
            <a:srgbClr val="E46962"/>
          </p15:clr>
        </p15:guide>
        <p15:guide id="26" pos="4591">
          <p15:clr>
            <a:srgbClr val="E46962"/>
          </p15:clr>
        </p15:guide>
        <p15:guide id="27" pos="4695">
          <p15:clr>
            <a:srgbClr val="E46962"/>
          </p15:clr>
        </p15:guide>
        <p15:guide id="28" pos="5031">
          <p15:clr>
            <a:srgbClr val="E46962"/>
          </p15:clr>
        </p15:guide>
        <p15:guide id="29" pos="5135">
          <p15:clr>
            <a:srgbClr val="E46962"/>
          </p15:clr>
        </p15:guide>
        <p15:guide id="30" pos="2880">
          <p15:clr>
            <a:srgbClr val="E46962"/>
          </p15:clr>
        </p15:guide>
        <p15:guide id="31" orient="horz" pos="1620">
          <p15:clr>
            <a:srgbClr val="E46962"/>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4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0.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8.xml"/><Relationship Id="rId2" Type="http://schemas.openxmlformats.org/officeDocument/2006/relationships/notesSlide" Target="../notesSlides/notesSlide3.xml"/><Relationship Id="rId3"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 Id="rId3" Type="http://schemas.openxmlformats.org/officeDocument/2006/relationships/hyperlink" Target="https://claude.com/pricing"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9.xml"/><Relationship Id="rId2" Type="http://schemas.openxmlformats.org/officeDocument/2006/relationships/notesSlide" Target="../notesSlides/notesSlide5.xml"/><Relationship Id="rId3"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0.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7.xml"/><Relationship Id="rId2" Type="http://schemas.openxmlformats.org/officeDocument/2006/relationships/notesSlide" Target="../notesSlides/notesSlide10.xml"/><Relationship Id="rId3" Type="http://schemas.openxmlformats.org/officeDocument/2006/relationships/image" Target="../media/image6.png"/><Relationship Id="rId4" Type="http://schemas.openxmlformats.org/officeDocument/2006/relationships/image" Target="../media/image4.png"/><Relationship Id="rId5" Type="http://schemas.openxmlformats.org/officeDocument/2006/relationships/image" Target="../media/image3.png"/><Relationship Id="rId6" Type="http://schemas.openxmlformats.org/officeDocument/2006/relationships/image" Target="../media/image7.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8.xml"/><Relationship Id="rId2" Type="http://schemas.openxmlformats.org/officeDocument/2006/relationships/notesSlide" Target="../notesSlides/notesSlide12.xml"/><Relationship Id="rId3" Type="http://schemas.openxmlformats.org/officeDocument/2006/relationships/image" Target="../media/image15.png"/><Relationship Id="rId4" Type="http://schemas.openxmlformats.org/officeDocument/2006/relationships/image" Target="../media/image24.png"/><Relationship Id="rId5" Type="http://schemas.openxmlformats.org/officeDocument/2006/relationships/image" Target="../media/image2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3.xml"/><Relationship Id="rId3" Type="http://schemas.openxmlformats.org/officeDocument/2006/relationships/image" Target="../media/image33.png"/><Relationship Id="rId4" Type="http://schemas.openxmlformats.org/officeDocument/2006/relationships/image" Target="../media/image17.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8.xml"/><Relationship Id="rId2" Type="http://schemas.openxmlformats.org/officeDocument/2006/relationships/notesSlide" Target="../notesSlides/notesSlide14.xml"/><Relationship Id="rId3" Type="http://schemas.openxmlformats.org/officeDocument/2006/relationships/image" Target="../media/image26.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5.xml"/><Relationship Id="rId3" Type="http://schemas.openxmlformats.org/officeDocument/2006/relationships/image" Target="../media/image12.png"/><Relationship Id="rId4" Type="http://schemas.openxmlformats.org/officeDocument/2006/relationships/image" Target="../media/image18.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8.xml"/><Relationship Id="rId2" Type="http://schemas.openxmlformats.org/officeDocument/2006/relationships/notesSlide" Target="../notesSlides/notesSlide16.xml"/><Relationship Id="rId3" Type="http://schemas.openxmlformats.org/officeDocument/2006/relationships/image" Target="../media/image39.png"/><Relationship Id="rId4" Type="http://schemas.openxmlformats.org/officeDocument/2006/relationships/image" Target="../media/image2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7.xml"/><Relationship Id="rId3" Type="http://schemas.openxmlformats.org/officeDocument/2006/relationships/image" Target="../media/image3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9.xml"/><Relationship Id="rId3" Type="http://schemas.openxmlformats.org/officeDocument/2006/relationships/hyperlink" Target="http://claude.md" TargetMode="External"/><Relationship Id="rId4" Type="http://schemas.openxmlformats.org/officeDocument/2006/relationships/image" Target="../media/image5.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0.xml"/><Relationship Id="rId3" Type="http://schemas.openxmlformats.org/officeDocument/2006/relationships/hyperlink" Target="http://claude.md" TargetMode="External"/><Relationship Id="rId4" Type="http://schemas.openxmlformats.org/officeDocument/2006/relationships/image" Target="../media/image5.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hyperlink" Target="http://claude.md" TargetMode="External"/><Relationship Id="rId4" Type="http://schemas.openxmlformats.org/officeDocument/2006/relationships/image" Target="../media/image35.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0.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0.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0.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8.xml"/><Relationship Id="rId3" Type="http://schemas.openxmlformats.org/officeDocument/2006/relationships/image" Target="../media/image11.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41.xml"/><Relationship Id="rId3" Type="http://schemas.openxmlformats.org/officeDocument/2006/relationships/image" Target="../media/image16.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 Id="rId3" Type="http://schemas.openxmlformats.org/officeDocument/2006/relationships/image" Target="../media/image20.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5.xml"/><Relationship Id="rId2" Type="http://schemas.openxmlformats.org/officeDocument/2006/relationships/notesSlide" Target="../notesSlides/notesSlide43.xml"/><Relationship Id="rId3" Type="http://schemas.openxmlformats.org/officeDocument/2006/relationships/image" Target="../media/image5.png"/><Relationship Id="rId4" Type="http://schemas.openxmlformats.org/officeDocument/2006/relationships/image" Target="../media/image14.png"/><Relationship Id="rId5" Type="http://schemas.openxmlformats.org/officeDocument/2006/relationships/image" Target="../media/image13.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5.xml"/><Relationship Id="rId3" Type="http://schemas.openxmlformats.org/officeDocument/2006/relationships/image" Target="../media/image19.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8.xml"/><Relationship Id="rId2" Type="http://schemas.openxmlformats.org/officeDocument/2006/relationships/notesSlide" Target="../notesSlides/notesSlide46.xml"/><Relationship Id="rId3" Type="http://schemas.openxmlformats.org/officeDocument/2006/relationships/image" Target="../media/image5.png"/><Relationship Id="rId4" Type="http://schemas.openxmlformats.org/officeDocument/2006/relationships/image" Target="../media/image14.png"/><Relationship Id="rId5" Type="http://schemas.openxmlformats.org/officeDocument/2006/relationships/image" Target="../media/image13.png"/><Relationship Id="rId6" Type="http://schemas.openxmlformats.org/officeDocument/2006/relationships/image" Target="../media/image23.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47.xml"/><Relationship Id="rId3" Type="http://schemas.openxmlformats.org/officeDocument/2006/relationships/image" Target="../media/image49.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48.xml"/><Relationship Id="rId3" Type="http://schemas.openxmlformats.org/officeDocument/2006/relationships/image" Target="../media/image30.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49.xml"/><Relationship Id="rId3" Type="http://schemas.openxmlformats.org/officeDocument/2006/relationships/image" Target="../media/image31.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8.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8.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30.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9.xml"/><Relationship Id="rId2" Type="http://schemas.openxmlformats.org/officeDocument/2006/relationships/notesSlide" Target="../notesSlides/notesSlide60.xml"/><Relationship Id="rId3" Type="http://schemas.openxmlformats.org/officeDocument/2006/relationships/hyperlink" Target="https://docs.google.com/presentation/d/1asdtTu_aVccrDj3HzX9kteAVfnJsA0XZRPsQ4F-t_j8/template/preview" TargetMode="Externa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2.xml"/><Relationship Id="rId3" Type="http://schemas.openxmlformats.org/officeDocument/2006/relationships/image" Target="../media/image25.jp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73.xml"/><Relationship Id="rId3" Type="http://schemas.openxmlformats.org/officeDocument/2006/relationships/image" Target="../media/image5.png"/></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30.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75.xml"/><Relationship Id="rId3" Type="http://schemas.openxmlformats.org/officeDocument/2006/relationships/image" Target="../media/image27.png"/></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76.xml"/><Relationship Id="rId3" Type="http://schemas.openxmlformats.org/officeDocument/2006/relationships/image" Target="../media/image29.png"/></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7.xml"/><Relationship Id="rId3" Type="http://schemas.openxmlformats.org/officeDocument/2006/relationships/image" Target="../media/image65.png"/></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79.xml"/><Relationship Id="rId3" Type="http://schemas.openxmlformats.org/officeDocument/2006/relationships/image" Target="../media/image61.png"/></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81.xml"/><Relationship Id="rId3" Type="http://schemas.openxmlformats.org/officeDocument/2006/relationships/image" Target="../media/image28.png"/></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82.xml"/><Relationship Id="rId3" Type="http://schemas.openxmlformats.org/officeDocument/2006/relationships/image" Target="../media/image61.png"/></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83.xml"/><Relationship Id="rId3" Type="http://schemas.openxmlformats.org/officeDocument/2006/relationships/image" Target="../media/image61.png"/></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84.xml"/><Relationship Id="rId3" Type="http://schemas.openxmlformats.org/officeDocument/2006/relationships/image" Target="../media/image50.png"/></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85.xml"/><Relationship Id="rId3" Type="http://schemas.openxmlformats.org/officeDocument/2006/relationships/image" Target="../media/image56.png"/></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86.xml"/><Relationship Id="rId3" Type="http://schemas.openxmlformats.org/officeDocument/2006/relationships/image" Target="../media/image61.png"/><Relationship Id="rId4" Type="http://schemas.openxmlformats.org/officeDocument/2006/relationships/image" Target="../media/image50.png"/></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87.xml"/><Relationship Id="rId3" Type="http://schemas.openxmlformats.org/officeDocument/2006/relationships/image" Target="../media/image61.png"/><Relationship Id="rId4" Type="http://schemas.openxmlformats.org/officeDocument/2006/relationships/image" Target="../media/image50.png"/></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88.xml"/><Relationship Id="rId3" Type="http://schemas.openxmlformats.org/officeDocument/2006/relationships/image" Target="../media/image50.png"/><Relationship Id="rId4" Type="http://schemas.openxmlformats.org/officeDocument/2006/relationships/image" Target="../media/image56.png"/><Relationship Id="rId5" Type="http://schemas.openxmlformats.org/officeDocument/2006/relationships/image" Target="../media/image61.png"/></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89.xml"/><Relationship Id="rId3" Type="http://schemas.openxmlformats.org/officeDocument/2006/relationships/image" Target="../media/image50.png"/><Relationship Id="rId4" Type="http://schemas.openxmlformats.org/officeDocument/2006/relationships/image" Target="../media/image56.png"/><Relationship Id="rId5" Type="http://schemas.openxmlformats.org/officeDocument/2006/relationships/image" Target="../media/image61.png"/></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90.xml"/><Relationship Id="rId3" Type="http://schemas.openxmlformats.org/officeDocument/2006/relationships/image" Target="../media/image6.png"/><Relationship Id="rId4" Type="http://schemas.openxmlformats.org/officeDocument/2006/relationships/image" Target="../media/image4.png"/></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32.xml"/><Relationship Id="rId2" Type="http://schemas.openxmlformats.org/officeDocument/2006/relationships/notesSlide" Target="../notesSlides/notesSlide91.xml"/><Relationship Id="rId3" Type="http://schemas.openxmlformats.org/officeDocument/2006/relationships/image" Target="../media/image5.png"/><Relationship Id="rId4" Type="http://schemas.openxmlformats.org/officeDocument/2006/relationships/image" Target="../media/image14.png"/></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33.xml"/><Relationship Id="rId2" Type="http://schemas.openxmlformats.org/officeDocument/2006/relationships/notesSlide" Target="../notesSlides/notesSlide92.xml"/><Relationship Id="rId3" Type="http://schemas.openxmlformats.org/officeDocument/2006/relationships/image" Target="../media/image5.png"/><Relationship Id="rId4" Type="http://schemas.openxmlformats.org/officeDocument/2006/relationships/image" Target="../media/image14.png"/></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34.xml"/><Relationship Id="rId2" Type="http://schemas.openxmlformats.org/officeDocument/2006/relationships/notesSlide" Target="../notesSlides/notesSlide93.xml"/><Relationship Id="rId3" Type="http://schemas.openxmlformats.org/officeDocument/2006/relationships/image" Target="../media/image6.png"/><Relationship Id="rId4" Type="http://schemas.openxmlformats.org/officeDocument/2006/relationships/image" Target="../media/image4.png"/><Relationship Id="rId5" Type="http://schemas.openxmlformats.org/officeDocument/2006/relationships/image" Target="../media/image3.png"/></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35.xml"/><Relationship Id="rId2" Type="http://schemas.openxmlformats.org/officeDocument/2006/relationships/notesSlide" Target="../notesSlides/notesSlide94.xml"/><Relationship Id="rId3" Type="http://schemas.openxmlformats.org/officeDocument/2006/relationships/image" Target="../media/image5.png"/><Relationship Id="rId4" Type="http://schemas.openxmlformats.org/officeDocument/2006/relationships/image" Target="../media/image14.png"/><Relationship Id="rId5" Type="http://schemas.openxmlformats.org/officeDocument/2006/relationships/image" Target="../media/image13.png"/></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36.xml"/><Relationship Id="rId2" Type="http://schemas.openxmlformats.org/officeDocument/2006/relationships/notesSlide" Target="../notesSlides/notesSlide95.xml"/><Relationship Id="rId3" Type="http://schemas.openxmlformats.org/officeDocument/2006/relationships/image" Target="../media/image5.png"/><Relationship Id="rId4" Type="http://schemas.openxmlformats.org/officeDocument/2006/relationships/image" Target="../media/image14.png"/><Relationship Id="rId5" Type="http://schemas.openxmlformats.org/officeDocument/2006/relationships/image" Target="../media/image13.png"/></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37.xml"/><Relationship Id="rId2" Type="http://schemas.openxmlformats.org/officeDocument/2006/relationships/notesSlide" Target="../notesSlides/notesSlide96.xml"/><Relationship Id="rId3" Type="http://schemas.openxmlformats.org/officeDocument/2006/relationships/image" Target="../media/image6.png"/><Relationship Id="rId4" Type="http://schemas.openxmlformats.org/officeDocument/2006/relationships/image" Target="../media/image4.png"/><Relationship Id="rId5" Type="http://schemas.openxmlformats.org/officeDocument/2006/relationships/image" Target="../media/image3.png"/><Relationship Id="rId6" Type="http://schemas.openxmlformats.org/officeDocument/2006/relationships/image" Target="../media/image7.png"/></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38.xml"/><Relationship Id="rId2" Type="http://schemas.openxmlformats.org/officeDocument/2006/relationships/notesSlide" Target="../notesSlides/notesSlide97.xml"/><Relationship Id="rId3" Type="http://schemas.openxmlformats.org/officeDocument/2006/relationships/image" Target="../media/image5.png"/><Relationship Id="rId4" Type="http://schemas.openxmlformats.org/officeDocument/2006/relationships/image" Target="../media/image14.png"/><Relationship Id="rId5" Type="http://schemas.openxmlformats.org/officeDocument/2006/relationships/image" Target="../media/image13.png"/><Relationship Id="rId6" Type="http://schemas.openxmlformats.org/officeDocument/2006/relationships/image" Target="../media/image23.png"/></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39.xml"/><Relationship Id="rId2" Type="http://schemas.openxmlformats.org/officeDocument/2006/relationships/notesSlide" Target="../notesSlides/notesSlide98.xml"/><Relationship Id="rId3" Type="http://schemas.openxmlformats.org/officeDocument/2006/relationships/image" Target="../media/image5.png"/><Relationship Id="rId4" Type="http://schemas.openxmlformats.org/officeDocument/2006/relationships/image" Target="../media/image14.png"/><Relationship Id="rId5" Type="http://schemas.openxmlformats.org/officeDocument/2006/relationships/image" Target="../media/image13.png"/><Relationship Id="rId6" Type="http://schemas.openxmlformats.org/officeDocument/2006/relationships/image" Target="../media/image23.png"/></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40.xml"/><Relationship Id="rId2" Type="http://schemas.openxmlformats.org/officeDocument/2006/relationships/notesSlide" Target="../notesSlides/notesSlide99.xml"/><Relationship Id="rId3" Type="http://schemas.openxmlformats.org/officeDocument/2006/relationships/image" Target="../media/image6.png"/><Relationship Id="rId4" Type="http://schemas.openxmlformats.org/officeDocument/2006/relationships/image" Target="../media/image4.png"/><Relationship Id="rId5" Type="http://schemas.openxmlformats.org/officeDocument/2006/relationships/image" Target="../media/image3.png"/><Relationship Id="rId6" Type="http://schemas.openxmlformats.org/officeDocument/2006/relationships/image" Target="../media/image7.png"/><Relationship Id="rId7" Type="http://schemas.openxmlformats.org/officeDocument/2006/relationships/image" Target="../media/image40.png"/></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41.xml"/><Relationship Id="rId2" Type="http://schemas.openxmlformats.org/officeDocument/2006/relationships/notesSlide" Target="../notesSlides/notesSlide100.xml"/><Relationship Id="rId3" Type="http://schemas.openxmlformats.org/officeDocument/2006/relationships/image" Target="../media/image5.png"/><Relationship Id="rId4" Type="http://schemas.openxmlformats.org/officeDocument/2006/relationships/image" Target="../media/image14.png"/><Relationship Id="rId5" Type="http://schemas.openxmlformats.org/officeDocument/2006/relationships/image" Target="../media/image13.png"/><Relationship Id="rId6" Type="http://schemas.openxmlformats.org/officeDocument/2006/relationships/image" Target="../media/image23.png"/><Relationship Id="rId7" Type="http://schemas.openxmlformats.org/officeDocument/2006/relationships/image" Target="../media/image41.png"/></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42.xml"/><Relationship Id="rId2" Type="http://schemas.openxmlformats.org/officeDocument/2006/relationships/notesSlide" Target="../notesSlides/notesSlide101.xml"/><Relationship Id="rId3" Type="http://schemas.openxmlformats.org/officeDocument/2006/relationships/image" Target="../media/image48.png"/><Relationship Id="rId4" Type="http://schemas.openxmlformats.org/officeDocument/2006/relationships/image" Target="../media/image14.png"/><Relationship Id="rId5" Type="http://schemas.openxmlformats.org/officeDocument/2006/relationships/image" Target="../media/image13.png"/><Relationship Id="rId6" Type="http://schemas.openxmlformats.org/officeDocument/2006/relationships/image" Target="../media/image23.png"/><Relationship Id="rId7" Type="http://schemas.openxmlformats.org/officeDocument/2006/relationships/image" Target="../media/image41.png"/></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02.xml"/><Relationship Id="rId3" Type="http://schemas.openxmlformats.org/officeDocument/2006/relationships/image" Target="../media/image6.png"/><Relationship Id="rId4" Type="http://schemas.openxmlformats.org/officeDocument/2006/relationships/image" Target="../media/image4.png"/><Relationship Id="rId5" Type="http://schemas.openxmlformats.org/officeDocument/2006/relationships/image" Target="../media/image3.png"/><Relationship Id="rId6" Type="http://schemas.openxmlformats.org/officeDocument/2006/relationships/image" Target="../media/image7.png"/><Relationship Id="rId7" Type="http://schemas.openxmlformats.org/officeDocument/2006/relationships/image" Target="../media/image40.png"/></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8.xml"/><Relationship Id="rId2" Type="http://schemas.openxmlformats.org/officeDocument/2006/relationships/notesSlide" Target="../notesSlides/notesSlide103.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8.xml"/><Relationship Id="rId2" Type="http://schemas.openxmlformats.org/officeDocument/2006/relationships/notesSlide" Target="../notesSlides/notesSlide104.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105.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432" name="Shape 432"/>
        <p:cNvGrpSpPr/>
        <p:nvPr/>
      </p:nvGrpSpPr>
      <p:grpSpPr>
        <a:xfrm>
          <a:off x="0" y="0"/>
          <a:ext cx="0" cy="0"/>
          <a:chOff x="0" y="0"/>
          <a:chExt cx="0" cy="0"/>
        </a:xfrm>
      </p:grpSpPr>
      <p:sp>
        <p:nvSpPr>
          <p:cNvPr id="433" name="Google Shape;433;p57"/>
          <p:cNvSpPr txBox="1"/>
          <p:nvPr>
            <p:ph type="ctrTitle"/>
          </p:nvPr>
        </p:nvSpPr>
        <p:spPr>
          <a:xfrm>
            <a:off x="455775" y="985800"/>
            <a:ext cx="8134200" cy="1963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Welcome Claude Builder Club Students!</a:t>
            </a:r>
            <a:endParaRPr/>
          </a:p>
          <a:p>
            <a:pPr indent="0" lvl="0" marL="0" rtl="0" algn="l">
              <a:spcBef>
                <a:spcPts val="0"/>
              </a:spcBef>
              <a:spcAft>
                <a:spcPts val="0"/>
              </a:spcAft>
              <a:buNone/>
            </a:pPr>
            <a:r>
              <a:t/>
            </a:r>
            <a:endParaRPr/>
          </a:p>
        </p:txBody>
      </p:sp>
      <p:sp>
        <p:nvSpPr>
          <p:cNvPr id="434" name="Google Shape;434;p57"/>
          <p:cNvSpPr txBox="1"/>
          <p:nvPr/>
        </p:nvSpPr>
        <p:spPr>
          <a:xfrm>
            <a:off x="455775" y="3922400"/>
            <a:ext cx="4058100" cy="422400"/>
          </a:xfrm>
          <a:prstGeom prst="rect">
            <a:avLst/>
          </a:prstGeom>
          <a:noFill/>
          <a:ln>
            <a:noFill/>
          </a:ln>
        </p:spPr>
        <p:txBody>
          <a:bodyPr anchorCtr="0" anchor="b" bIns="0" lIns="0" spcFirstLastPara="1" rIns="0" wrap="square" tIns="0">
            <a:noAutofit/>
          </a:bodyPr>
          <a:lstStyle/>
          <a:p>
            <a:pPr indent="0" lvl="0" marL="0" rtl="0" algn="l">
              <a:spcBef>
                <a:spcPts val="0"/>
              </a:spcBef>
              <a:spcAft>
                <a:spcPts val="0"/>
              </a:spcAft>
              <a:buNone/>
            </a:pPr>
            <a:r>
              <a:rPr lang="en" sz="1000">
                <a:solidFill>
                  <a:srgbClr val="141413"/>
                </a:solidFill>
                <a:latin typeface="Poppins"/>
                <a:ea typeface="Poppins"/>
                <a:cs typeface="Poppins"/>
                <a:sym typeface="Poppins"/>
              </a:rPr>
              <a:t>Alex Notov</a:t>
            </a:r>
            <a:endParaRPr sz="1000">
              <a:solidFill>
                <a:srgbClr val="141413"/>
              </a:solidFill>
              <a:latin typeface="Poppins"/>
              <a:ea typeface="Poppins"/>
              <a:cs typeface="Poppins"/>
              <a:sym typeface="Poppins"/>
            </a:endParaRPr>
          </a:p>
          <a:p>
            <a:pPr indent="0" lvl="0" marL="0" rtl="0" algn="l">
              <a:spcBef>
                <a:spcPts val="0"/>
              </a:spcBef>
              <a:spcAft>
                <a:spcPts val="0"/>
              </a:spcAft>
              <a:buNone/>
            </a:pPr>
            <a:r>
              <a:rPr lang="en" sz="1000">
                <a:solidFill>
                  <a:srgbClr val="141413"/>
                </a:solidFill>
                <a:latin typeface="Poppins"/>
                <a:ea typeface="Poppins"/>
                <a:cs typeface="Poppins"/>
                <a:sym typeface="Poppins"/>
              </a:rPr>
              <a:t>Technical Partner Enablement Lead</a:t>
            </a:r>
            <a:endParaRPr sz="1000">
              <a:solidFill>
                <a:srgbClr val="141413"/>
              </a:solidFill>
              <a:latin typeface="Poppins"/>
              <a:ea typeface="Poppins"/>
              <a:cs typeface="Poppins"/>
              <a:sym typeface="Poppins"/>
            </a:endParaRPr>
          </a:p>
          <a:p>
            <a:pPr indent="0" lvl="0" marL="0" rtl="0" algn="l">
              <a:spcBef>
                <a:spcPts val="0"/>
              </a:spcBef>
              <a:spcAft>
                <a:spcPts val="0"/>
              </a:spcAft>
              <a:buNone/>
            </a:pPr>
            <a:r>
              <a:rPr lang="en" sz="1000">
                <a:solidFill>
                  <a:srgbClr val="141413"/>
                </a:solidFill>
                <a:latin typeface="Poppins"/>
                <a:ea typeface="Poppins"/>
                <a:cs typeface="Poppins"/>
                <a:sym typeface="Poppins"/>
              </a:rPr>
              <a:t>24 September 2025</a:t>
            </a:r>
            <a:endParaRPr sz="1000">
              <a:solidFill>
                <a:srgbClr val="141413"/>
              </a:solidFill>
              <a:latin typeface="Poppins"/>
              <a:ea typeface="Poppins"/>
              <a:cs typeface="Poppins"/>
              <a:sym typeface="Poppins"/>
            </a:endParaRPr>
          </a:p>
        </p:txBody>
      </p:sp>
      <p:sp>
        <p:nvSpPr>
          <p:cNvPr id="435" name="Google Shape;435;p57"/>
          <p:cNvSpPr txBox="1"/>
          <p:nvPr>
            <p:ph idx="1" type="subTitle"/>
          </p:nvPr>
        </p:nvSpPr>
        <p:spPr>
          <a:xfrm>
            <a:off x="455775" y="3095400"/>
            <a:ext cx="6860400" cy="7926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sz="2300"/>
              <a:t>An Intro to Claude Code and Agent Skills</a:t>
            </a:r>
            <a:endParaRPr sz="2300"/>
          </a:p>
        </p:txBody>
      </p:sp>
      <p:sp>
        <p:nvSpPr>
          <p:cNvPr id="436" name="Google Shape;436;p57"/>
          <p:cNvSpPr txBox="1"/>
          <p:nvPr>
            <p:ph idx="2" type="subTitle"/>
          </p:nvPr>
        </p:nvSpPr>
        <p:spPr>
          <a:xfrm>
            <a:off x="455775" y="4078849"/>
            <a:ext cx="4058100" cy="6471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
              <a:t>&lt;&lt;YOUR NAME&gt;&gt; </a:t>
            </a:r>
            <a:endParaRPr/>
          </a:p>
          <a:p>
            <a:pPr indent="0" lvl="0" marL="0" rtl="0" algn="l">
              <a:spcBef>
                <a:spcPts val="0"/>
              </a:spcBef>
              <a:spcAft>
                <a:spcPts val="0"/>
              </a:spcAft>
              <a:buNone/>
            </a:pPr>
            <a:r>
              <a:rPr lang="en"/>
              <a:t>&lt;&lt;YOUR SCHOOL&gt;&gt;</a:t>
            </a:r>
            <a:endParaRPr/>
          </a:p>
          <a:p>
            <a:pPr indent="0" lvl="0" marL="0" rtl="0" algn="l">
              <a:spcBef>
                <a:spcPts val="0"/>
              </a:spcBef>
              <a:spcAft>
                <a:spcPts val="0"/>
              </a:spcAft>
              <a:buNone/>
            </a:pPr>
            <a:r>
              <a:rPr lang="en"/>
              <a:t>&lt;&lt;WORKSHOP DATE&gt;&gt;</a:t>
            </a:r>
            <a:endParaRPr/>
          </a:p>
          <a:p>
            <a:pPr indent="0" lvl="0" marL="0" rtl="0" algn="l">
              <a:spcBef>
                <a:spcPts val="0"/>
              </a:spcBef>
              <a:spcAft>
                <a:spcPts val="0"/>
              </a:spcAft>
              <a:buNone/>
            </a:pPr>
            <a:r>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0" name="Shape 440"/>
        <p:cNvGrpSpPr/>
        <p:nvPr/>
      </p:nvGrpSpPr>
      <p:grpSpPr>
        <a:xfrm>
          <a:off x="0" y="0"/>
          <a:ext cx="0" cy="0"/>
          <a:chOff x="0" y="0"/>
          <a:chExt cx="0" cy="0"/>
        </a:xfrm>
      </p:grpSpPr>
      <p:sp>
        <p:nvSpPr>
          <p:cNvPr id="441" name="Google Shape;441;p58"/>
          <p:cNvSpPr txBox="1"/>
          <p:nvPr>
            <p:ph type="ctrTitle"/>
          </p:nvPr>
        </p:nvSpPr>
        <p:spPr>
          <a:xfrm>
            <a:off x="455775" y="1554700"/>
            <a:ext cx="6402300" cy="1654200"/>
          </a:xfrm>
          <a:prstGeom prst="rect">
            <a:avLst/>
          </a:prstGeom>
          <a:noFill/>
          <a:ln>
            <a:noFill/>
          </a:ln>
        </p:spPr>
        <p:txBody>
          <a:bodyPr anchorCtr="0" anchor="t" bIns="0" lIns="0" spcFirstLastPara="1" rIns="0" wrap="square" tIns="0">
            <a:normAutofit/>
          </a:bodyPr>
          <a:lstStyle/>
          <a:p>
            <a:pPr indent="0" lvl="0" marL="0" rtl="0" algn="l">
              <a:lnSpc>
                <a:spcPct val="90000"/>
              </a:lnSpc>
              <a:spcBef>
                <a:spcPts val="0"/>
              </a:spcBef>
              <a:spcAft>
                <a:spcPts val="0"/>
              </a:spcAft>
              <a:buClr>
                <a:srgbClr val="131312"/>
              </a:buClr>
              <a:buSzPts val="4400"/>
              <a:buFont typeface="Poppins Medium"/>
              <a:buNone/>
            </a:pPr>
            <a:r>
              <a:rPr lang="en"/>
              <a:t>Claude Code Foundations</a:t>
            </a:r>
            <a:endParaRPr sz="300"/>
          </a:p>
        </p:txBody>
      </p:sp>
      <p:sp>
        <p:nvSpPr>
          <p:cNvPr id="442" name="Google Shape;442;p58"/>
          <p:cNvSpPr txBox="1"/>
          <p:nvPr>
            <p:ph idx="1" type="subTitle"/>
          </p:nvPr>
        </p:nvSpPr>
        <p:spPr>
          <a:xfrm>
            <a:off x="474092" y="1092300"/>
            <a:ext cx="3705000" cy="320700"/>
          </a:xfrm>
          <a:prstGeom prst="rect">
            <a:avLst/>
          </a:prstGeom>
        </p:spPr>
        <p:txBody>
          <a:bodyPr anchorCtr="0" anchor="b" bIns="0" lIns="0" spcFirstLastPara="1" rIns="0" wrap="square" tIns="0">
            <a:noAutofit/>
          </a:bodyPr>
          <a:lstStyle/>
          <a:p>
            <a:pPr indent="12700" lvl="0" marL="0" rtl="0" algn="l">
              <a:lnSpc>
                <a:spcPct val="120000"/>
              </a:lnSpc>
              <a:spcBef>
                <a:spcPts val="0"/>
              </a:spcBef>
              <a:spcAft>
                <a:spcPts val="0"/>
              </a:spcAft>
              <a:buNone/>
            </a:pPr>
            <a:r>
              <a:rPr lang="en" sz="1500">
                <a:solidFill>
                  <a:srgbClr val="131312"/>
                </a:solidFill>
                <a:latin typeface="Lora"/>
                <a:ea typeface="Lora"/>
                <a:cs typeface="Lora"/>
                <a:sym typeface="Lora"/>
              </a:rPr>
              <a:t>Getting Started</a:t>
            </a:r>
            <a:endParaRPr/>
          </a:p>
        </p:txBody>
      </p:sp>
      <p:sp>
        <p:nvSpPr>
          <p:cNvPr id="443" name="Google Shape;443;p58"/>
          <p:cNvSpPr txBox="1"/>
          <p:nvPr>
            <p:ph idx="12" type="sldNum"/>
          </p:nvPr>
        </p:nvSpPr>
        <p:spPr>
          <a:xfrm>
            <a:off x="8256725" y="4708927"/>
            <a:ext cx="437100" cy="107400"/>
          </a:xfrm>
          <a:prstGeom prst="rect">
            <a:avLst/>
          </a:prstGeom>
        </p:spPr>
        <p:txBody>
          <a:bodyPr anchorCtr="0" anchor="t" bIns="0" lIns="0" spcFirstLastPara="1" rIns="0" wrap="square" tIns="0">
            <a:noAutofit/>
          </a:bodyPr>
          <a:lstStyle/>
          <a:p>
            <a:pPr indent="0" lvl="0" marL="0" rtl="0" algn="r">
              <a:spcBef>
                <a:spcPts val="0"/>
              </a:spcBef>
              <a:spcAft>
                <a:spcPts val="0"/>
              </a:spcAft>
              <a:buClr>
                <a:srgbClr val="000000"/>
              </a:buClr>
              <a:buSzPts val="1000"/>
              <a:buFont typeface="Arial"/>
              <a:buNone/>
            </a:pPr>
            <a:fld id="{00000000-1234-1234-1234-123412341234}" type="slidenum">
              <a:rPr lang="en" sz="800">
                <a:solidFill>
                  <a:schemeClr val="dk1"/>
                </a:solidFill>
              </a:rPr>
              <a:t>‹#›</a:t>
            </a:fld>
            <a:endParaRPr sz="800">
              <a:solidFill>
                <a:schemeClr val="dk1"/>
              </a:solidFill>
            </a:endParaRPr>
          </a:p>
        </p:txBody>
      </p:sp>
    </p:spTree>
  </p:cSld>
  <p:clrMapOvr>
    <a:masterClrMapping/>
  </p:clrMapOvr>
  <mc:AlternateContent>
    <mc:Choice Requires="p14">
      <p:transition spd="slow" p14:dur="699">
        <p:fade/>
      </p:transition>
    </mc:Choice>
    <mc:Fallback>
      <p:transition spd="slow">
        <p:fade/>
      </p:transition>
    </mc:Fallback>
  </mc:AlternateContent>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7" name="Shape 447"/>
        <p:cNvGrpSpPr/>
        <p:nvPr/>
      </p:nvGrpSpPr>
      <p:grpSpPr>
        <a:xfrm>
          <a:off x="0" y="0"/>
          <a:ext cx="0" cy="0"/>
          <a:chOff x="0" y="0"/>
          <a:chExt cx="0" cy="0"/>
        </a:xfrm>
      </p:grpSpPr>
      <p:sp>
        <p:nvSpPr>
          <p:cNvPr id="448" name="Google Shape;448;p59"/>
          <p:cNvSpPr txBox="1"/>
          <p:nvPr>
            <p:ph type="title"/>
          </p:nvPr>
        </p:nvSpPr>
        <p:spPr>
          <a:xfrm>
            <a:off x="455775" y="457206"/>
            <a:ext cx="2634300" cy="3887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What is </a:t>
            </a:r>
            <a:br>
              <a:rPr lang="en"/>
            </a:br>
            <a:r>
              <a:rPr lang="en"/>
              <a:t>Claude Code</a:t>
            </a:r>
            <a:endParaRPr/>
          </a:p>
          <a:p>
            <a:pPr indent="0" lvl="0" marL="0" rtl="0" algn="l">
              <a:lnSpc>
                <a:spcPct val="115000"/>
              </a:lnSpc>
              <a:spcBef>
                <a:spcPts val="2600"/>
              </a:spcBef>
              <a:spcAft>
                <a:spcPts val="0"/>
              </a:spcAft>
              <a:buNone/>
            </a:pPr>
            <a:r>
              <a:rPr lang="en" sz="1200">
                <a:latin typeface="Lora"/>
                <a:ea typeface="Lora"/>
                <a:cs typeface="Lora"/>
                <a:sym typeface="Lora"/>
              </a:rPr>
              <a:t>Claude Code is an agentic command line tool that lets developers delegate complex tasks while maintaining transparency and control.</a:t>
            </a:r>
            <a:endParaRPr sz="1200">
              <a:latin typeface="Lora"/>
              <a:ea typeface="Lora"/>
              <a:cs typeface="Lora"/>
              <a:sym typeface="Lora"/>
            </a:endParaRPr>
          </a:p>
          <a:p>
            <a:pPr indent="0" lvl="0" marL="0" rtl="0" algn="l">
              <a:lnSpc>
                <a:spcPct val="115000"/>
              </a:lnSpc>
              <a:spcBef>
                <a:spcPts val="1000"/>
              </a:spcBef>
              <a:spcAft>
                <a:spcPts val="0"/>
              </a:spcAft>
              <a:buNone/>
            </a:pPr>
            <a:r>
              <a:rPr lang="en" sz="1200">
                <a:latin typeface="Lora"/>
                <a:ea typeface="Lora"/>
                <a:cs typeface="Lora"/>
                <a:sym typeface="Lora"/>
              </a:rPr>
              <a:t>Optimized to work with our own frontier models</a:t>
            </a:r>
            <a:r>
              <a:rPr lang="en" sz="1200">
                <a:latin typeface="Lora"/>
                <a:ea typeface="Lora"/>
                <a:cs typeface="Lora"/>
                <a:sym typeface="Lora"/>
              </a:rPr>
              <a:t>, Claude Code can handle a broad range of coding tasks, accelerating dev work.</a:t>
            </a:r>
            <a:endParaRPr sz="1200">
              <a:latin typeface="Lora"/>
              <a:ea typeface="Lora"/>
              <a:cs typeface="Lora"/>
              <a:sym typeface="Lora"/>
            </a:endParaRPr>
          </a:p>
          <a:p>
            <a:pPr indent="0" lvl="0" marL="0" rtl="0" algn="l">
              <a:lnSpc>
                <a:spcPct val="115000"/>
              </a:lnSpc>
              <a:spcBef>
                <a:spcPts val="1000"/>
              </a:spcBef>
              <a:spcAft>
                <a:spcPts val="1000"/>
              </a:spcAft>
              <a:buNone/>
            </a:pPr>
            <a:r>
              <a:rPr b="1" lang="en" sz="1200">
                <a:latin typeface="Lora"/>
                <a:ea typeface="Lora"/>
                <a:cs typeface="Lora"/>
                <a:sym typeface="Lora"/>
              </a:rPr>
              <a:t>Discussion: What coding tasks do you wish you could delegate?</a:t>
            </a:r>
            <a:endParaRPr b="1" sz="1200">
              <a:latin typeface="Lora"/>
              <a:ea typeface="Lora"/>
              <a:cs typeface="Lora"/>
              <a:sym typeface="Lora"/>
            </a:endParaRPr>
          </a:p>
        </p:txBody>
      </p:sp>
      <p:pic>
        <p:nvPicPr>
          <p:cNvPr id="449" name="Google Shape;449;p59" title="Blog (2).png"/>
          <p:cNvPicPr preferRelativeResize="0"/>
          <p:nvPr/>
        </p:nvPicPr>
        <p:blipFill rotWithShape="1">
          <a:blip r:embed="rId3">
            <a:alphaModFix/>
          </a:blip>
          <a:srcRect b="15620" l="13590" r="13619" t="15627"/>
          <a:stretch/>
        </p:blipFill>
        <p:spPr>
          <a:xfrm>
            <a:off x="4333875" y="1147925"/>
            <a:ext cx="3931200" cy="2640000"/>
          </a:xfrm>
          <a:prstGeom prst="roundRect">
            <a:avLst>
              <a:gd fmla="val 4160" name="adj"/>
            </a:avLst>
          </a:prstGeom>
          <a:noFill/>
          <a:ln>
            <a:noFill/>
          </a:ln>
          <a:effectLst>
            <a:outerShdw blurRad="171450" rotWithShape="0" algn="bl" dir="5400000" dist="38100">
              <a:srgbClr val="000000">
                <a:alpha val="30000"/>
              </a:srgbClr>
            </a:outerShdw>
          </a:effectLst>
        </p:spPr>
      </p:pic>
      <p:sp>
        <p:nvSpPr>
          <p:cNvPr id="450" name="Google Shape;450;p59"/>
          <p:cNvSpPr txBox="1"/>
          <p:nvPr>
            <p:ph idx="4294967295" type="sldNum"/>
          </p:nvPr>
        </p:nvSpPr>
        <p:spPr>
          <a:xfrm>
            <a:off x="8256725" y="4708927"/>
            <a:ext cx="437100" cy="107400"/>
          </a:xfrm>
          <a:prstGeom prst="rect">
            <a:avLst/>
          </a:prstGeom>
        </p:spPr>
        <p:txBody>
          <a:bodyPr anchorCtr="0" anchor="t" bIns="0" lIns="0" spcFirstLastPara="1" rIns="0" wrap="square" tIns="0">
            <a:noAutofit/>
          </a:bodyPr>
          <a:lstStyle/>
          <a:p>
            <a:pPr indent="0" lvl="0" marL="0" rtl="0" algn="r">
              <a:spcBef>
                <a:spcPts val="0"/>
              </a:spcBef>
              <a:spcAft>
                <a:spcPts val="0"/>
              </a:spcAft>
              <a:buNone/>
            </a:pPr>
            <a:fld id="{00000000-1234-1234-1234-123412341234}" type="slidenum">
              <a:rPr lang="en" sz="800">
                <a:solidFill>
                  <a:schemeClr val="dk1"/>
                </a:solidFill>
              </a:rPr>
              <a:t>‹#›</a:t>
            </a:fld>
            <a:endParaRPr sz="800">
              <a:solidFill>
                <a:schemeClr val="dk1"/>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4" name="Shape 454"/>
        <p:cNvGrpSpPr/>
        <p:nvPr/>
      </p:nvGrpSpPr>
      <p:grpSpPr>
        <a:xfrm>
          <a:off x="0" y="0"/>
          <a:ext cx="0" cy="0"/>
          <a:chOff x="0" y="0"/>
          <a:chExt cx="0" cy="0"/>
        </a:xfrm>
      </p:grpSpPr>
      <p:sp>
        <p:nvSpPr>
          <p:cNvPr id="455" name="Google Shape;455;p60"/>
          <p:cNvSpPr/>
          <p:nvPr/>
        </p:nvSpPr>
        <p:spPr>
          <a:xfrm>
            <a:off x="4650850" y="1260425"/>
            <a:ext cx="4042800" cy="605400"/>
          </a:xfrm>
          <a:prstGeom prst="roundRect">
            <a:avLst>
              <a:gd fmla="val 50000" name="adj"/>
            </a:avLst>
          </a:prstGeom>
          <a:solidFill>
            <a:schemeClr val="lt2"/>
          </a:solidFill>
          <a:ln>
            <a:noFill/>
          </a:ln>
        </p:spPr>
        <p:txBody>
          <a:bodyPr anchorCtr="0" anchor="ctr" bIns="91425" lIns="548625" spcFirstLastPara="1" rIns="91425" wrap="square" tIns="91425">
            <a:noAutofit/>
          </a:bodyPr>
          <a:lstStyle/>
          <a:p>
            <a:pPr indent="0" lvl="0" marL="0" rtl="0" algn="l">
              <a:lnSpc>
                <a:spcPct val="100000"/>
              </a:lnSpc>
              <a:spcBef>
                <a:spcPts val="0"/>
              </a:spcBef>
              <a:spcAft>
                <a:spcPts val="0"/>
              </a:spcAft>
              <a:buNone/>
            </a:pPr>
            <a:r>
              <a:rPr lang="en">
                <a:solidFill>
                  <a:schemeClr val="dk1"/>
                </a:solidFill>
                <a:latin typeface="Lora"/>
                <a:ea typeface="Lora"/>
                <a:cs typeface="Lora"/>
                <a:sym typeface="Lora"/>
              </a:rPr>
              <a:t>Install Claude Code</a:t>
            </a:r>
            <a:endParaRPr b="1" sz="1800">
              <a:solidFill>
                <a:schemeClr val="dk1"/>
              </a:solidFill>
              <a:latin typeface="Courier New"/>
              <a:ea typeface="Courier New"/>
              <a:cs typeface="Courier New"/>
              <a:sym typeface="Courier New"/>
            </a:endParaRPr>
          </a:p>
        </p:txBody>
      </p:sp>
      <p:sp>
        <p:nvSpPr>
          <p:cNvPr id="456" name="Google Shape;456;p60"/>
          <p:cNvSpPr/>
          <p:nvPr/>
        </p:nvSpPr>
        <p:spPr>
          <a:xfrm>
            <a:off x="4650850" y="1958775"/>
            <a:ext cx="4042800" cy="815400"/>
          </a:xfrm>
          <a:prstGeom prst="roundRect">
            <a:avLst>
              <a:gd fmla="val 50000" name="adj"/>
            </a:avLst>
          </a:prstGeom>
          <a:solidFill>
            <a:schemeClr val="lt2"/>
          </a:solidFill>
          <a:ln>
            <a:noFill/>
          </a:ln>
        </p:spPr>
        <p:txBody>
          <a:bodyPr anchorCtr="0" anchor="ctr" bIns="91425" lIns="548625" spcFirstLastPara="1" rIns="91425" wrap="square" tIns="91425">
            <a:noAutofit/>
          </a:bodyPr>
          <a:lstStyle/>
          <a:p>
            <a:pPr indent="0" lvl="0" marL="0" rtl="0" algn="l">
              <a:lnSpc>
                <a:spcPct val="100000"/>
              </a:lnSpc>
              <a:spcBef>
                <a:spcPts val="0"/>
              </a:spcBef>
              <a:spcAft>
                <a:spcPts val="0"/>
              </a:spcAft>
              <a:buNone/>
            </a:pPr>
            <a:r>
              <a:rPr lang="en">
                <a:solidFill>
                  <a:schemeClr val="dk1"/>
                </a:solidFill>
                <a:latin typeface="Lora"/>
                <a:ea typeface="Lora"/>
                <a:cs typeface="Lora"/>
                <a:sym typeface="Lora"/>
              </a:rPr>
              <a:t>Log in to Claude Console, </a:t>
            </a:r>
            <a:br>
              <a:rPr lang="en">
                <a:solidFill>
                  <a:schemeClr val="dk1"/>
                </a:solidFill>
                <a:latin typeface="Lora"/>
                <a:ea typeface="Lora"/>
                <a:cs typeface="Lora"/>
                <a:sym typeface="Lora"/>
              </a:rPr>
            </a:br>
            <a:r>
              <a:rPr b="1" i="1" lang="en">
                <a:solidFill>
                  <a:schemeClr val="dk1"/>
                </a:solidFill>
                <a:latin typeface="Lora"/>
                <a:ea typeface="Lora"/>
                <a:cs typeface="Lora"/>
                <a:sym typeface="Lora"/>
              </a:rPr>
              <a:t>or</a:t>
            </a:r>
            <a:r>
              <a:rPr lang="en">
                <a:solidFill>
                  <a:schemeClr val="dk1"/>
                </a:solidFill>
                <a:latin typeface="Lora"/>
                <a:ea typeface="Lora"/>
                <a:cs typeface="Lora"/>
                <a:sym typeface="Lora"/>
              </a:rPr>
              <a:t> connect to Bedrock/Vertex AI</a:t>
            </a:r>
            <a:endParaRPr b="1" sz="1800">
              <a:solidFill>
                <a:schemeClr val="dk1"/>
              </a:solidFill>
              <a:latin typeface="Courier New"/>
              <a:ea typeface="Courier New"/>
              <a:cs typeface="Courier New"/>
              <a:sym typeface="Courier New"/>
            </a:endParaRPr>
          </a:p>
        </p:txBody>
      </p:sp>
      <p:sp>
        <p:nvSpPr>
          <p:cNvPr id="457" name="Google Shape;457;p60"/>
          <p:cNvSpPr/>
          <p:nvPr/>
        </p:nvSpPr>
        <p:spPr>
          <a:xfrm>
            <a:off x="4650850" y="2867125"/>
            <a:ext cx="4042800" cy="605400"/>
          </a:xfrm>
          <a:prstGeom prst="roundRect">
            <a:avLst>
              <a:gd fmla="val 50000" name="adj"/>
            </a:avLst>
          </a:prstGeom>
          <a:solidFill>
            <a:schemeClr val="lt2"/>
          </a:solidFill>
          <a:ln>
            <a:noFill/>
          </a:ln>
        </p:spPr>
        <p:txBody>
          <a:bodyPr anchorCtr="0" anchor="ctr" bIns="91425" lIns="548625" spcFirstLastPara="1" rIns="91425" wrap="square" tIns="91425">
            <a:noAutofit/>
          </a:bodyPr>
          <a:lstStyle/>
          <a:p>
            <a:pPr indent="0" lvl="0" marL="0" rtl="0" algn="l">
              <a:lnSpc>
                <a:spcPct val="100000"/>
              </a:lnSpc>
              <a:spcBef>
                <a:spcPts val="0"/>
              </a:spcBef>
              <a:spcAft>
                <a:spcPts val="0"/>
              </a:spcAft>
              <a:buNone/>
            </a:pPr>
            <a:r>
              <a:rPr lang="en">
                <a:solidFill>
                  <a:schemeClr val="dk1"/>
                </a:solidFill>
                <a:latin typeface="Lora"/>
                <a:ea typeface="Lora"/>
                <a:cs typeface="Lora"/>
                <a:sym typeface="Lora"/>
              </a:rPr>
              <a:t>Start coding</a:t>
            </a:r>
            <a:endParaRPr b="1" sz="1800">
              <a:solidFill>
                <a:schemeClr val="dk1"/>
              </a:solidFill>
              <a:latin typeface="Courier New"/>
              <a:ea typeface="Courier New"/>
              <a:cs typeface="Courier New"/>
              <a:sym typeface="Courier New"/>
            </a:endParaRPr>
          </a:p>
        </p:txBody>
      </p:sp>
      <p:sp>
        <p:nvSpPr>
          <p:cNvPr id="458" name="Google Shape;458;p60"/>
          <p:cNvSpPr/>
          <p:nvPr/>
        </p:nvSpPr>
        <p:spPr>
          <a:xfrm>
            <a:off x="455775" y="1613775"/>
            <a:ext cx="4033500" cy="1858800"/>
          </a:xfrm>
          <a:prstGeom prst="roundRect">
            <a:avLst>
              <a:gd fmla="val 5582" name="adj"/>
            </a:avLst>
          </a:prstGeom>
          <a:solidFill>
            <a:schemeClr val="lt2"/>
          </a:solidFill>
          <a:ln>
            <a:noFill/>
          </a:ln>
        </p:spPr>
        <p:txBody>
          <a:bodyPr anchorCtr="0" anchor="t" bIns="91425" lIns="137150" spcFirstLastPara="1" rIns="91425" wrap="square" tIns="137150">
            <a:noAutofit/>
          </a:bodyPr>
          <a:lstStyle/>
          <a:p>
            <a:pPr indent="0" lvl="0" marL="0" rtl="0" algn="l">
              <a:lnSpc>
                <a:spcPct val="115000"/>
              </a:lnSpc>
              <a:spcBef>
                <a:spcPts val="0"/>
              </a:spcBef>
              <a:spcAft>
                <a:spcPts val="1000"/>
              </a:spcAft>
              <a:buNone/>
            </a:pPr>
            <a:r>
              <a:rPr lang="en" sz="1800">
                <a:solidFill>
                  <a:schemeClr val="dk1"/>
                </a:solidFill>
                <a:latin typeface="IBM Plex Mono"/>
                <a:ea typeface="IBM Plex Mono"/>
                <a:cs typeface="IBM Plex Mono"/>
                <a:sym typeface="IBM Plex Mono"/>
              </a:rPr>
              <a:t>npm install -g @anthropic-ai/claude-code</a:t>
            </a:r>
            <a:endParaRPr sz="1800">
              <a:solidFill>
                <a:schemeClr val="dk1"/>
              </a:solidFill>
              <a:latin typeface="IBM Plex Mono"/>
              <a:ea typeface="IBM Plex Mono"/>
              <a:cs typeface="IBM Plex Mono"/>
              <a:sym typeface="IBM Plex Mono"/>
            </a:endParaRPr>
          </a:p>
        </p:txBody>
      </p:sp>
      <p:sp>
        <p:nvSpPr>
          <p:cNvPr id="459" name="Google Shape;459;p60"/>
          <p:cNvSpPr txBox="1"/>
          <p:nvPr>
            <p:ph type="title"/>
          </p:nvPr>
        </p:nvSpPr>
        <p:spPr>
          <a:xfrm>
            <a:off x="453000" y="457200"/>
            <a:ext cx="8238000" cy="8154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Activity: Set up Claude Code</a:t>
            </a:r>
            <a:endParaRPr/>
          </a:p>
        </p:txBody>
      </p:sp>
      <p:sp>
        <p:nvSpPr>
          <p:cNvPr id="460" name="Google Shape;460;p60"/>
          <p:cNvSpPr txBox="1"/>
          <p:nvPr>
            <p:ph idx="1" type="body"/>
          </p:nvPr>
        </p:nvSpPr>
        <p:spPr>
          <a:xfrm>
            <a:off x="455775" y="1260425"/>
            <a:ext cx="3894600" cy="3930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
              <a:t>To install Claude Code, run this command:</a:t>
            </a:r>
            <a:endParaRPr/>
          </a:p>
        </p:txBody>
      </p:sp>
      <p:sp>
        <p:nvSpPr>
          <p:cNvPr id="461" name="Google Shape;461;p60"/>
          <p:cNvSpPr/>
          <p:nvPr/>
        </p:nvSpPr>
        <p:spPr>
          <a:xfrm>
            <a:off x="4792825" y="1360325"/>
            <a:ext cx="405600" cy="405600"/>
          </a:xfrm>
          <a:prstGeom prst="ellipse">
            <a:avLst/>
          </a:prstGeom>
          <a:solidFill>
            <a:srgbClr val="D97757"/>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600">
                <a:solidFill>
                  <a:srgbClr val="FFFFFF"/>
                </a:solidFill>
                <a:latin typeface="Poppins SemiBold"/>
                <a:ea typeface="Poppins SemiBold"/>
                <a:cs typeface="Poppins SemiBold"/>
                <a:sym typeface="Poppins SemiBold"/>
              </a:rPr>
              <a:t>1</a:t>
            </a:r>
            <a:endParaRPr sz="1600">
              <a:solidFill>
                <a:srgbClr val="FFFFFF"/>
              </a:solidFill>
              <a:latin typeface="Poppins SemiBold"/>
              <a:ea typeface="Poppins SemiBold"/>
              <a:cs typeface="Poppins SemiBold"/>
              <a:sym typeface="Poppins SemiBold"/>
            </a:endParaRPr>
          </a:p>
        </p:txBody>
      </p:sp>
      <p:sp>
        <p:nvSpPr>
          <p:cNvPr id="462" name="Google Shape;462;p60"/>
          <p:cNvSpPr/>
          <p:nvPr/>
        </p:nvSpPr>
        <p:spPr>
          <a:xfrm>
            <a:off x="4792825" y="2163675"/>
            <a:ext cx="405600" cy="405600"/>
          </a:xfrm>
          <a:prstGeom prst="ellipse">
            <a:avLst/>
          </a:prstGeom>
          <a:solidFill>
            <a:srgbClr val="D97757"/>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600">
                <a:solidFill>
                  <a:srgbClr val="FFFFFF"/>
                </a:solidFill>
                <a:latin typeface="Poppins SemiBold"/>
                <a:ea typeface="Poppins SemiBold"/>
                <a:cs typeface="Poppins SemiBold"/>
                <a:sym typeface="Poppins SemiBold"/>
              </a:rPr>
              <a:t>2</a:t>
            </a:r>
            <a:endParaRPr sz="1600">
              <a:solidFill>
                <a:srgbClr val="FFFFFF"/>
              </a:solidFill>
              <a:latin typeface="Poppins SemiBold"/>
              <a:ea typeface="Poppins SemiBold"/>
              <a:cs typeface="Poppins SemiBold"/>
              <a:sym typeface="Poppins SemiBold"/>
            </a:endParaRPr>
          </a:p>
        </p:txBody>
      </p:sp>
      <p:sp>
        <p:nvSpPr>
          <p:cNvPr id="463" name="Google Shape;463;p60"/>
          <p:cNvSpPr/>
          <p:nvPr/>
        </p:nvSpPr>
        <p:spPr>
          <a:xfrm>
            <a:off x="4792825" y="2975000"/>
            <a:ext cx="405600" cy="405600"/>
          </a:xfrm>
          <a:prstGeom prst="ellipse">
            <a:avLst/>
          </a:prstGeom>
          <a:solidFill>
            <a:srgbClr val="D97757"/>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600">
                <a:solidFill>
                  <a:srgbClr val="FFFFFF"/>
                </a:solidFill>
                <a:latin typeface="Poppins SemiBold"/>
                <a:ea typeface="Poppins SemiBold"/>
                <a:cs typeface="Poppins SemiBold"/>
                <a:sym typeface="Poppins SemiBold"/>
              </a:rPr>
              <a:t>3</a:t>
            </a:r>
            <a:endParaRPr sz="1600">
              <a:solidFill>
                <a:srgbClr val="FFFFFF"/>
              </a:solidFill>
              <a:latin typeface="Poppins SemiBold"/>
              <a:ea typeface="Poppins SemiBold"/>
              <a:cs typeface="Poppins SemiBold"/>
              <a:sym typeface="Poppins SemiBold"/>
            </a:endParaRPr>
          </a:p>
        </p:txBody>
      </p:sp>
      <p:sp>
        <p:nvSpPr>
          <p:cNvPr id="464" name="Google Shape;464;p60"/>
          <p:cNvSpPr/>
          <p:nvPr/>
        </p:nvSpPr>
        <p:spPr>
          <a:xfrm>
            <a:off x="453000" y="3678671"/>
            <a:ext cx="8238000" cy="333900"/>
          </a:xfrm>
          <a:prstGeom prst="roundRect">
            <a:avLst>
              <a:gd fmla="val 22844"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400"/>
              </a:spcBef>
              <a:spcAft>
                <a:spcPts val="1200"/>
              </a:spcAft>
              <a:buNone/>
            </a:pPr>
            <a:r>
              <a:rPr lang="en">
                <a:solidFill>
                  <a:srgbClr val="141413"/>
                </a:solidFill>
                <a:latin typeface="Lora"/>
                <a:ea typeface="Lora"/>
                <a:cs typeface="Lora"/>
                <a:sym typeface="Lora"/>
              </a:rPr>
              <a:t>API-based, pay-as-you-go pricing with no license fee</a:t>
            </a:r>
            <a:endParaRPr>
              <a:solidFill>
                <a:srgbClr val="141413"/>
              </a:solidFill>
              <a:latin typeface="Lora"/>
              <a:ea typeface="Lora"/>
              <a:cs typeface="Lora"/>
              <a:sym typeface="Lora"/>
            </a:endParaRPr>
          </a:p>
        </p:txBody>
      </p:sp>
      <p:sp>
        <p:nvSpPr>
          <p:cNvPr id="465" name="Google Shape;465;p60"/>
          <p:cNvSpPr txBox="1"/>
          <p:nvPr>
            <p:ph idx="12" type="sldNum"/>
          </p:nvPr>
        </p:nvSpPr>
        <p:spPr>
          <a:xfrm>
            <a:off x="8256725" y="4708927"/>
            <a:ext cx="437100" cy="107400"/>
          </a:xfrm>
          <a:prstGeom prst="rect">
            <a:avLst/>
          </a:prstGeom>
        </p:spPr>
        <p:txBody>
          <a:bodyPr anchorCtr="0" anchor="t" bIns="0" lIns="0" spcFirstLastPara="1" rIns="0" wrap="square" tIns="0">
            <a:noAutofit/>
          </a:bodyPr>
          <a:lstStyle/>
          <a:p>
            <a:pPr indent="0" lvl="0" marL="0" rtl="0" algn="r">
              <a:spcBef>
                <a:spcPts val="0"/>
              </a:spcBef>
              <a:spcAft>
                <a:spcPts val="0"/>
              </a:spcAft>
              <a:buClr>
                <a:srgbClr val="000000"/>
              </a:buClr>
              <a:buSzPts val="1000"/>
              <a:buFont typeface="Arial"/>
              <a:buNone/>
            </a:pPr>
            <a:fld id="{00000000-1234-1234-1234-123412341234}" type="slidenum">
              <a:rPr lang="en" sz="800">
                <a:solidFill>
                  <a:srgbClr val="B0AEA5"/>
                </a:solidFill>
              </a:rPr>
              <a:t>‹#›</a:t>
            </a:fld>
            <a:endParaRPr sz="800">
              <a:solidFill>
                <a:srgbClr val="B0AEA5"/>
              </a:solidFill>
            </a:endParaRPr>
          </a:p>
        </p:txBody>
      </p:sp>
      <p:sp>
        <p:nvSpPr>
          <p:cNvPr id="466" name="Google Shape;466;p60"/>
          <p:cNvSpPr/>
          <p:nvPr/>
        </p:nvSpPr>
        <p:spPr>
          <a:xfrm>
            <a:off x="426350" y="4218721"/>
            <a:ext cx="8238000" cy="333900"/>
          </a:xfrm>
          <a:prstGeom prst="roundRect">
            <a:avLst>
              <a:gd fmla="val 22844"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400"/>
              </a:spcBef>
              <a:spcAft>
                <a:spcPts val="1200"/>
              </a:spcAft>
              <a:buNone/>
            </a:pPr>
            <a:r>
              <a:rPr lang="en" u="sng">
                <a:solidFill>
                  <a:schemeClr val="hlink"/>
                </a:solidFill>
                <a:latin typeface="Lora"/>
                <a:ea typeface="Lora"/>
                <a:cs typeface="Lora"/>
                <a:sym typeface="Lora"/>
                <a:hlinkClick r:id="rId3"/>
              </a:rPr>
              <a:t>Free, Pro, and 2 Levels of Max</a:t>
            </a:r>
            <a:endParaRPr>
              <a:solidFill>
                <a:srgbClr val="141413"/>
              </a:solidFill>
              <a:latin typeface="Lora"/>
              <a:ea typeface="Lora"/>
              <a:cs typeface="Lora"/>
              <a:sym typeface="Lora"/>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0" name="Shape 470"/>
        <p:cNvGrpSpPr/>
        <p:nvPr/>
      </p:nvGrpSpPr>
      <p:grpSpPr>
        <a:xfrm>
          <a:off x="0" y="0"/>
          <a:ext cx="0" cy="0"/>
          <a:chOff x="0" y="0"/>
          <a:chExt cx="0" cy="0"/>
        </a:xfrm>
      </p:grpSpPr>
      <p:sp>
        <p:nvSpPr>
          <p:cNvPr id="471" name="Google Shape;471;p61"/>
          <p:cNvSpPr txBox="1"/>
          <p:nvPr>
            <p:ph type="title"/>
          </p:nvPr>
        </p:nvSpPr>
        <p:spPr>
          <a:xfrm>
            <a:off x="455775" y="457200"/>
            <a:ext cx="2543400" cy="2114700"/>
          </a:xfrm>
          <a:prstGeom prst="rect">
            <a:avLst/>
          </a:prstGeom>
        </p:spPr>
        <p:txBody>
          <a:bodyPr anchorCtr="0" anchor="t" bIns="0" lIns="0" spcFirstLastPara="1" rIns="0" wrap="square" tIns="0">
            <a:noAutofit/>
          </a:bodyPr>
          <a:lstStyle/>
          <a:p>
            <a:pPr indent="0" lvl="0" marL="0" rtl="0" algn="l">
              <a:lnSpc>
                <a:spcPct val="90000"/>
              </a:lnSpc>
              <a:spcBef>
                <a:spcPts val="0"/>
              </a:spcBef>
              <a:spcAft>
                <a:spcPts val="0"/>
              </a:spcAft>
              <a:buNone/>
            </a:pPr>
            <a:r>
              <a:rPr lang="en" sz="1900"/>
              <a:t>Accelerates </a:t>
            </a:r>
            <a:br>
              <a:rPr lang="en" sz="1900"/>
            </a:br>
            <a:r>
              <a:rPr lang="en" sz="1900"/>
              <a:t>dev work across </a:t>
            </a:r>
            <a:br>
              <a:rPr lang="en" sz="1900"/>
            </a:br>
            <a:r>
              <a:rPr lang="en" sz="1900"/>
              <a:t>the SDLC</a:t>
            </a:r>
            <a:endParaRPr sz="1900"/>
          </a:p>
          <a:p>
            <a:pPr indent="0" lvl="0" marL="0" rtl="0" algn="l">
              <a:lnSpc>
                <a:spcPct val="115000"/>
              </a:lnSpc>
              <a:spcBef>
                <a:spcPts val="2000"/>
              </a:spcBef>
              <a:spcAft>
                <a:spcPts val="0"/>
              </a:spcAft>
              <a:buNone/>
            </a:pPr>
            <a:r>
              <a:rPr lang="en" sz="1200">
                <a:latin typeface="Lora"/>
                <a:ea typeface="Lora"/>
                <a:cs typeface="Lora"/>
                <a:sym typeface="Lora"/>
              </a:rPr>
              <a:t>Claude Code handles everything from daily development tasks to large, multi-file feature builds, freeing engineers to think about solution design rather than implementation details.</a:t>
            </a:r>
            <a:endParaRPr sz="1200">
              <a:latin typeface="Lora"/>
              <a:ea typeface="Lora"/>
              <a:cs typeface="Lora"/>
              <a:sym typeface="Lora"/>
            </a:endParaRPr>
          </a:p>
          <a:p>
            <a:pPr indent="0" lvl="0" marL="0" rtl="0" algn="l">
              <a:lnSpc>
                <a:spcPct val="90000"/>
              </a:lnSpc>
              <a:spcBef>
                <a:spcPts val="2000"/>
              </a:spcBef>
              <a:spcAft>
                <a:spcPts val="2600"/>
              </a:spcAft>
              <a:buNone/>
            </a:pPr>
            <a:r>
              <a:t/>
            </a:r>
            <a:endParaRPr sz="1900"/>
          </a:p>
        </p:txBody>
      </p:sp>
      <p:sp>
        <p:nvSpPr>
          <p:cNvPr id="472" name="Google Shape;472;p61"/>
          <p:cNvSpPr txBox="1"/>
          <p:nvPr>
            <p:ph idx="12" type="sldNum"/>
          </p:nvPr>
        </p:nvSpPr>
        <p:spPr>
          <a:xfrm>
            <a:off x="8256725" y="4708927"/>
            <a:ext cx="437100" cy="107400"/>
          </a:xfrm>
          <a:prstGeom prst="rect">
            <a:avLst/>
          </a:prstGeom>
        </p:spPr>
        <p:txBody>
          <a:bodyPr anchorCtr="0" anchor="t" bIns="0" lIns="0" spcFirstLastPara="1" rIns="0" wrap="square" tIns="0">
            <a:noAutofit/>
          </a:bodyPr>
          <a:lstStyle/>
          <a:p>
            <a:pPr indent="0" lvl="0" marL="0" rtl="0" algn="r">
              <a:spcBef>
                <a:spcPts val="0"/>
              </a:spcBef>
              <a:spcAft>
                <a:spcPts val="0"/>
              </a:spcAft>
              <a:buClr>
                <a:srgbClr val="000000"/>
              </a:buClr>
              <a:buSzPts val="1018"/>
              <a:buFont typeface="Arial"/>
              <a:buNone/>
            </a:pPr>
            <a:fld id="{00000000-1234-1234-1234-123412341234}" type="slidenum">
              <a:rPr lang="en"/>
              <a:t>‹#›</a:t>
            </a:fld>
            <a:endParaRPr/>
          </a:p>
        </p:txBody>
      </p:sp>
      <p:sp>
        <p:nvSpPr>
          <p:cNvPr id="473" name="Google Shape;473;p61"/>
          <p:cNvSpPr txBox="1"/>
          <p:nvPr/>
        </p:nvSpPr>
        <p:spPr>
          <a:xfrm>
            <a:off x="4626925" y="4693687"/>
            <a:ext cx="3346500" cy="107400"/>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r>
              <a:rPr lang="en" sz="800">
                <a:solidFill>
                  <a:schemeClr val="dk2"/>
                </a:solidFill>
                <a:latin typeface="Poppins"/>
                <a:ea typeface="Poppins"/>
                <a:cs typeface="Poppins"/>
                <a:sym typeface="Poppins"/>
              </a:rPr>
              <a:t>CONFIDENTIAL</a:t>
            </a:r>
            <a:endParaRPr sz="800">
              <a:solidFill>
                <a:schemeClr val="dk2"/>
              </a:solidFill>
              <a:latin typeface="Poppins"/>
              <a:ea typeface="Poppins"/>
              <a:cs typeface="Poppins"/>
              <a:sym typeface="Poppins"/>
            </a:endParaRPr>
          </a:p>
        </p:txBody>
      </p:sp>
      <p:sp>
        <p:nvSpPr>
          <p:cNvPr id="474" name="Google Shape;474;p61"/>
          <p:cNvSpPr txBox="1"/>
          <p:nvPr/>
        </p:nvSpPr>
        <p:spPr>
          <a:xfrm>
            <a:off x="3657850" y="457200"/>
            <a:ext cx="2492400" cy="2178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400"/>
              </a:spcAft>
              <a:buNone/>
            </a:pPr>
            <a:r>
              <a:rPr lang="en" sz="1000">
                <a:solidFill>
                  <a:schemeClr val="dk1"/>
                </a:solidFill>
                <a:latin typeface="Poppins SemiBold"/>
                <a:ea typeface="Poppins SemiBold"/>
                <a:cs typeface="Poppins SemiBold"/>
                <a:sym typeface="Poppins SemiBold"/>
              </a:rPr>
              <a:t>Ask Claude Code to:</a:t>
            </a:r>
            <a:endParaRPr sz="1000">
              <a:solidFill>
                <a:schemeClr val="dk1"/>
              </a:solidFill>
              <a:latin typeface="Poppins SemiBold"/>
              <a:ea typeface="Poppins SemiBold"/>
              <a:cs typeface="Poppins SemiBold"/>
              <a:sym typeface="Poppins SemiBold"/>
            </a:endParaRPr>
          </a:p>
        </p:txBody>
      </p:sp>
      <p:sp>
        <p:nvSpPr>
          <p:cNvPr id="475" name="Google Shape;475;p61"/>
          <p:cNvSpPr/>
          <p:nvPr/>
        </p:nvSpPr>
        <p:spPr>
          <a:xfrm>
            <a:off x="455775" y="2900400"/>
            <a:ext cx="2287500" cy="1620300"/>
          </a:xfrm>
          <a:prstGeom prst="roundRect">
            <a:avLst>
              <a:gd fmla="val 11550" name="adj"/>
            </a:avLst>
          </a:prstGeom>
          <a:solidFill>
            <a:srgbClr val="FFFFFF"/>
          </a:solidFill>
          <a:ln>
            <a:noFill/>
          </a:ln>
        </p:spPr>
        <p:txBody>
          <a:bodyPr anchorCtr="0" anchor="t" bIns="91425" lIns="91425" spcFirstLastPara="1" rIns="91425" wrap="square" tIns="91425">
            <a:noAutofit/>
          </a:bodyPr>
          <a:lstStyle/>
          <a:p>
            <a:pPr indent="0" lvl="0" marL="0" rtl="0" algn="l">
              <a:lnSpc>
                <a:spcPct val="90000"/>
              </a:lnSpc>
              <a:spcBef>
                <a:spcPts val="800"/>
              </a:spcBef>
              <a:spcAft>
                <a:spcPts val="0"/>
              </a:spcAft>
              <a:buNone/>
            </a:pPr>
            <a:r>
              <a:rPr lang="en" sz="2000">
                <a:solidFill>
                  <a:schemeClr val="dk1"/>
                </a:solidFill>
                <a:latin typeface="Poppins SemiBold"/>
                <a:ea typeface="Poppins SemiBold"/>
                <a:cs typeface="Poppins SemiBold"/>
                <a:sym typeface="Poppins SemiBold"/>
              </a:rPr>
              <a:t>1+ million </a:t>
            </a:r>
            <a:br>
              <a:rPr lang="en" sz="2000">
                <a:solidFill>
                  <a:schemeClr val="dk1"/>
                </a:solidFill>
                <a:latin typeface="Poppins SemiBold"/>
                <a:ea typeface="Poppins SemiBold"/>
                <a:cs typeface="Poppins SemiBold"/>
                <a:sym typeface="Poppins SemiBold"/>
              </a:rPr>
            </a:br>
            <a:r>
              <a:rPr lang="en" sz="2000">
                <a:solidFill>
                  <a:schemeClr val="dk1"/>
                </a:solidFill>
                <a:latin typeface="Poppins SemiBold"/>
                <a:ea typeface="Poppins SemiBold"/>
                <a:cs typeface="Poppins SemiBold"/>
                <a:sym typeface="Poppins SemiBold"/>
              </a:rPr>
              <a:t>lines of code</a:t>
            </a:r>
            <a:endParaRPr sz="2000"/>
          </a:p>
          <a:p>
            <a:pPr indent="0" lvl="0" marL="0" rtl="0" algn="l">
              <a:lnSpc>
                <a:spcPct val="115000"/>
              </a:lnSpc>
              <a:spcBef>
                <a:spcPts val="800"/>
              </a:spcBef>
              <a:spcAft>
                <a:spcPts val="0"/>
              </a:spcAft>
              <a:buNone/>
            </a:pPr>
            <a:r>
              <a:rPr i="1" lang="en" sz="900">
                <a:solidFill>
                  <a:schemeClr val="dk1"/>
                </a:solidFill>
                <a:latin typeface="Lora"/>
                <a:ea typeface="Lora"/>
                <a:cs typeface="Lora"/>
                <a:sym typeface="Lora"/>
              </a:rPr>
              <a:t>Lines of AI-suggested code implemented in 30 days at Ramp</a:t>
            </a:r>
            <a:endParaRPr i="1" sz="900"/>
          </a:p>
          <a:p>
            <a:pPr indent="0" lvl="0" marL="0" rtl="0" algn="ctr">
              <a:spcBef>
                <a:spcPts val="400"/>
              </a:spcBef>
              <a:spcAft>
                <a:spcPts val="1200"/>
              </a:spcAft>
              <a:buNone/>
            </a:pPr>
            <a:r>
              <a:t/>
            </a:r>
            <a:endParaRPr sz="1100">
              <a:solidFill>
                <a:srgbClr val="141413"/>
              </a:solidFill>
              <a:latin typeface="Lora SemiBold"/>
              <a:ea typeface="Lora SemiBold"/>
              <a:cs typeface="Lora SemiBold"/>
              <a:sym typeface="Lora SemiBold"/>
            </a:endParaRPr>
          </a:p>
        </p:txBody>
      </p:sp>
      <p:pic>
        <p:nvPicPr>
          <p:cNvPr id="476" name="Google Shape;476;p61" title="Ramp-Lockup-RGB-Black-1 1.png"/>
          <p:cNvPicPr preferRelativeResize="0"/>
          <p:nvPr/>
        </p:nvPicPr>
        <p:blipFill>
          <a:blip r:embed="rId3">
            <a:alphaModFix/>
          </a:blip>
          <a:stretch>
            <a:fillRect/>
          </a:stretch>
        </p:blipFill>
        <p:spPr>
          <a:xfrm>
            <a:off x="1856875" y="4174425"/>
            <a:ext cx="676701" cy="181525"/>
          </a:xfrm>
          <a:prstGeom prst="rect">
            <a:avLst/>
          </a:prstGeom>
          <a:noFill/>
          <a:ln>
            <a:noFill/>
          </a:ln>
        </p:spPr>
      </p:pic>
      <p:sp>
        <p:nvSpPr>
          <p:cNvPr id="477" name="Google Shape;477;p61"/>
          <p:cNvSpPr/>
          <p:nvPr/>
        </p:nvSpPr>
        <p:spPr>
          <a:xfrm>
            <a:off x="3657850" y="771700"/>
            <a:ext cx="1510500" cy="698100"/>
          </a:xfrm>
          <a:prstGeom prst="roundRect">
            <a:avLst>
              <a:gd fmla="val 16667" name="adj"/>
            </a:avLst>
          </a:prstGeom>
          <a:solidFill>
            <a:srgbClr val="FFFFFF"/>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latin typeface="Poppins SemiBold"/>
                <a:ea typeface="Poppins SemiBold"/>
                <a:cs typeface="Poppins SemiBold"/>
                <a:sym typeface="Poppins SemiBold"/>
              </a:rPr>
              <a:t>1 </a:t>
            </a:r>
            <a:r>
              <a:rPr lang="en" sz="1100">
                <a:solidFill>
                  <a:schemeClr val="dk1"/>
                </a:solidFill>
                <a:latin typeface="Poppins SemiBold"/>
                <a:ea typeface="Poppins SemiBold"/>
                <a:cs typeface="Poppins SemiBold"/>
                <a:sym typeface="Poppins SemiBold"/>
              </a:rPr>
              <a:t>Discover</a:t>
            </a:r>
            <a:endParaRPr sz="1200">
              <a:latin typeface="Poppins SemiBold"/>
              <a:ea typeface="Poppins SemiBold"/>
              <a:cs typeface="Poppins SemiBold"/>
              <a:sym typeface="Poppins SemiBold"/>
            </a:endParaRPr>
          </a:p>
        </p:txBody>
      </p:sp>
      <p:sp>
        <p:nvSpPr>
          <p:cNvPr id="478" name="Google Shape;478;p61"/>
          <p:cNvSpPr/>
          <p:nvPr/>
        </p:nvSpPr>
        <p:spPr>
          <a:xfrm>
            <a:off x="3657850" y="1534423"/>
            <a:ext cx="1510500" cy="698100"/>
          </a:xfrm>
          <a:prstGeom prst="roundRect">
            <a:avLst>
              <a:gd fmla="val 16667" name="adj"/>
            </a:avLst>
          </a:prstGeom>
          <a:solidFill>
            <a:srgbClr val="FFFFFF"/>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latin typeface="Poppins SemiBold"/>
                <a:ea typeface="Poppins SemiBold"/>
                <a:cs typeface="Poppins SemiBold"/>
                <a:sym typeface="Poppins SemiBold"/>
              </a:rPr>
              <a:t>2 </a:t>
            </a:r>
            <a:r>
              <a:rPr lang="en" sz="1100">
                <a:solidFill>
                  <a:schemeClr val="dk1"/>
                </a:solidFill>
                <a:latin typeface="Poppins SemiBold"/>
                <a:ea typeface="Poppins SemiBold"/>
                <a:cs typeface="Poppins SemiBold"/>
                <a:sym typeface="Poppins SemiBold"/>
              </a:rPr>
              <a:t>Design</a:t>
            </a:r>
            <a:endParaRPr sz="1200">
              <a:latin typeface="Poppins SemiBold"/>
              <a:ea typeface="Poppins SemiBold"/>
              <a:cs typeface="Poppins SemiBold"/>
              <a:sym typeface="Poppins SemiBold"/>
            </a:endParaRPr>
          </a:p>
        </p:txBody>
      </p:sp>
      <p:sp>
        <p:nvSpPr>
          <p:cNvPr id="479" name="Google Shape;479;p61"/>
          <p:cNvSpPr/>
          <p:nvPr/>
        </p:nvSpPr>
        <p:spPr>
          <a:xfrm>
            <a:off x="3657850" y="2297146"/>
            <a:ext cx="1510500" cy="698100"/>
          </a:xfrm>
          <a:prstGeom prst="roundRect">
            <a:avLst>
              <a:gd fmla="val 16667" name="adj"/>
            </a:avLst>
          </a:prstGeom>
          <a:solidFill>
            <a:srgbClr val="FFFFFF"/>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latin typeface="Poppins SemiBold"/>
                <a:ea typeface="Poppins SemiBold"/>
                <a:cs typeface="Poppins SemiBold"/>
                <a:sym typeface="Poppins SemiBold"/>
              </a:rPr>
              <a:t>3 </a:t>
            </a:r>
            <a:r>
              <a:rPr lang="en" sz="1100">
                <a:solidFill>
                  <a:schemeClr val="dk1"/>
                </a:solidFill>
                <a:latin typeface="Poppins SemiBold"/>
                <a:ea typeface="Poppins SemiBold"/>
                <a:cs typeface="Poppins SemiBold"/>
                <a:sym typeface="Poppins SemiBold"/>
              </a:rPr>
              <a:t>Build</a:t>
            </a:r>
            <a:endParaRPr sz="1200">
              <a:latin typeface="Poppins SemiBold"/>
              <a:ea typeface="Poppins SemiBold"/>
              <a:cs typeface="Poppins SemiBold"/>
              <a:sym typeface="Poppins SemiBold"/>
            </a:endParaRPr>
          </a:p>
        </p:txBody>
      </p:sp>
      <p:sp>
        <p:nvSpPr>
          <p:cNvPr id="480" name="Google Shape;480;p61"/>
          <p:cNvSpPr/>
          <p:nvPr/>
        </p:nvSpPr>
        <p:spPr>
          <a:xfrm>
            <a:off x="3657850" y="3059881"/>
            <a:ext cx="1510500" cy="698100"/>
          </a:xfrm>
          <a:prstGeom prst="roundRect">
            <a:avLst>
              <a:gd fmla="val 16667" name="adj"/>
            </a:avLst>
          </a:prstGeom>
          <a:solidFill>
            <a:srgbClr val="FFFFFF"/>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latin typeface="Poppins SemiBold"/>
                <a:ea typeface="Poppins SemiBold"/>
                <a:cs typeface="Poppins SemiBold"/>
                <a:sym typeface="Poppins SemiBold"/>
              </a:rPr>
              <a:t>4 </a:t>
            </a:r>
            <a:r>
              <a:rPr lang="en" sz="1100">
                <a:solidFill>
                  <a:schemeClr val="dk1"/>
                </a:solidFill>
                <a:latin typeface="Poppins SemiBold"/>
                <a:ea typeface="Poppins SemiBold"/>
                <a:cs typeface="Poppins SemiBold"/>
                <a:sym typeface="Poppins SemiBold"/>
              </a:rPr>
              <a:t>Deploy</a:t>
            </a:r>
            <a:endParaRPr sz="1200">
              <a:latin typeface="Poppins SemiBold"/>
              <a:ea typeface="Poppins SemiBold"/>
              <a:cs typeface="Poppins SemiBold"/>
              <a:sym typeface="Poppins SemiBold"/>
            </a:endParaRPr>
          </a:p>
        </p:txBody>
      </p:sp>
      <p:sp>
        <p:nvSpPr>
          <p:cNvPr id="481" name="Google Shape;481;p61"/>
          <p:cNvSpPr/>
          <p:nvPr/>
        </p:nvSpPr>
        <p:spPr>
          <a:xfrm>
            <a:off x="3657850" y="3822630"/>
            <a:ext cx="1510500" cy="698100"/>
          </a:xfrm>
          <a:prstGeom prst="roundRect">
            <a:avLst>
              <a:gd fmla="val 16667" name="adj"/>
            </a:avLst>
          </a:prstGeom>
          <a:solidFill>
            <a:srgbClr val="FFFFFF"/>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latin typeface="Poppins SemiBold"/>
                <a:ea typeface="Poppins SemiBold"/>
                <a:cs typeface="Poppins SemiBold"/>
                <a:sym typeface="Poppins SemiBold"/>
              </a:rPr>
              <a:t>5 </a:t>
            </a:r>
            <a:r>
              <a:rPr lang="en" sz="1100">
                <a:solidFill>
                  <a:schemeClr val="dk1"/>
                </a:solidFill>
                <a:latin typeface="Poppins SemiBold"/>
                <a:ea typeface="Poppins SemiBold"/>
                <a:cs typeface="Poppins SemiBold"/>
                <a:sym typeface="Poppins SemiBold"/>
              </a:rPr>
              <a:t>Support </a:t>
            </a:r>
            <a:br>
              <a:rPr lang="en" sz="1100">
                <a:solidFill>
                  <a:schemeClr val="dk1"/>
                </a:solidFill>
                <a:latin typeface="Poppins SemiBold"/>
                <a:ea typeface="Poppins SemiBold"/>
                <a:cs typeface="Poppins SemiBold"/>
                <a:sym typeface="Poppins SemiBold"/>
              </a:rPr>
            </a:br>
            <a:r>
              <a:rPr lang="en" sz="1100">
                <a:solidFill>
                  <a:schemeClr val="dk1"/>
                </a:solidFill>
                <a:latin typeface="Poppins SemiBold"/>
                <a:ea typeface="Poppins SemiBold"/>
                <a:cs typeface="Poppins SemiBold"/>
                <a:sym typeface="Poppins SemiBold"/>
              </a:rPr>
              <a:t>&amp; Scale</a:t>
            </a:r>
            <a:endParaRPr sz="1100">
              <a:solidFill>
                <a:schemeClr val="dk1"/>
              </a:solidFill>
              <a:latin typeface="Poppins SemiBold"/>
              <a:ea typeface="Poppins SemiBold"/>
              <a:cs typeface="Poppins SemiBold"/>
              <a:sym typeface="Poppins SemiBold"/>
            </a:endParaRPr>
          </a:p>
          <a:p>
            <a:pPr indent="0" lvl="0" marL="0" rtl="0" algn="l">
              <a:spcBef>
                <a:spcPts val="0"/>
              </a:spcBef>
              <a:spcAft>
                <a:spcPts val="0"/>
              </a:spcAft>
              <a:buNone/>
            </a:pPr>
            <a:r>
              <a:t/>
            </a:r>
            <a:endParaRPr sz="1100">
              <a:solidFill>
                <a:schemeClr val="dk1"/>
              </a:solidFill>
              <a:latin typeface="Poppins SemiBold"/>
              <a:ea typeface="Poppins SemiBold"/>
              <a:cs typeface="Poppins SemiBold"/>
              <a:sym typeface="Poppins SemiBold"/>
            </a:endParaRPr>
          </a:p>
        </p:txBody>
      </p:sp>
      <p:sp>
        <p:nvSpPr>
          <p:cNvPr id="482" name="Google Shape;482;p61"/>
          <p:cNvSpPr/>
          <p:nvPr/>
        </p:nvSpPr>
        <p:spPr>
          <a:xfrm>
            <a:off x="4732751" y="771700"/>
            <a:ext cx="3960900" cy="698100"/>
          </a:xfrm>
          <a:prstGeom prst="roundRect">
            <a:avLst>
              <a:gd fmla="val 16667" name="adj"/>
            </a:avLst>
          </a:prstGeom>
          <a:solidFill>
            <a:srgbClr val="FFFFFF"/>
          </a:solidFill>
          <a:ln>
            <a:noFill/>
          </a:ln>
        </p:spPr>
        <p:txBody>
          <a:bodyPr anchorCtr="0" anchor="t" bIns="91425" lIns="91425" spcFirstLastPara="1" rIns="0" wrap="square" tIns="91425">
            <a:noAutofit/>
          </a:bodyPr>
          <a:lstStyle/>
          <a:p>
            <a:pPr indent="-171450" lvl="0" marL="171450" rtl="0" algn="l">
              <a:lnSpc>
                <a:spcPct val="115000"/>
              </a:lnSpc>
              <a:spcBef>
                <a:spcPts val="0"/>
              </a:spcBef>
              <a:spcAft>
                <a:spcPts val="0"/>
              </a:spcAft>
              <a:buClr>
                <a:schemeClr val="dk2"/>
              </a:buClr>
              <a:buSzPts val="900"/>
              <a:buFont typeface="Lora"/>
              <a:buChar char="●"/>
            </a:pPr>
            <a:r>
              <a:rPr lang="en" sz="900">
                <a:solidFill>
                  <a:schemeClr val="dk1"/>
                </a:solidFill>
                <a:latin typeface="Lora"/>
                <a:ea typeface="Lora"/>
                <a:cs typeface="Lora"/>
                <a:sym typeface="Lora"/>
              </a:rPr>
              <a:t>Explain codebase architecture, git history, and recent changes</a:t>
            </a:r>
            <a:endParaRPr sz="1200">
              <a:latin typeface="Poppins SemiBold"/>
              <a:ea typeface="Poppins SemiBold"/>
              <a:cs typeface="Poppins SemiBold"/>
              <a:sym typeface="Poppins SemiBold"/>
            </a:endParaRPr>
          </a:p>
        </p:txBody>
      </p:sp>
      <p:sp>
        <p:nvSpPr>
          <p:cNvPr id="483" name="Google Shape;483;p61"/>
          <p:cNvSpPr/>
          <p:nvPr/>
        </p:nvSpPr>
        <p:spPr>
          <a:xfrm>
            <a:off x="4732920" y="1534423"/>
            <a:ext cx="3960900" cy="698100"/>
          </a:xfrm>
          <a:prstGeom prst="roundRect">
            <a:avLst>
              <a:gd fmla="val 16667" name="adj"/>
            </a:avLst>
          </a:prstGeom>
          <a:solidFill>
            <a:srgbClr val="FFFFFF"/>
          </a:solidFill>
          <a:ln>
            <a:noFill/>
          </a:ln>
        </p:spPr>
        <p:txBody>
          <a:bodyPr anchorCtr="0" anchor="t" bIns="91425" lIns="91425" spcFirstLastPara="1" rIns="0" wrap="square" tIns="91425">
            <a:noAutofit/>
          </a:bodyPr>
          <a:lstStyle/>
          <a:p>
            <a:pPr indent="-171450" lvl="0" marL="171450" rtl="0" algn="l">
              <a:lnSpc>
                <a:spcPct val="115000"/>
              </a:lnSpc>
              <a:spcBef>
                <a:spcPts val="0"/>
              </a:spcBef>
              <a:spcAft>
                <a:spcPts val="0"/>
              </a:spcAft>
              <a:buClr>
                <a:schemeClr val="dk2"/>
              </a:buClr>
              <a:buSzPts val="900"/>
              <a:buFont typeface="Lora"/>
              <a:buChar char="●"/>
            </a:pPr>
            <a:r>
              <a:rPr lang="en" sz="900">
                <a:solidFill>
                  <a:schemeClr val="dk1"/>
                </a:solidFill>
                <a:latin typeface="Lora"/>
                <a:ea typeface="Lora"/>
                <a:cs typeface="Lora"/>
                <a:sym typeface="Lora"/>
              </a:rPr>
              <a:t>Plan projects and ask for implementation paths</a:t>
            </a:r>
            <a:endParaRPr sz="900">
              <a:solidFill>
                <a:schemeClr val="dk1"/>
              </a:solidFill>
              <a:latin typeface="Lora"/>
              <a:ea typeface="Lora"/>
              <a:cs typeface="Lora"/>
              <a:sym typeface="Lora"/>
            </a:endParaRPr>
          </a:p>
          <a:p>
            <a:pPr indent="-171450" lvl="0" marL="171450" rtl="0" algn="l">
              <a:lnSpc>
                <a:spcPct val="115000"/>
              </a:lnSpc>
              <a:spcBef>
                <a:spcPts val="0"/>
              </a:spcBef>
              <a:spcAft>
                <a:spcPts val="0"/>
              </a:spcAft>
              <a:buClr>
                <a:schemeClr val="dk2"/>
              </a:buClr>
              <a:buSzPts val="900"/>
              <a:buFont typeface="Lora"/>
              <a:buChar char="●"/>
            </a:pPr>
            <a:r>
              <a:rPr lang="en" sz="900">
                <a:solidFill>
                  <a:schemeClr val="dk1"/>
                </a:solidFill>
                <a:latin typeface="Lora"/>
                <a:ea typeface="Lora"/>
                <a:cs typeface="Lora"/>
                <a:sym typeface="Lora"/>
              </a:rPr>
              <a:t>Write code based on visual mocks and images</a:t>
            </a:r>
            <a:endParaRPr sz="900">
              <a:solidFill>
                <a:schemeClr val="dk1"/>
              </a:solidFill>
              <a:latin typeface="Lora"/>
              <a:ea typeface="Lora"/>
              <a:cs typeface="Lora"/>
              <a:sym typeface="Lora"/>
            </a:endParaRPr>
          </a:p>
        </p:txBody>
      </p:sp>
      <p:sp>
        <p:nvSpPr>
          <p:cNvPr id="484" name="Google Shape;484;p61"/>
          <p:cNvSpPr/>
          <p:nvPr/>
        </p:nvSpPr>
        <p:spPr>
          <a:xfrm>
            <a:off x="4732745" y="2297146"/>
            <a:ext cx="3960900" cy="698100"/>
          </a:xfrm>
          <a:prstGeom prst="roundRect">
            <a:avLst>
              <a:gd fmla="val 16667" name="adj"/>
            </a:avLst>
          </a:prstGeom>
          <a:solidFill>
            <a:srgbClr val="FFFFFF"/>
          </a:solidFill>
          <a:ln>
            <a:noFill/>
          </a:ln>
        </p:spPr>
        <p:txBody>
          <a:bodyPr anchorCtr="0" anchor="t" bIns="91425" lIns="91425" spcFirstLastPara="1" rIns="0" wrap="square" tIns="91425">
            <a:noAutofit/>
          </a:bodyPr>
          <a:lstStyle/>
          <a:p>
            <a:pPr indent="-171450" lvl="0" marL="171450" rtl="0" algn="l">
              <a:lnSpc>
                <a:spcPct val="115000"/>
              </a:lnSpc>
              <a:spcBef>
                <a:spcPts val="0"/>
              </a:spcBef>
              <a:spcAft>
                <a:spcPts val="0"/>
              </a:spcAft>
              <a:buClr>
                <a:schemeClr val="dk2"/>
              </a:buClr>
              <a:buSzPts val="900"/>
              <a:buFont typeface="Lora"/>
              <a:buChar char="●"/>
            </a:pPr>
            <a:r>
              <a:rPr lang="en" sz="900">
                <a:solidFill>
                  <a:schemeClr val="dk1"/>
                </a:solidFill>
                <a:latin typeface="Lora"/>
                <a:ea typeface="Lora"/>
                <a:cs typeface="Lora"/>
                <a:sym typeface="Lora"/>
              </a:rPr>
              <a:t>Build new, multi-file features requiring multiple steps</a:t>
            </a:r>
            <a:endParaRPr sz="900">
              <a:solidFill>
                <a:schemeClr val="dk1"/>
              </a:solidFill>
              <a:latin typeface="Lora"/>
              <a:ea typeface="Lora"/>
              <a:cs typeface="Lora"/>
              <a:sym typeface="Lora"/>
            </a:endParaRPr>
          </a:p>
          <a:p>
            <a:pPr indent="-171450" lvl="0" marL="171450" rtl="0" algn="l">
              <a:lnSpc>
                <a:spcPct val="115000"/>
              </a:lnSpc>
              <a:spcBef>
                <a:spcPts val="0"/>
              </a:spcBef>
              <a:spcAft>
                <a:spcPts val="0"/>
              </a:spcAft>
              <a:buClr>
                <a:schemeClr val="dk2"/>
              </a:buClr>
              <a:buSzPts val="900"/>
              <a:buFont typeface="Lora"/>
              <a:buChar char="●"/>
            </a:pPr>
            <a:r>
              <a:rPr lang="en" sz="900">
                <a:solidFill>
                  <a:schemeClr val="dk1"/>
                </a:solidFill>
                <a:latin typeface="Lora"/>
                <a:ea typeface="Lora"/>
                <a:cs typeface="Lora"/>
                <a:sym typeface="Lora"/>
              </a:rPr>
              <a:t>Commit code and open PRs with git integrations</a:t>
            </a:r>
            <a:endParaRPr sz="900">
              <a:solidFill>
                <a:schemeClr val="dk1"/>
              </a:solidFill>
              <a:latin typeface="Lora"/>
              <a:ea typeface="Lora"/>
              <a:cs typeface="Lora"/>
              <a:sym typeface="Lora"/>
            </a:endParaRPr>
          </a:p>
          <a:p>
            <a:pPr indent="-171450" lvl="0" marL="171450" rtl="0" algn="l">
              <a:lnSpc>
                <a:spcPct val="115000"/>
              </a:lnSpc>
              <a:spcBef>
                <a:spcPts val="0"/>
              </a:spcBef>
              <a:spcAft>
                <a:spcPts val="0"/>
              </a:spcAft>
              <a:buClr>
                <a:schemeClr val="dk2"/>
              </a:buClr>
              <a:buSzPts val="900"/>
              <a:buFont typeface="Lora"/>
              <a:buChar char="●"/>
            </a:pPr>
            <a:r>
              <a:rPr lang="en" sz="900">
                <a:solidFill>
                  <a:schemeClr val="dk1"/>
                </a:solidFill>
                <a:latin typeface="Lora"/>
                <a:ea typeface="Lora"/>
                <a:cs typeface="Lora"/>
                <a:sym typeface="Lora"/>
              </a:rPr>
              <a:t>Scan code for security vulnerabilities &amp; implement fixes</a:t>
            </a:r>
            <a:endParaRPr sz="900">
              <a:solidFill>
                <a:schemeClr val="dk1"/>
              </a:solidFill>
              <a:latin typeface="Lora"/>
              <a:ea typeface="Lora"/>
              <a:cs typeface="Lora"/>
              <a:sym typeface="Lora"/>
            </a:endParaRPr>
          </a:p>
        </p:txBody>
      </p:sp>
      <p:sp>
        <p:nvSpPr>
          <p:cNvPr id="485" name="Google Shape;485;p61"/>
          <p:cNvSpPr/>
          <p:nvPr/>
        </p:nvSpPr>
        <p:spPr>
          <a:xfrm>
            <a:off x="4732920" y="3059869"/>
            <a:ext cx="3960900" cy="698100"/>
          </a:xfrm>
          <a:prstGeom prst="roundRect">
            <a:avLst>
              <a:gd fmla="val 16667" name="adj"/>
            </a:avLst>
          </a:prstGeom>
          <a:solidFill>
            <a:srgbClr val="FFFFFF"/>
          </a:solidFill>
          <a:ln>
            <a:noFill/>
          </a:ln>
        </p:spPr>
        <p:txBody>
          <a:bodyPr anchorCtr="0" anchor="t" bIns="91425" lIns="91425" spcFirstLastPara="1" rIns="0" wrap="square" tIns="91425">
            <a:noAutofit/>
          </a:bodyPr>
          <a:lstStyle/>
          <a:p>
            <a:pPr indent="-171450" lvl="0" marL="171450" rtl="0" algn="l">
              <a:lnSpc>
                <a:spcPct val="115000"/>
              </a:lnSpc>
              <a:spcBef>
                <a:spcPts val="0"/>
              </a:spcBef>
              <a:spcAft>
                <a:spcPts val="0"/>
              </a:spcAft>
              <a:buClr>
                <a:schemeClr val="dk2"/>
              </a:buClr>
              <a:buSzPts val="900"/>
              <a:buFont typeface="Lora"/>
              <a:buChar char="●"/>
            </a:pPr>
            <a:r>
              <a:rPr lang="en" sz="900">
                <a:solidFill>
                  <a:schemeClr val="dk1"/>
                </a:solidFill>
                <a:latin typeface="Lora"/>
                <a:ea typeface="Lora"/>
                <a:cs typeface="Lora"/>
                <a:sym typeface="Lora"/>
              </a:rPr>
              <a:t>Provision infra-as-code using AWS, Terraform, and other CLI tools</a:t>
            </a:r>
            <a:endParaRPr sz="1200">
              <a:latin typeface="Poppins SemiBold"/>
              <a:ea typeface="Poppins SemiBold"/>
              <a:cs typeface="Poppins SemiBold"/>
              <a:sym typeface="Poppins SemiBold"/>
            </a:endParaRPr>
          </a:p>
        </p:txBody>
      </p:sp>
      <p:sp>
        <p:nvSpPr>
          <p:cNvPr id="486" name="Google Shape;486;p61"/>
          <p:cNvSpPr/>
          <p:nvPr/>
        </p:nvSpPr>
        <p:spPr>
          <a:xfrm>
            <a:off x="4732920" y="3822592"/>
            <a:ext cx="3960900" cy="698100"/>
          </a:xfrm>
          <a:prstGeom prst="roundRect">
            <a:avLst>
              <a:gd fmla="val 16667" name="adj"/>
            </a:avLst>
          </a:prstGeom>
          <a:solidFill>
            <a:srgbClr val="FFFFFF"/>
          </a:solidFill>
          <a:ln>
            <a:noFill/>
          </a:ln>
        </p:spPr>
        <p:txBody>
          <a:bodyPr anchorCtr="0" anchor="t" bIns="91425" lIns="91425" spcFirstLastPara="1" rIns="0" wrap="square" tIns="91425">
            <a:noAutofit/>
          </a:bodyPr>
          <a:lstStyle/>
          <a:p>
            <a:pPr indent="-171450" lvl="0" marL="171450" rtl="0" algn="l">
              <a:lnSpc>
                <a:spcPct val="115000"/>
              </a:lnSpc>
              <a:spcBef>
                <a:spcPts val="0"/>
              </a:spcBef>
              <a:spcAft>
                <a:spcPts val="0"/>
              </a:spcAft>
              <a:buClr>
                <a:schemeClr val="dk2"/>
              </a:buClr>
              <a:buSzPts val="900"/>
              <a:buFont typeface="Lora"/>
              <a:buChar char="●"/>
            </a:pPr>
            <a:r>
              <a:rPr lang="en" sz="900">
                <a:solidFill>
                  <a:schemeClr val="dk1"/>
                </a:solidFill>
                <a:latin typeface="Lora"/>
                <a:ea typeface="Lora"/>
                <a:cs typeface="Lora"/>
                <a:sym typeface="Lora"/>
              </a:rPr>
              <a:t>Generate and run tests with CLI integrations</a:t>
            </a:r>
            <a:endParaRPr sz="900">
              <a:solidFill>
                <a:schemeClr val="dk1"/>
              </a:solidFill>
              <a:latin typeface="Lora"/>
              <a:ea typeface="Lora"/>
              <a:cs typeface="Lora"/>
              <a:sym typeface="Lora"/>
            </a:endParaRPr>
          </a:p>
          <a:p>
            <a:pPr indent="-171450" lvl="0" marL="171450" rtl="0" algn="l">
              <a:lnSpc>
                <a:spcPct val="115000"/>
              </a:lnSpc>
              <a:spcBef>
                <a:spcPts val="0"/>
              </a:spcBef>
              <a:spcAft>
                <a:spcPts val="0"/>
              </a:spcAft>
              <a:buClr>
                <a:schemeClr val="dk2"/>
              </a:buClr>
              <a:buSzPts val="900"/>
              <a:buFont typeface="Lora"/>
              <a:buChar char="●"/>
            </a:pPr>
            <a:r>
              <a:rPr lang="en" sz="900">
                <a:solidFill>
                  <a:schemeClr val="dk1"/>
                </a:solidFill>
                <a:latin typeface="Lora"/>
                <a:ea typeface="Lora"/>
                <a:cs typeface="Lora"/>
                <a:sym typeface="Lora"/>
              </a:rPr>
              <a:t>Modernize code using full codebase understanding</a:t>
            </a:r>
            <a:endParaRPr sz="900">
              <a:solidFill>
                <a:schemeClr val="dk1"/>
              </a:solidFill>
              <a:latin typeface="Lora"/>
              <a:ea typeface="Lora"/>
              <a:cs typeface="Lora"/>
              <a:sym typeface="Lora"/>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0" name="Shape 490"/>
        <p:cNvGrpSpPr/>
        <p:nvPr/>
      </p:nvGrpSpPr>
      <p:grpSpPr>
        <a:xfrm>
          <a:off x="0" y="0"/>
          <a:ext cx="0" cy="0"/>
          <a:chOff x="0" y="0"/>
          <a:chExt cx="0" cy="0"/>
        </a:xfrm>
      </p:grpSpPr>
      <p:sp>
        <p:nvSpPr>
          <p:cNvPr id="491" name="Google Shape;491;p62"/>
          <p:cNvSpPr txBox="1"/>
          <p:nvPr>
            <p:ph type="ctrTitle"/>
          </p:nvPr>
        </p:nvSpPr>
        <p:spPr>
          <a:xfrm>
            <a:off x="455775" y="1554700"/>
            <a:ext cx="6402300" cy="1654200"/>
          </a:xfrm>
          <a:prstGeom prst="rect">
            <a:avLst/>
          </a:prstGeom>
          <a:noFill/>
          <a:ln>
            <a:noFill/>
          </a:ln>
        </p:spPr>
        <p:txBody>
          <a:bodyPr anchorCtr="0" anchor="t" bIns="0" lIns="0" spcFirstLastPara="1" rIns="0" wrap="square" tIns="0">
            <a:normAutofit/>
          </a:bodyPr>
          <a:lstStyle/>
          <a:p>
            <a:pPr indent="0" lvl="0" marL="0" rtl="0" algn="l">
              <a:lnSpc>
                <a:spcPct val="90000"/>
              </a:lnSpc>
              <a:spcBef>
                <a:spcPts val="0"/>
              </a:spcBef>
              <a:spcAft>
                <a:spcPts val="0"/>
              </a:spcAft>
              <a:buClr>
                <a:srgbClr val="131312"/>
              </a:buClr>
              <a:buSzPts val="4400"/>
              <a:buFont typeface="Poppins Medium"/>
              <a:buNone/>
            </a:pPr>
            <a:r>
              <a:rPr lang="en"/>
              <a:t>Workflows Overview</a:t>
            </a:r>
            <a:endParaRPr sz="300"/>
          </a:p>
        </p:txBody>
      </p:sp>
      <p:sp>
        <p:nvSpPr>
          <p:cNvPr id="492" name="Google Shape;492;p62"/>
          <p:cNvSpPr txBox="1"/>
          <p:nvPr>
            <p:ph idx="1" type="subTitle"/>
          </p:nvPr>
        </p:nvSpPr>
        <p:spPr>
          <a:xfrm>
            <a:off x="474092" y="1092300"/>
            <a:ext cx="3705000" cy="320700"/>
          </a:xfrm>
          <a:prstGeom prst="rect">
            <a:avLst/>
          </a:prstGeom>
        </p:spPr>
        <p:txBody>
          <a:bodyPr anchorCtr="0" anchor="b" bIns="0" lIns="0" spcFirstLastPara="1" rIns="0" wrap="square" tIns="0">
            <a:noAutofit/>
          </a:bodyPr>
          <a:lstStyle/>
          <a:p>
            <a:pPr indent="12700" lvl="0" marL="0" rtl="0" algn="l">
              <a:lnSpc>
                <a:spcPct val="120000"/>
              </a:lnSpc>
              <a:spcBef>
                <a:spcPts val="0"/>
              </a:spcBef>
              <a:spcAft>
                <a:spcPts val="0"/>
              </a:spcAft>
              <a:buNone/>
            </a:pPr>
            <a:r>
              <a:rPr lang="en" sz="1500">
                <a:solidFill>
                  <a:srgbClr val="131312"/>
                </a:solidFill>
                <a:latin typeface="Lora"/>
                <a:ea typeface="Lora"/>
                <a:cs typeface="Lora"/>
                <a:sym typeface="Lora"/>
              </a:rPr>
              <a:t>Foundations</a:t>
            </a:r>
            <a:endParaRPr/>
          </a:p>
        </p:txBody>
      </p:sp>
      <p:sp>
        <p:nvSpPr>
          <p:cNvPr id="493" name="Google Shape;493;p62"/>
          <p:cNvSpPr txBox="1"/>
          <p:nvPr>
            <p:ph idx="12" type="sldNum"/>
          </p:nvPr>
        </p:nvSpPr>
        <p:spPr>
          <a:xfrm>
            <a:off x="8256725" y="4708927"/>
            <a:ext cx="437100" cy="107400"/>
          </a:xfrm>
          <a:prstGeom prst="rect">
            <a:avLst/>
          </a:prstGeom>
        </p:spPr>
        <p:txBody>
          <a:bodyPr anchorCtr="0" anchor="t" bIns="0" lIns="0" spcFirstLastPara="1" rIns="0" wrap="square" tIns="0">
            <a:noAutofit/>
          </a:bodyPr>
          <a:lstStyle/>
          <a:p>
            <a:pPr indent="0" lvl="0" marL="0" rtl="0" algn="r">
              <a:spcBef>
                <a:spcPts val="0"/>
              </a:spcBef>
              <a:spcAft>
                <a:spcPts val="0"/>
              </a:spcAft>
              <a:buNone/>
            </a:pPr>
            <a:fld id="{00000000-1234-1234-1234-123412341234}" type="slidenum">
              <a:rPr lang="en" sz="800">
                <a:solidFill>
                  <a:schemeClr val="dk1"/>
                </a:solidFill>
              </a:rPr>
              <a:t>‹#›</a:t>
            </a:fld>
            <a:endParaRPr sz="800">
              <a:solidFill>
                <a:schemeClr val="dk1"/>
              </a:solidFill>
            </a:endParaRPr>
          </a:p>
        </p:txBody>
      </p:sp>
    </p:spTree>
  </p:cSld>
  <p:clrMapOvr>
    <a:masterClrMapping/>
  </p:clrMapOvr>
  <mc:AlternateContent>
    <mc:Choice Requires="p14">
      <p:transition spd="slow" p14:dur="699">
        <p:fade/>
      </p:transition>
    </mc:Choice>
    <mc:Fallback>
      <p:transition spd="slow">
        <p:fade/>
      </p:transition>
    </mc:Fallback>
  </mc:AlternateContent>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7" name="Shape 497"/>
        <p:cNvGrpSpPr/>
        <p:nvPr/>
      </p:nvGrpSpPr>
      <p:grpSpPr>
        <a:xfrm>
          <a:off x="0" y="0"/>
          <a:ext cx="0" cy="0"/>
          <a:chOff x="0" y="0"/>
          <a:chExt cx="0" cy="0"/>
        </a:xfrm>
      </p:grpSpPr>
      <p:sp>
        <p:nvSpPr>
          <p:cNvPr id="498" name="Google Shape;498;p63"/>
          <p:cNvSpPr txBox="1"/>
          <p:nvPr/>
        </p:nvSpPr>
        <p:spPr>
          <a:xfrm>
            <a:off x="1260150" y="339250"/>
            <a:ext cx="6623700" cy="1267200"/>
          </a:xfrm>
          <a:prstGeom prst="rect">
            <a:avLst/>
          </a:prstGeom>
          <a:noFill/>
          <a:ln>
            <a:noFill/>
          </a:ln>
        </p:spPr>
        <p:txBody>
          <a:bodyPr anchorCtr="0" anchor="t" bIns="0" lIns="0" spcFirstLastPara="1" rIns="0" wrap="square" tIns="0">
            <a:noAutofit/>
          </a:bodyPr>
          <a:lstStyle/>
          <a:p>
            <a:pPr indent="0" lvl="0" marL="0" rtl="0" algn="ctr">
              <a:lnSpc>
                <a:spcPct val="115000"/>
              </a:lnSpc>
              <a:spcBef>
                <a:spcPts val="0"/>
              </a:spcBef>
              <a:spcAft>
                <a:spcPts val="0"/>
              </a:spcAft>
              <a:buNone/>
            </a:pPr>
            <a:r>
              <a:rPr lang="en" sz="2400">
                <a:solidFill>
                  <a:srgbClr val="141413"/>
                </a:solidFill>
                <a:latin typeface="Poppins SemiBold"/>
                <a:ea typeface="Poppins SemiBold"/>
                <a:cs typeface="Poppins SemiBold"/>
                <a:sym typeface="Poppins SemiBold"/>
              </a:rPr>
              <a:t>Claude Code is not just for writing code</a:t>
            </a:r>
            <a:endParaRPr sz="2400">
              <a:solidFill>
                <a:srgbClr val="141413"/>
              </a:solidFill>
              <a:latin typeface="Poppins SemiBold"/>
              <a:ea typeface="Poppins SemiBold"/>
              <a:cs typeface="Poppins SemiBold"/>
              <a:sym typeface="Poppins SemiBold"/>
            </a:endParaRPr>
          </a:p>
          <a:p>
            <a:pPr indent="0" lvl="0" marL="0" rtl="0" algn="ctr">
              <a:lnSpc>
                <a:spcPct val="115000"/>
              </a:lnSpc>
              <a:spcBef>
                <a:spcPts val="2600"/>
              </a:spcBef>
              <a:spcAft>
                <a:spcPts val="2600"/>
              </a:spcAft>
              <a:buNone/>
            </a:pPr>
            <a:r>
              <a:rPr lang="en">
                <a:solidFill>
                  <a:srgbClr val="212121"/>
                </a:solidFill>
                <a:latin typeface="Lora"/>
                <a:ea typeface="Lora"/>
                <a:cs typeface="Lora"/>
                <a:sym typeface="Lora"/>
              </a:rPr>
              <a:t>It can help you with every step of a project</a:t>
            </a:r>
            <a:endParaRPr sz="2400">
              <a:solidFill>
                <a:srgbClr val="141413"/>
              </a:solidFill>
              <a:latin typeface="Poppins SemiBold"/>
              <a:ea typeface="Poppins SemiBold"/>
              <a:cs typeface="Poppins SemiBold"/>
              <a:sym typeface="Poppins SemiBold"/>
            </a:endParaRPr>
          </a:p>
        </p:txBody>
      </p:sp>
      <p:sp>
        <p:nvSpPr>
          <p:cNvPr id="499" name="Google Shape;499;p63"/>
          <p:cNvSpPr txBox="1"/>
          <p:nvPr/>
        </p:nvSpPr>
        <p:spPr>
          <a:xfrm>
            <a:off x="487800" y="1637825"/>
            <a:ext cx="1529400" cy="2001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1000"/>
              </a:spcAft>
              <a:buNone/>
            </a:pPr>
            <a:r>
              <a:rPr lang="en" sz="1300">
                <a:solidFill>
                  <a:srgbClr val="141413"/>
                </a:solidFill>
                <a:latin typeface="Poppins SemiBold"/>
                <a:ea typeface="Poppins SemiBold"/>
                <a:cs typeface="Poppins SemiBold"/>
                <a:sym typeface="Poppins SemiBold"/>
              </a:rPr>
              <a:t>1. Discover </a:t>
            </a:r>
            <a:endParaRPr sz="1300">
              <a:latin typeface="Poppins SemiBold"/>
              <a:ea typeface="Poppins SemiBold"/>
              <a:cs typeface="Poppins SemiBold"/>
              <a:sym typeface="Poppins SemiBold"/>
            </a:endParaRPr>
          </a:p>
        </p:txBody>
      </p:sp>
      <p:sp>
        <p:nvSpPr>
          <p:cNvPr id="500" name="Google Shape;500;p63"/>
          <p:cNvSpPr txBox="1"/>
          <p:nvPr/>
        </p:nvSpPr>
        <p:spPr>
          <a:xfrm>
            <a:off x="2165652" y="1637825"/>
            <a:ext cx="1529400" cy="2001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1000"/>
              </a:spcAft>
              <a:buNone/>
            </a:pPr>
            <a:r>
              <a:rPr lang="en" sz="1300">
                <a:solidFill>
                  <a:srgbClr val="141413"/>
                </a:solidFill>
                <a:latin typeface="Poppins SemiBold"/>
                <a:ea typeface="Poppins SemiBold"/>
                <a:cs typeface="Poppins SemiBold"/>
                <a:sym typeface="Poppins SemiBold"/>
              </a:rPr>
              <a:t>2. Design </a:t>
            </a:r>
            <a:endParaRPr sz="1300">
              <a:latin typeface="Poppins SemiBold"/>
              <a:ea typeface="Poppins SemiBold"/>
              <a:cs typeface="Poppins SemiBold"/>
              <a:sym typeface="Poppins SemiBold"/>
            </a:endParaRPr>
          </a:p>
        </p:txBody>
      </p:sp>
      <p:sp>
        <p:nvSpPr>
          <p:cNvPr id="501" name="Google Shape;501;p63"/>
          <p:cNvSpPr txBox="1"/>
          <p:nvPr/>
        </p:nvSpPr>
        <p:spPr>
          <a:xfrm>
            <a:off x="3843504" y="1637825"/>
            <a:ext cx="1529400" cy="2001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1000"/>
              </a:spcAft>
              <a:buNone/>
            </a:pPr>
            <a:r>
              <a:rPr lang="en" sz="1300">
                <a:solidFill>
                  <a:srgbClr val="141413"/>
                </a:solidFill>
                <a:latin typeface="Poppins SemiBold"/>
                <a:ea typeface="Poppins SemiBold"/>
                <a:cs typeface="Poppins SemiBold"/>
                <a:sym typeface="Poppins SemiBold"/>
              </a:rPr>
              <a:t>3. Build</a:t>
            </a:r>
            <a:endParaRPr sz="1300">
              <a:latin typeface="Poppins SemiBold"/>
              <a:ea typeface="Poppins SemiBold"/>
              <a:cs typeface="Poppins SemiBold"/>
              <a:sym typeface="Poppins SemiBold"/>
            </a:endParaRPr>
          </a:p>
        </p:txBody>
      </p:sp>
      <p:sp>
        <p:nvSpPr>
          <p:cNvPr id="502" name="Google Shape;502;p63"/>
          <p:cNvSpPr txBox="1"/>
          <p:nvPr/>
        </p:nvSpPr>
        <p:spPr>
          <a:xfrm>
            <a:off x="5521355" y="1637825"/>
            <a:ext cx="1529400" cy="2001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1000"/>
              </a:spcAft>
              <a:buNone/>
            </a:pPr>
            <a:r>
              <a:rPr lang="en" sz="1300">
                <a:solidFill>
                  <a:srgbClr val="141413"/>
                </a:solidFill>
                <a:latin typeface="Poppins SemiBold"/>
                <a:ea typeface="Poppins SemiBold"/>
                <a:cs typeface="Poppins SemiBold"/>
                <a:sym typeface="Poppins SemiBold"/>
              </a:rPr>
              <a:t>4. Deploy </a:t>
            </a:r>
            <a:endParaRPr sz="1300">
              <a:latin typeface="Poppins SemiBold"/>
              <a:ea typeface="Poppins SemiBold"/>
              <a:cs typeface="Poppins SemiBold"/>
              <a:sym typeface="Poppins SemiBold"/>
            </a:endParaRPr>
          </a:p>
        </p:txBody>
      </p:sp>
      <p:sp>
        <p:nvSpPr>
          <p:cNvPr id="503" name="Google Shape;503;p63"/>
          <p:cNvSpPr txBox="1"/>
          <p:nvPr/>
        </p:nvSpPr>
        <p:spPr>
          <a:xfrm>
            <a:off x="7199200" y="1637825"/>
            <a:ext cx="1578600" cy="2001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1000"/>
              </a:spcAft>
              <a:buNone/>
            </a:pPr>
            <a:r>
              <a:rPr lang="en" sz="1300">
                <a:solidFill>
                  <a:srgbClr val="141413"/>
                </a:solidFill>
                <a:latin typeface="Poppins SemiBold"/>
                <a:ea typeface="Poppins SemiBold"/>
                <a:cs typeface="Poppins SemiBold"/>
                <a:sym typeface="Poppins SemiBold"/>
              </a:rPr>
              <a:t>5. Support &amp; Scale</a:t>
            </a:r>
            <a:endParaRPr sz="1300">
              <a:latin typeface="Poppins SemiBold"/>
              <a:ea typeface="Poppins SemiBold"/>
              <a:cs typeface="Poppins SemiBold"/>
              <a:sym typeface="Poppins SemiBold"/>
            </a:endParaRPr>
          </a:p>
        </p:txBody>
      </p:sp>
      <p:cxnSp>
        <p:nvCxnSpPr>
          <p:cNvPr id="504" name="Google Shape;504;p63"/>
          <p:cNvCxnSpPr/>
          <p:nvPr/>
        </p:nvCxnSpPr>
        <p:spPr>
          <a:xfrm>
            <a:off x="-11850" y="1890075"/>
            <a:ext cx="9167700" cy="0"/>
          </a:xfrm>
          <a:prstGeom prst="straightConnector1">
            <a:avLst/>
          </a:prstGeom>
          <a:noFill/>
          <a:ln cap="flat" cmpd="sng" w="9525">
            <a:solidFill>
              <a:srgbClr val="141413"/>
            </a:solidFill>
            <a:prstDash val="solid"/>
            <a:round/>
            <a:headEnd len="med" w="med" type="none"/>
            <a:tailEnd len="med" w="med" type="none"/>
          </a:ln>
        </p:spPr>
      </p:cxnSp>
      <p:sp>
        <p:nvSpPr>
          <p:cNvPr id="505" name="Google Shape;505;p63"/>
          <p:cNvSpPr/>
          <p:nvPr/>
        </p:nvSpPr>
        <p:spPr>
          <a:xfrm>
            <a:off x="487800" y="1988550"/>
            <a:ext cx="1529400" cy="555600"/>
          </a:xfrm>
          <a:prstGeom prst="roundRect">
            <a:avLst>
              <a:gd fmla="val 10170" name="adj"/>
            </a:avLst>
          </a:prstGeom>
          <a:solidFill>
            <a:srgbClr val="F0EFEA"/>
          </a:solidFill>
          <a:ln>
            <a:noFill/>
          </a:ln>
        </p:spPr>
        <p:txBody>
          <a:bodyPr anchorCtr="0" anchor="ctr" bIns="91425" lIns="182875" spcFirstLastPara="1" rIns="182875" wrap="square" tIns="91425">
            <a:noAutofit/>
          </a:bodyPr>
          <a:lstStyle/>
          <a:p>
            <a:pPr indent="0" lvl="0" marL="0" marR="0" rtl="0" algn="l">
              <a:lnSpc>
                <a:spcPct val="115000"/>
              </a:lnSpc>
              <a:spcBef>
                <a:spcPts val="0"/>
              </a:spcBef>
              <a:spcAft>
                <a:spcPts val="0"/>
              </a:spcAft>
              <a:buNone/>
            </a:pPr>
            <a:r>
              <a:rPr lang="en" sz="1100">
                <a:solidFill>
                  <a:schemeClr val="dk2"/>
                </a:solidFill>
                <a:latin typeface="Lora"/>
                <a:ea typeface="Lora"/>
                <a:cs typeface="Lora"/>
                <a:sym typeface="Lora"/>
              </a:rPr>
              <a:t>Explore codebase and history</a:t>
            </a:r>
            <a:endParaRPr sz="1100">
              <a:solidFill>
                <a:schemeClr val="dk2"/>
              </a:solidFill>
              <a:latin typeface="Lora"/>
              <a:ea typeface="Lora"/>
              <a:cs typeface="Lora"/>
              <a:sym typeface="Lora"/>
            </a:endParaRPr>
          </a:p>
        </p:txBody>
      </p:sp>
      <p:sp>
        <p:nvSpPr>
          <p:cNvPr id="506" name="Google Shape;506;p63"/>
          <p:cNvSpPr/>
          <p:nvPr/>
        </p:nvSpPr>
        <p:spPr>
          <a:xfrm>
            <a:off x="487800" y="2712121"/>
            <a:ext cx="1529400" cy="555600"/>
          </a:xfrm>
          <a:prstGeom prst="roundRect">
            <a:avLst>
              <a:gd fmla="val 10170" name="adj"/>
            </a:avLst>
          </a:prstGeom>
          <a:solidFill>
            <a:srgbClr val="F0EFEA"/>
          </a:solidFill>
          <a:ln>
            <a:noFill/>
          </a:ln>
        </p:spPr>
        <p:txBody>
          <a:bodyPr anchorCtr="0" anchor="ctr" bIns="91425" lIns="182875" spcFirstLastPara="1" rIns="182875" wrap="square" tIns="91425">
            <a:noAutofit/>
          </a:bodyPr>
          <a:lstStyle/>
          <a:p>
            <a:pPr indent="0" lvl="0" marL="0" marR="0" rtl="0" algn="l">
              <a:lnSpc>
                <a:spcPct val="115000"/>
              </a:lnSpc>
              <a:spcBef>
                <a:spcPts val="0"/>
              </a:spcBef>
              <a:spcAft>
                <a:spcPts val="0"/>
              </a:spcAft>
              <a:buNone/>
            </a:pPr>
            <a:r>
              <a:rPr lang="en" sz="1100">
                <a:solidFill>
                  <a:schemeClr val="dk2"/>
                </a:solidFill>
                <a:latin typeface="Lora"/>
                <a:ea typeface="Lora"/>
                <a:cs typeface="Lora"/>
                <a:sym typeface="Lora"/>
              </a:rPr>
              <a:t>Search documentation</a:t>
            </a:r>
            <a:endParaRPr sz="1100">
              <a:solidFill>
                <a:schemeClr val="dk2"/>
              </a:solidFill>
              <a:latin typeface="Lora"/>
              <a:ea typeface="Lora"/>
              <a:cs typeface="Lora"/>
              <a:sym typeface="Lora"/>
            </a:endParaRPr>
          </a:p>
        </p:txBody>
      </p:sp>
      <p:sp>
        <p:nvSpPr>
          <p:cNvPr id="507" name="Google Shape;507;p63"/>
          <p:cNvSpPr/>
          <p:nvPr/>
        </p:nvSpPr>
        <p:spPr>
          <a:xfrm>
            <a:off x="487800" y="3435725"/>
            <a:ext cx="1529400" cy="555600"/>
          </a:xfrm>
          <a:prstGeom prst="roundRect">
            <a:avLst>
              <a:gd fmla="val 10170" name="adj"/>
            </a:avLst>
          </a:prstGeom>
          <a:solidFill>
            <a:schemeClr val="dk2"/>
          </a:solidFill>
          <a:ln>
            <a:noFill/>
          </a:ln>
        </p:spPr>
        <p:txBody>
          <a:bodyPr anchorCtr="0" anchor="ctr" bIns="91425" lIns="182875" spcFirstLastPara="1" rIns="182875" wrap="square" tIns="91425">
            <a:noAutofit/>
          </a:bodyPr>
          <a:lstStyle/>
          <a:p>
            <a:pPr indent="0" lvl="0" marL="0" marR="0" rtl="0" algn="l">
              <a:lnSpc>
                <a:spcPct val="115000"/>
              </a:lnSpc>
              <a:spcBef>
                <a:spcPts val="0"/>
              </a:spcBef>
              <a:spcAft>
                <a:spcPts val="0"/>
              </a:spcAft>
              <a:buNone/>
            </a:pPr>
            <a:r>
              <a:rPr b="1" lang="en" sz="1100">
                <a:latin typeface="Lora"/>
                <a:ea typeface="Lora"/>
                <a:cs typeface="Lora"/>
                <a:sym typeface="Lora"/>
              </a:rPr>
              <a:t>Onboard &amp; Setup</a:t>
            </a:r>
            <a:endParaRPr b="1" sz="1100">
              <a:latin typeface="Lora"/>
              <a:ea typeface="Lora"/>
              <a:cs typeface="Lora"/>
              <a:sym typeface="Lora"/>
            </a:endParaRPr>
          </a:p>
        </p:txBody>
      </p:sp>
      <p:sp>
        <p:nvSpPr>
          <p:cNvPr id="508" name="Google Shape;508;p63"/>
          <p:cNvSpPr/>
          <p:nvPr/>
        </p:nvSpPr>
        <p:spPr>
          <a:xfrm>
            <a:off x="2165652" y="1988550"/>
            <a:ext cx="1529400" cy="555600"/>
          </a:xfrm>
          <a:prstGeom prst="roundRect">
            <a:avLst>
              <a:gd fmla="val 10170" name="adj"/>
            </a:avLst>
          </a:prstGeom>
          <a:solidFill>
            <a:srgbClr val="F0EFEA"/>
          </a:solidFill>
          <a:ln>
            <a:noFill/>
          </a:ln>
        </p:spPr>
        <p:txBody>
          <a:bodyPr anchorCtr="0" anchor="ctr" bIns="91425" lIns="182875" spcFirstLastPara="1" rIns="182875" wrap="square" tIns="91425">
            <a:noAutofit/>
          </a:bodyPr>
          <a:lstStyle/>
          <a:p>
            <a:pPr indent="0" lvl="0" marL="0" marR="0" rtl="0" algn="l">
              <a:lnSpc>
                <a:spcPct val="115000"/>
              </a:lnSpc>
              <a:spcBef>
                <a:spcPts val="0"/>
              </a:spcBef>
              <a:spcAft>
                <a:spcPts val="0"/>
              </a:spcAft>
              <a:buNone/>
            </a:pPr>
            <a:r>
              <a:rPr lang="en" sz="1100">
                <a:solidFill>
                  <a:schemeClr val="dk2"/>
                </a:solidFill>
                <a:latin typeface="Lora"/>
                <a:ea typeface="Lora"/>
                <a:cs typeface="Lora"/>
                <a:sym typeface="Lora"/>
              </a:rPr>
              <a:t>Plan project</a:t>
            </a:r>
            <a:endParaRPr sz="1100">
              <a:solidFill>
                <a:schemeClr val="dk2"/>
              </a:solidFill>
              <a:latin typeface="Lora"/>
              <a:ea typeface="Lora"/>
              <a:cs typeface="Lora"/>
              <a:sym typeface="Lora"/>
            </a:endParaRPr>
          </a:p>
        </p:txBody>
      </p:sp>
      <p:sp>
        <p:nvSpPr>
          <p:cNvPr id="509" name="Google Shape;509;p63"/>
          <p:cNvSpPr/>
          <p:nvPr/>
        </p:nvSpPr>
        <p:spPr>
          <a:xfrm>
            <a:off x="2165652" y="2712121"/>
            <a:ext cx="1529400" cy="555600"/>
          </a:xfrm>
          <a:prstGeom prst="roundRect">
            <a:avLst>
              <a:gd fmla="val 10170" name="adj"/>
            </a:avLst>
          </a:prstGeom>
          <a:solidFill>
            <a:schemeClr val="dk2"/>
          </a:solidFill>
          <a:ln>
            <a:noFill/>
          </a:ln>
        </p:spPr>
        <p:txBody>
          <a:bodyPr anchorCtr="0" anchor="ctr" bIns="91425" lIns="182875" spcFirstLastPara="1" rIns="182875" wrap="square" tIns="91425">
            <a:noAutofit/>
          </a:bodyPr>
          <a:lstStyle/>
          <a:p>
            <a:pPr indent="0" lvl="0" marL="0" marR="0" rtl="0" algn="l">
              <a:lnSpc>
                <a:spcPct val="115000"/>
              </a:lnSpc>
              <a:spcBef>
                <a:spcPts val="0"/>
              </a:spcBef>
              <a:spcAft>
                <a:spcPts val="0"/>
              </a:spcAft>
              <a:buNone/>
            </a:pPr>
            <a:r>
              <a:rPr b="1" lang="en" sz="1100">
                <a:latin typeface="Lora"/>
                <a:ea typeface="Lora"/>
                <a:cs typeface="Lora"/>
                <a:sym typeface="Lora"/>
              </a:rPr>
              <a:t>Develop tech specs</a:t>
            </a:r>
            <a:endParaRPr b="1" sz="1100">
              <a:latin typeface="Lora"/>
              <a:ea typeface="Lora"/>
              <a:cs typeface="Lora"/>
              <a:sym typeface="Lora"/>
            </a:endParaRPr>
          </a:p>
        </p:txBody>
      </p:sp>
      <p:sp>
        <p:nvSpPr>
          <p:cNvPr id="510" name="Google Shape;510;p63"/>
          <p:cNvSpPr/>
          <p:nvPr/>
        </p:nvSpPr>
        <p:spPr>
          <a:xfrm>
            <a:off x="2165652" y="3435725"/>
            <a:ext cx="1529400" cy="555600"/>
          </a:xfrm>
          <a:prstGeom prst="roundRect">
            <a:avLst>
              <a:gd fmla="val 10170" name="adj"/>
            </a:avLst>
          </a:prstGeom>
          <a:solidFill>
            <a:srgbClr val="F0EFEA"/>
          </a:solidFill>
          <a:ln>
            <a:noFill/>
          </a:ln>
        </p:spPr>
        <p:txBody>
          <a:bodyPr anchorCtr="0" anchor="ctr" bIns="91425" lIns="182875" spcFirstLastPara="1" rIns="182875" wrap="square" tIns="91425">
            <a:noAutofit/>
          </a:bodyPr>
          <a:lstStyle/>
          <a:p>
            <a:pPr indent="0" lvl="0" marL="0" marR="0" rtl="0" algn="l">
              <a:lnSpc>
                <a:spcPct val="115000"/>
              </a:lnSpc>
              <a:spcBef>
                <a:spcPts val="0"/>
              </a:spcBef>
              <a:spcAft>
                <a:spcPts val="0"/>
              </a:spcAft>
              <a:buNone/>
            </a:pPr>
            <a:r>
              <a:rPr lang="en" sz="1100">
                <a:solidFill>
                  <a:schemeClr val="dk2"/>
                </a:solidFill>
                <a:latin typeface="Lora"/>
                <a:ea typeface="Lora"/>
                <a:cs typeface="Lora"/>
                <a:sym typeface="Lora"/>
              </a:rPr>
              <a:t>Define architecture</a:t>
            </a:r>
            <a:endParaRPr sz="1100">
              <a:solidFill>
                <a:schemeClr val="dk2"/>
              </a:solidFill>
              <a:latin typeface="Lora"/>
              <a:ea typeface="Lora"/>
              <a:cs typeface="Lora"/>
              <a:sym typeface="Lora"/>
            </a:endParaRPr>
          </a:p>
        </p:txBody>
      </p:sp>
      <p:sp>
        <p:nvSpPr>
          <p:cNvPr id="511" name="Google Shape;511;p63"/>
          <p:cNvSpPr/>
          <p:nvPr/>
        </p:nvSpPr>
        <p:spPr>
          <a:xfrm>
            <a:off x="3843504" y="1988550"/>
            <a:ext cx="1529400" cy="555600"/>
          </a:xfrm>
          <a:prstGeom prst="roundRect">
            <a:avLst>
              <a:gd fmla="val 10170" name="adj"/>
            </a:avLst>
          </a:prstGeom>
          <a:solidFill>
            <a:schemeClr val="dk2"/>
          </a:solidFill>
          <a:ln>
            <a:noFill/>
          </a:ln>
        </p:spPr>
        <p:txBody>
          <a:bodyPr anchorCtr="0" anchor="ctr" bIns="91425" lIns="182875" spcFirstLastPara="1" rIns="182875" wrap="square" tIns="91425">
            <a:noAutofit/>
          </a:bodyPr>
          <a:lstStyle/>
          <a:p>
            <a:pPr indent="0" lvl="0" marL="0" marR="0" rtl="0" algn="l">
              <a:lnSpc>
                <a:spcPct val="115000"/>
              </a:lnSpc>
              <a:spcBef>
                <a:spcPts val="0"/>
              </a:spcBef>
              <a:spcAft>
                <a:spcPts val="0"/>
              </a:spcAft>
              <a:buNone/>
            </a:pPr>
            <a:r>
              <a:rPr b="1" lang="en" sz="1100">
                <a:latin typeface="Lora"/>
                <a:ea typeface="Lora"/>
                <a:cs typeface="Lora"/>
                <a:sym typeface="Lora"/>
              </a:rPr>
              <a:t>Implement code</a:t>
            </a:r>
            <a:endParaRPr b="1" sz="1100">
              <a:latin typeface="Lora"/>
              <a:ea typeface="Lora"/>
              <a:cs typeface="Lora"/>
              <a:sym typeface="Lora"/>
            </a:endParaRPr>
          </a:p>
        </p:txBody>
      </p:sp>
      <p:sp>
        <p:nvSpPr>
          <p:cNvPr id="512" name="Google Shape;512;p63"/>
          <p:cNvSpPr/>
          <p:nvPr/>
        </p:nvSpPr>
        <p:spPr>
          <a:xfrm>
            <a:off x="3843504" y="2712121"/>
            <a:ext cx="1529400" cy="555600"/>
          </a:xfrm>
          <a:prstGeom prst="roundRect">
            <a:avLst>
              <a:gd fmla="val 10170" name="adj"/>
            </a:avLst>
          </a:prstGeom>
          <a:solidFill>
            <a:schemeClr val="dk2"/>
          </a:solidFill>
          <a:ln>
            <a:noFill/>
          </a:ln>
        </p:spPr>
        <p:txBody>
          <a:bodyPr anchorCtr="0" anchor="ctr" bIns="91425" lIns="182875" spcFirstLastPara="1" rIns="182875" wrap="square" tIns="91425">
            <a:noAutofit/>
          </a:bodyPr>
          <a:lstStyle/>
          <a:p>
            <a:pPr indent="0" lvl="0" marL="0" marR="0" rtl="0" algn="l">
              <a:lnSpc>
                <a:spcPct val="115000"/>
              </a:lnSpc>
              <a:spcBef>
                <a:spcPts val="0"/>
              </a:spcBef>
              <a:spcAft>
                <a:spcPts val="0"/>
              </a:spcAft>
              <a:buNone/>
            </a:pPr>
            <a:r>
              <a:rPr b="1" lang="en" sz="1100">
                <a:latin typeface="Lora"/>
                <a:ea typeface="Lora"/>
                <a:cs typeface="Lora"/>
                <a:sym typeface="Lora"/>
              </a:rPr>
              <a:t>Write and execute tests</a:t>
            </a:r>
            <a:endParaRPr b="1" sz="1100">
              <a:latin typeface="Lora"/>
              <a:ea typeface="Lora"/>
              <a:cs typeface="Lora"/>
              <a:sym typeface="Lora"/>
            </a:endParaRPr>
          </a:p>
        </p:txBody>
      </p:sp>
      <p:sp>
        <p:nvSpPr>
          <p:cNvPr id="513" name="Google Shape;513;p63"/>
          <p:cNvSpPr/>
          <p:nvPr/>
        </p:nvSpPr>
        <p:spPr>
          <a:xfrm>
            <a:off x="3843504" y="3435725"/>
            <a:ext cx="1529400" cy="555600"/>
          </a:xfrm>
          <a:prstGeom prst="roundRect">
            <a:avLst>
              <a:gd fmla="val 10170" name="adj"/>
            </a:avLst>
          </a:prstGeom>
          <a:solidFill>
            <a:srgbClr val="F0EFEA"/>
          </a:solidFill>
          <a:ln>
            <a:noFill/>
          </a:ln>
        </p:spPr>
        <p:txBody>
          <a:bodyPr anchorCtr="0" anchor="ctr" bIns="91425" lIns="182875" spcFirstLastPara="1" rIns="182875" wrap="square" tIns="91425">
            <a:noAutofit/>
          </a:bodyPr>
          <a:lstStyle/>
          <a:p>
            <a:pPr indent="0" lvl="0" marL="0" marR="0" rtl="0" algn="l">
              <a:lnSpc>
                <a:spcPct val="115000"/>
              </a:lnSpc>
              <a:spcBef>
                <a:spcPts val="0"/>
              </a:spcBef>
              <a:spcAft>
                <a:spcPts val="0"/>
              </a:spcAft>
              <a:buNone/>
            </a:pPr>
            <a:r>
              <a:rPr lang="en" sz="1100">
                <a:solidFill>
                  <a:schemeClr val="dk2"/>
                </a:solidFill>
                <a:latin typeface="Lora"/>
                <a:ea typeface="Lora"/>
                <a:cs typeface="Lora"/>
                <a:sym typeface="Lora"/>
              </a:rPr>
              <a:t>Create commits and PRs</a:t>
            </a:r>
            <a:endParaRPr sz="1100">
              <a:solidFill>
                <a:schemeClr val="dk2"/>
              </a:solidFill>
              <a:latin typeface="Lora"/>
              <a:ea typeface="Lora"/>
              <a:cs typeface="Lora"/>
              <a:sym typeface="Lora"/>
            </a:endParaRPr>
          </a:p>
        </p:txBody>
      </p:sp>
      <p:sp>
        <p:nvSpPr>
          <p:cNvPr id="514" name="Google Shape;514;p63"/>
          <p:cNvSpPr/>
          <p:nvPr/>
        </p:nvSpPr>
        <p:spPr>
          <a:xfrm>
            <a:off x="5521355" y="1988550"/>
            <a:ext cx="1529400" cy="555600"/>
          </a:xfrm>
          <a:prstGeom prst="roundRect">
            <a:avLst>
              <a:gd fmla="val 10170" name="adj"/>
            </a:avLst>
          </a:prstGeom>
          <a:solidFill>
            <a:srgbClr val="F0EFEA"/>
          </a:solidFill>
          <a:ln>
            <a:noFill/>
          </a:ln>
        </p:spPr>
        <p:txBody>
          <a:bodyPr anchorCtr="0" anchor="ctr" bIns="91425" lIns="182875" spcFirstLastPara="1" rIns="182875" wrap="square" tIns="91425">
            <a:noAutofit/>
          </a:bodyPr>
          <a:lstStyle/>
          <a:p>
            <a:pPr indent="0" lvl="0" marL="0" marR="0" rtl="0" algn="l">
              <a:lnSpc>
                <a:spcPct val="115000"/>
              </a:lnSpc>
              <a:spcBef>
                <a:spcPts val="0"/>
              </a:spcBef>
              <a:spcAft>
                <a:spcPts val="0"/>
              </a:spcAft>
              <a:buNone/>
            </a:pPr>
            <a:r>
              <a:rPr lang="en" sz="1100">
                <a:solidFill>
                  <a:schemeClr val="dk2"/>
                </a:solidFill>
                <a:latin typeface="Lora"/>
                <a:ea typeface="Lora"/>
                <a:cs typeface="Lora"/>
                <a:sym typeface="Lora"/>
              </a:rPr>
              <a:t>Automate CI/CD</a:t>
            </a:r>
            <a:endParaRPr sz="1100">
              <a:solidFill>
                <a:schemeClr val="dk2"/>
              </a:solidFill>
              <a:latin typeface="Lora"/>
              <a:ea typeface="Lora"/>
              <a:cs typeface="Lora"/>
              <a:sym typeface="Lora"/>
            </a:endParaRPr>
          </a:p>
        </p:txBody>
      </p:sp>
      <p:sp>
        <p:nvSpPr>
          <p:cNvPr id="515" name="Google Shape;515;p63"/>
          <p:cNvSpPr/>
          <p:nvPr/>
        </p:nvSpPr>
        <p:spPr>
          <a:xfrm>
            <a:off x="5521355" y="2712121"/>
            <a:ext cx="1529400" cy="555600"/>
          </a:xfrm>
          <a:prstGeom prst="roundRect">
            <a:avLst>
              <a:gd fmla="val 10170" name="adj"/>
            </a:avLst>
          </a:prstGeom>
          <a:solidFill>
            <a:srgbClr val="F0EFEA"/>
          </a:solidFill>
          <a:ln>
            <a:noFill/>
          </a:ln>
        </p:spPr>
        <p:txBody>
          <a:bodyPr anchorCtr="0" anchor="ctr" bIns="91425" lIns="182875" spcFirstLastPara="1" rIns="182875" wrap="square" tIns="91425">
            <a:noAutofit/>
          </a:bodyPr>
          <a:lstStyle/>
          <a:p>
            <a:pPr indent="0" lvl="0" marL="0" marR="0" rtl="0" algn="l">
              <a:lnSpc>
                <a:spcPct val="115000"/>
              </a:lnSpc>
              <a:spcBef>
                <a:spcPts val="0"/>
              </a:spcBef>
              <a:spcAft>
                <a:spcPts val="0"/>
              </a:spcAft>
              <a:buNone/>
            </a:pPr>
            <a:r>
              <a:rPr lang="en" sz="1100">
                <a:solidFill>
                  <a:schemeClr val="dk2"/>
                </a:solidFill>
                <a:latin typeface="Lora"/>
                <a:ea typeface="Lora"/>
                <a:cs typeface="Lora"/>
                <a:sym typeface="Lora"/>
              </a:rPr>
              <a:t>Configure environments</a:t>
            </a:r>
            <a:endParaRPr sz="1100">
              <a:solidFill>
                <a:schemeClr val="dk2"/>
              </a:solidFill>
              <a:latin typeface="Lora"/>
              <a:ea typeface="Lora"/>
              <a:cs typeface="Lora"/>
              <a:sym typeface="Lora"/>
            </a:endParaRPr>
          </a:p>
        </p:txBody>
      </p:sp>
      <p:sp>
        <p:nvSpPr>
          <p:cNvPr id="516" name="Google Shape;516;p63"/>
          <p:cNvSpPr/>
          <p:nvPr/>
        </p:nvSpPr>
        <p:spPr>
          <a:xfrm>
            <a:off x="5521355" y="3435725"/>
            <a:ext cx="1529400" cy="555600"/>
          </a:xfrm>
          <a:prstGeom prst="roundRect">
            <a:avLst>
              <a:gd fmla="val 10170" name="adj"/>
            </a:avLst>
          </a:prstGeom>
          <a:solidFill>
            <a:srgbClr val="F0EFEA"/>
          </a:solidFill>
          <a:ln>
            <a:noFill/>
          </a:ln>
        </p:spPr>
        <p:txBody>
          <a:bodyPr anchorCtr="0" anchor="ctr" bIns="91425" lIns="182875" spcFirstLastPara="1" rIns="182875" wrap="square" tIns="91425">
            <a:noAutofit/>
          </a:bodyPr>
          <a:lstStyle/>
          <a:p>
            <a:pPr indent="0" lvl="0" marL="0" marR="0" rtl="0" algn="l">
              <a:lnSpc>
                <a:spcPct val="115000"/>
              </a:lnSpc>
              <a:spcBef>
                <a:spcPts val="0"/>
              </a:spcBef>
              <a:spcAft>
                <a:spcPts val="0"/>
              </a:spcAft>
              <a:buNone/>
            </a:pPr>
            <a:r>
              <a:rPr lang="en" sz="1100">
                <a:solidFill>
                  <a:schemeClr val="dk2"/>
                </a:solidFill>
                <a:latin typeface="Lora"/>
                <a:ea typeface="Lora"/>
                <a:cs typeface="Lora"/>
                <a:sym typeface="Lora"/>
              </a:rPr>
              <a:t>Manage deployments</a:t>
            </a:r>
            <a:endParaRPr sz="1100">
              <a:solidFill>
                <a:schemeClr val="dk2"/>
              </a:solidFill>
              <a:latin typeface="Lora"/>
              <a:ea typeface="Lora"/>
              <a:cs typeface="Lora"/>
              <a:sym typeface="Lora"/>
            </a:endParaRPr>
          </a:p>
        </p:txBody>
      </p:sp>
      <p:sp>
        <p:nvSpPr>
          <p:cNvPr id="517" name="Google Shape;517;p63"/>
          <p:cNvSpPr/>
          <p:nvPr/>
        </p:nvSpPr>
        <p:spPr>
          <a:xfrm>
            <a:off x="7199199" y="1988550"/>
            <a:ext cx="1529400" cy="555600"/>
          </a:xfrm>
          <a:prstGeom prst="roundRect">
            <a:avLst>
              <a:gd fmla="val 10170" name="adj"/>
            </a:avLst>
          </a:prstGeom>
          <a:solidFill>
            <a:schemeClr val="dk2"/>
          </a:solidFill>
          <a:ln>
            <a:noFill/>
          </a:ln>
        </p:spPr>
        <p:txBody>
          <a:bodyPr anchorCtr="0" anchor="ctr" bIns="91425" lIns="182875" spcFirstLastPara="1" rIns="182875" wrap="square" tIns="91425">
            <a:noAutofit/>
          </a:bodyPr>
          <a:lstStyle/>
          <a:p>
            <a:pPr indent="0" lvl="0" marL="0" marR="0" rtl="0" algn="l">
              <a:lnSpc>
                <a:spcPct val="115000"/>
              </a:lnSpc>
              <a:spcBef>
                <a:spcPts val="0"/>
              </a:spcBef>
              <a:spcAft>
                <a:spcPts val="0"/>
              </a:spcAft>
              <a:buNone/>
            </a:pPr>
            <a:r>
              <a:rPr b="1" lang="en" sz="1100">
                <a:latin typeface="Lora"/>
                <a:ea typeface="Lora"/>
                <a:cs typeface="Lora"/>
                <a:sym typeface="Lora"/>
              </a:rPr>
              <a:t>Debug errors</a:t>
            </a:r>
            <a:endParaRPr b="1" sz="1100">
              <a:latin typeface="Lora"/>
              <a:ea typeface="Lora"/>
              <a:cs typeface="Lora"/>
              <a:sym typeface="Lora"/>
            </a:endParaRPr>
          </a:p>
        </p:txBody>
      </p:sp>
      <p:sp>
        <p:nvSpPr>
          <p:cNvPr id="518" name="Google Shape;518;p63"/>
          <p:cNvSpPr/>
          <p:nvPr/>
        </p:nvSpPr>
        <p:spPr>
          <a:xfrm>
            <a:off x="7199199" y="2712121"/>
            <a:ext cx="1529400" cy="555600"/>
          </a:xfrm>
          <a:prstGeom prst="roundRect">
            <a:avLst>
              <a:gd fmla="val 10170" name="adj"/>
            </a:avLst>
          </a:prstGeom>
          <a:solidFill>
            <a:srgbClr val="F0EFEA"/>
          </a:solidFill>
          <a:ln>
            <a:noFill/>
          </a:ln>
        </p:spPr>
        <p:txBody>
          <a:bodyPr anchorCtr="0" anchor="ctr" bIns="91425" lIns="182875" spcFirstLastPara="1" rIns="182875" wrap="square" tIns="91425">
            <a:noAutofit/>
          </a:bodyPr>
          <a:lstStyle/>
          <a:p>
            <a:pPr indent="0" lvl="0" marL="0" marR="0" rtl="0" algn="l">
              <a:lnSpc>
                <a:spcPct val="115000"/>
              </a:lnSpc>
              <a:spcBef>
                <a:spcPts val="0"/>
              </a:spcBef>
              <a:spcAft>
                <a:spcPts val="0"/>
              </a:spcAft>
              <a:buNone/>
            </a:pPr>
            <a:r>
              <a:rPr lang="en" sz="1100">
                <a:solidFill>
                  <a:schemeClr val="dk2"/>
                </a:solidFill>
                <a:latin typeface="Lora"/>
                <a:ea typeface="Lora"/>
                <a:cs typeface="Lora"/>
                <a:sym typeface="Lora"/>
              </a:rPr>
              <a:t>Large-scale refactor</a:t>
            </a:r>
            <a:endParaRPr sz="1100">
              <a:solidFill>
                <a:schemeClr val="dk2"/>
              </a:solidFill>
              <a:latin typeface="Lora"/>
              <a:ea typeface="Lora"/>
              <a:cs typeface="Lora"/>
              <a:sym typeface="Lora"/>
            </a:endParaRPr>
          </a:p>
        </p:txBody>
      </p:sp>
      <p:sp>
        <p:nvSpPr>
          <p:cNvPr id="519" name="Google Shape;519;p63"/>
          <p:cNvSpPr/>
          <p:nvPr/>
        </p:nvSpPr>
        <p:spPr>
          <a:xfrm>
            <a:off x="7199199" y="3435725"/>
            <a:ext cx="1529400" cy="555600"/>
          </a:xfrm>
          <a:prstGeom prst="roundRect">
            <a:avLst>
              <a:gd fmla="val 10170" name="adj"/>
            </a:avLst>
          </a:prstGeom>
          <a:solidFill>
            <a:schemeClr val="dk2"/>
          </a:solidFill>
          <a:ln>
            <a:noFill/>
          </a:ln>
        </p:spPr>
        <p:txBody>
          <a:bodyPr anchorCtr="0" anchor="ctr" bIns="91425" lIns="182875" spcFirstLastPara="1" rIns="182875" wrap="square" tIns="91425">
            <a:noAutofit/>
          </a:bodyPr>
          <a:lstStyle/>
          <a:p>
            <a:pPr indent="0" lvl="0" marL="0" marR="0" rtl="0" algn="l">
              <a:lnSpc>
                <a:spcPct val="115000"/>
              </a:lnSpc>
              <a:spcBef>
                <a:spcPts val="0"/>
              </a:spcBef>
              <a:spcAft>
                <a:spcPts val="0"/>
              </a:spcAft>
              <a:buNone/>
            </a:pPr>
            <a:r>
              <a:rPr b="1" lang="en" sz="1100">
                <a:latin typeface="Lora"/>
                <a:ea typeface="Lora"/>
                <a:cs typeface="Lora"/>
                <a:sym typeface="Lora"/>
              </a:rPr>
              <a:t>Monitor usage &amp; performance</a:t>
            </a:r>
            <a:endParaRPr b="1" sz="1100">
              <a:latin typeface="Lora"/>
              <a:ea typeface="Lora"/>
              <a:cs typeface="Lora"/>
              <a:sym typeface="Lora"/>
            </a:endParaRPr>
          </a:p>
        </p:txBody>
      </p:sp>
      <p:cxnSp>
        <p:nvCxnSpPr>
          <p:cNvPr id="520" name="Google Shape;520;p63"/>
          <p:cNvCxnSpPr>
            <a:stCxn id="507" idx="3"/>
            <a:endCxn id="509" idx="2"/>
          </p:cNvCxnSpPr>
          <p:nvPr/>
        </p:nvCxnSpPr>
        <p:spPr>
          <a:xfrm flipH="1" rot="10800000">
            <a:off x="2017200" y="3267725"/>
            <a:ext cx="913200" cy="445800"/>
          </a:xfrm>
          <a:prstGeom prst="curvedConnector2">
            <a:avLst/>
          </a:prstGeom>
          <a:noFill/>
          <a:ln cap="flat" cmpd="sng" w="19050">
            <a:solidFill>
              <a:schemeClr val="dk2"/>
            </a:solidFill>
            <a:prstDash val="solid"/>
            <a:round/>
            <a:headEnd len="med" w="med" type="none"/>
            <a:tailEnd len="med" w="med" type="triangle"/>
          </a:ln>
        </p:spPr>
      </p:cxnSp>
      <p:cxnSp>
        <p:nvCxnSpPr>
          <p:cNvPr id="521" name="Google Shape;521;p63"/>
          <p:cNvCxnSpPr>
            <a:stCxn id="509" idx="2"/>
            <a:endCxn id="512" idx="2"/>
          </p:cNvCxnSpPr>
          <p:nvPr/>
        </p:nvCxnSpPr>
        <p:spPr>
          <a:xfrm flipH="1" rot="-5400000">
            <a:off x="3769002" y="2429071"/>
            <a:ext cx="600" cy="1677900"/>
          </a:xfrm>
          <a:prstGeom prst="curvedConnector3">
            <a:avLst>
              <a:gd fmla="val 49450630" name="adj1"/>
            </a:avLst>
          </a:prstGeom>
          <a:noFill/>
          <a:ln cap="flat" cmpd="sng" w="19050">
            <a:solidFill>
              <a:schemeClr val="dk2"/>
            </a:solidFill>
            <a:prstDash val="solid"/>
            <a:round/>
            <a:headEnd len="med" w="med" type="none"/>
            <a:tailEnd len="med" w="med" type="triangle"/>
          </a:ln>
        </p:spPr>
      </p:cxnSp>
      <p:cxnSp>
        <p:nvCxnSpPr>
          <p:cNvPr id="522" name="Google Shape;522;p63"/>
          <p:cNvCxnSpPr>
            <a:stCxn id="512" idx="0"/>
            <a:endCxn id="511" idx="2"/>
          </p:cNvCxnSpPr>
          <p:nvPr/>
        </p:nvCxnSpPr>
        <p:spPr>
          <a:xfrm rot="-5400000">
            <a:off x="4524504" y="2627821"/>
            <a:ext cx="168000" cy="600"/>
          </a:xfrm>
          <a:prstGeom prst="curvedConnector3">
            <a:avLst>
              <a:gd fmla="val 49991" name="adj1"/>
            </a:avLst>
          </a:prstGeom>
          <a:noFill/>
          <a:ln cap="flat" cmpd="sng" w="19050">
            <a:solidFill>
              <a:schemeClr val="dk2"/>
            </a:solidFill>
            <a:prstDash val="solid"/>
            <a:round/>
            <a:headEnd len="med" w="med" type="none"/>
            <a:tailEnd len="med" w="med" type="triangle"/>
          </a:ln>
        </p:spPr>
      </p:cxnSp>
      <p:cxnSp>
        <p:nvCxnSpPr>
          <p:cNvPr id="523" name="Google Shape;523;p63"/>
          <p:cNvCxnSpPr>
            <a:stCxn id="511" idx="3"/>
            <a:endCxn id="519" idx="1"/>
          </p:cNvCxnSpPr>
          <p:nvPr/>
        </p:nvCxnSpPr>
        <p:spPr>
          <a:xfrm>
            <a:off x="5372904" y="2266350"/>
            <a:ext cx="1826400" cy="1447200"/>
          </a:xfrm>
          <a:prstGeom prst="curvedConnector3">
            <a:avLst>
              <a:gd fmla="val 49997" name="adj1"/>
            </a:avLst>
          </a:prstGeom>
          <a:noFill/>
          <a:ln cap="flat" cmpd="sng" w="19050">
            <a:solidFill>
              <a:schemeClr val="dk2"/>
            </a:solidFill>
            <a:prstDash val="solid"/>
            <a:round/>
            <a:headEnd len="med" w="med" type="none"/>
            <a:tailEnd len="med" w="med" type="triangle"/>
          </a:ln>
        </p:spPr>
      </p:cxnSp>
      <p:cxnSp>
        <p:nvCxnSpPr>
          <p:cNvPr id="524" name="Google Shape;524;p63"/>
          <p:cNvCxnSpPr>
            <a:stCxn id="519" idx="0"/>
            <a:endCxn id="517" idx="2"/>
          </p:cNvCxnSpPr>
          <p:nvPr/>
        </p:nvCxnSpPr>
        <p:spPr>
          <a:xfrm rot="-5400000">
            <a:off x="7518399" y="2989625"/>
            <a:ext cx="891600" cy="600"/>
          </a:xfrm>
          <a:prstGeom prst="curvedConnector3">
            <a:avLst>
              <a:gd fmla="val 49999" name="adj1"/>
            </a:avLst>
          </a:prstGeom>
          <a:noFill/>
          <a:ln cap="flat" cmpd="sng" w="19050">
            <a:solidFill>
              <a:schemeClr val="dk2"/>
            </a:solidFill>
            <a:prstDash val="solid"/>
            <a:round/>
            <a:headEnd len="med" w="med" type="none"/>
            <a:tailEnd len="med" w="med" type="triangle"/>
          </a:ln>
        </p:spPr>
      </p:cxn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9F5"/>
        </a:solidFill>
      </p:bgPr>
    </p:bg>
    <p:spTree>
      <p:nvGrpSpPr>
        <p:cNvPr id="528" name="Shape 528"/>
        <p:cNvGrpSpPr/>
        <p:nvPr/>
      </p:nvGrpSpPr>
      <p:grpSpPr>
        <a:xfrm>
          <a:off x="0" y="0"/>
          <a:ext cx="0" cy="0"/>
          <a:chOff x="0" y="0"/>
          <a:chExt cx="0" cy="0"/>
        </a:xfrm>
      </p:grpSpPr>
      <p:sp>
        <p:nvSpPr>
          <p:cNvPr id="529" name="Google Shape;529;p64"/>
          <p:cNvSpPr txBox="1"/>
          <p:nvPr>
            <p:ph type="title"/>
          </p:nvPr>
        </p:nvSpPr>
        <p:spPr>
          <a:xfrm>
            <a:off x="456825" y="457206"/>
            <a:ext cx="8230200" cy="8154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Common user prompted workflows</a:t>
            </a:r>
            <a:endParaRPr/>
          </a:p>
          <a:p>
            <a:pPr indent="0" lvl="0" marL="0" rtl="0" algn="l">
              <a:spcBef>
                <a:spcPts val="0"/>
              </a:spcBef>
              <a:spcAft>
                <a:spcPts val="0"/>
              </a:spcAft>
              <a:buNone/>
            </a:pPr>
            <a:r>
              <a:t/>
            </a:r>
            <a:endParaRPr/>
          </a:p>
        </p:txBody>
      </p:sp>
      <p:sp>
        <p:nvSpPr>
          <p:cNvPr id="530" name="Google Shape;530;p64"/>
          <p:cNvSpPr txBox="1"/>
          <p:nvPr>
            <p:ph idx="1" type="body"/>
          </p:nvPr>
        </p:nvSpPr>
        <p:spPr>
          <a:xfrm>
            <a:off x="455775" y="1371605"/>
            <a:ext cx="4033500" cy="29733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b="1" lang="en" sz="1300">
                <a:solidFill>
                  <a:srgbClr val="030712"/>
                </a:solidFill>
              </a:rPr>
              <a:t>1. Explore, Plan, Code, Commit</a:t>
            </a:r>
            <a:r>
              <a:rPr lang="en" sz="1300">
                <a:solidFill>
                  <a:srgbClr val="030712"/>
                </a:solidFill>
              </a:rPr>
              <a:t>-</a:t>
            </a:r>
            <a:endParaRPr sz="1300">
              <a:solidFill>
                <a:srgbClr val="030712"/>
              </a:solidFill>
            </a:endParaRPr>
          </a:p>
          <a:p>
            <a:pPr indent="0" lvl="0" marL="0" rtl="0" algn="l">
              <a:spcBef>
                <a:spcPts val="0"/>
              </a:spcBef>
              <a:spcAft>
                <a:spcPts val="0"/>
              </a:spcAft>
              <a:buNone/>
            </a:pPr>
            <a:r>
              <a:rPr lang="en" sz="1300">
                <a:solidFill>
                  <a:srgbClr val="030712"/>
                </a:solidFill>
              </a:rPr>
              <a:t>Research-first development cycle</a:t>
            </a:r>
            <a:r>
              <a:rPr b="1" lang="en" sz="1300">
                <a:solidFill>
                  <a:schemeClr val="dk1"/>
                </a:solidFill>
              </a:rPr>
              <a:t>:</a:t>
            </a:r>
            <a:endParaRPr b="1" sz="1300">
              <a:solidFill>
                <a:schemeClr val="dk1"/>
              </a:solidFill>
            </a:endParaRPr>
          </a:p>
          <a:p>
            <a:pPr indent="-222250" lvl="0" marL="279400" marR="0" rtl="0" algn="l">
              <a:lnSpc>
                <a:spcPct val="115000"/>
              </a:lnSpc>
              <a:spcBef>
                <a:spcPts val="1000"/>
              </a:spcBef>
              <a:spcAft>
                <a:spcPts val="0"/>
              </a:spcAft>
              <a:buClr>
                <a:srgbClr val="B0AEA5"/>
              </a:buClr>
              <a:buSzPts val="1300"/>
              <a:buAutoNum type="arabicPeriod"/>
            </a:pPr>
            <a:r>
              <a:rPr lang="en" sz="1300"/>
              <a:t>Ask Claude to read relevant files (no code yet)</a:t>
            </a:r>
            <a:endParaRPr sz="1300"/>
          </a:p>
          <a:p>
            <a:pPr indent="-222250" lvl="0" marL="279400" marR="0" rtl="0" algn="l">
              <a:lnSpc>
                <a:spcPct val="115000"/>
              </a:lnSpc>
              <a:spcBef>
                <a:spcPts val="1000"/>
              </a:spcBef>
              <a:spcAft>
                <a:spcPts val="0"/>
              </a:spcAft>
              <a:buClr>
                <a:srgbClr val="B0AEA5"/>
              </a:buClr>
              <a:buSzPts val="1300"/>
              <a:buAutoNum type="arabicPeriod"/>
            </a:pPr>
            <a:r>
              <a:rPr lang="en" sz="1300"/>
              <a:t>Use subagents to verify details &amp; investigate questions</a:t>
            </a:r>
            <a:endParaRPr sz="1300"/>
          </a:p>
          <a:p>
            <a:pPr indent="-222250" lvl="0" marL="279400" marR="0" rtl="0" algn="l">
              <a:lnSpc>
                <a:spcPct val="115000"/>
              </a:lnSpc>
              <a:spcBef>
                <a:spcPts val="1000"/>
              </a:spcBef>
              <a:spcAft>
                <a:spcPts val="0"/>
              </a:spcAft>
              <a:buClr>
                <a:srgbClr val="B0AEA5"/>
              </a:buClr>
              <a:buSzPts val="1300"/>
              <a:buAutoNum type="arabicPeriod"/>
            </a:pPr>
            <a:r>
              <a:rPr lang="en" sz="1300"/>
              <a:t>Ask Claude to make a plan</a:t>
            </a:r>
            <a:endParaRPr sz="1300"/>
          </a:p>
          <a:p>
            <a:pPr indent="-222250" lvl="0" marL="279400" marR="0" rtl="0" algn="l">
              <a:lnSpc>
                <a:spcPct val="115000"/>
              </a:lnSpc>
              <a:spcBef>
                <a:spcPts val="1000"/>
              </a:spcBef>
              <a:spcAft>
                <a:spcPts val="0"/>
              </a:spcAft>
              <a:buClr>
                <a:srgbClr val="B0AEA5"/>
              </a:buClr>
              <a:buSzPts val="1300"/>
              <a:buAutoNum type="arabicPeriod"/>
            </a:pPr>
            <a:r>
              <a:rPr lang="en" sz="1300"/>
              <a:t>Create document/GitHub issue with plan for reference</a:t>
            </a:r>
            <a:endParaRPr sz="1300"/>
          </a:p>
          <a:p>
            <a:pPr indent="-222250" lvl="0" marL="279400" marR="0" rtl="0" algn="l">
              <a:lnSpc>
                <a:spcPct val="115000"/>
              </a:lnSpc>
              <a:spcBef>
                <a:spcPts val="1000"/>
              </a:spcBef>
              <a:spcAft>
                <a:spcPts val="0"/>
              </a:spcAft>
              <a:buClr>
                <a:srgbClr val="B0AEA5"/>
              </a:buClr>
              <a:buSzPts val="1300"/>
              <a:buAutoNum type="arabicPeriod"/>
            </a:pPr>
            <a:r>
              <a:rPr lang="en" sz="1300"/>
              <a:t>Implement solution in code</a:t>
            </a:r>
            <a:endParaRPr sz="1300"/>
          </a:p>
          <a:p>
            <a:pPr indent="-228600" lvl="0" marL="279400" marR="0" rtl="0" algn="l">
              <a:lnSpc>
                <a:spcPct val="115000"/>
              </a:lnSpc>
              <a:spcBef>
                <a:spcPts val="1000"/>
              </a:spcBef>
              <a:spcAft>
                <a:spcPts val="1000"/>
              </a:spcAft>
              <a:buClr>
                <a:srgbClr val="B0AEA5"/>
              </a:buClr>
              <a:buSzPts val="1400"/>
              <a:buAutoNum type="arabicPeriod"/>
            </a:pPr>
            <a:r>
              <a:rPr lang="en" sz="1300"/>
              <a:t>Commit result and create pull request</a:t>
            </a:r>
            <a:r>
              <a:rPr lang="en"/>
              <a:t> </a:t>
            </a:r>
            <a:endParaRPr>
              <a:solidFill>
                <a:schemeClr val="dk1"/>
              </a:solidFill>
            </a:endParaRPr>
          </a:p>
        </p:txBody>
      </p:sp>
      <p:sp>
        <p:nvSpPr>
          <p:cNvPr id="531" name="Google Shape;531;p64"/>
          <p:cNvSpPr txBox="1"/>
          <p:nvPr>
            <p:ph idx="2" type="body"/>
          </p:nvPr>
        </p:nvSpPr>
        <p:spPr>
          <a:xfrm>
            <a:off x="4654713" y="1371605"/>
            <a:ext cx="4033500" cy="29733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b="1" lang="en" sz="1300">
                <a:solidFill>
                  <a:srgbClr val="030712"/>
                </a:solidFill>
              </a:rPr>
              <a:t>4. Codebase Q&amp;A - </a:t>
            </a:r>
            <a:r>
              <a:rPr lang="en" sz="1300">
                <a:solidFill>
                  <a:srgbClr val="030712"/>
                </a:solidFill>
              </a:rPr>
              <a:t>Documenting or understanding a codebase</a:t>
            </a:r>
            <a:endParaRPr b="1" sz="1300">
              <a:solidFill>
                <a:srgbClr val="030712"/>
              </a:solidFill>
            </a:endParaRPr>
          </a:p>
          <a:p>
            <a:pPr indent="-222250" lvl="0" marL="279400" marR="0" rtl="0" algn="l">
              <a:lnSpc>
                <a:spcPct val="115000"/>
              </a:lnSpc>
              <a:spcBef>
                <a:spcPts val="0"/>
              </a:spcBef>
              <a:spcAft>
                <a:spcPts val="0"/>
              </a:spcAft>
              <a:buClr>
                <a:srgbClr val="B0AEA5"/>
              </a:buClr>
              <a:buSzPts val="1300"/>
              <a:buAutoNum type="arabicPeriod"/>
            </a:pPr>
            <a:r>
              <a:rPr lang="en" sz="1300"/>
              <a:t>Ask Claude to write tests for expected behavior </a:t>
            </a:r>
            <a:endParaRPr sz="1300"/>
          </a:p>
          <a:p>
            <a:pPr indent="-222250" lvl="0" marL="279400" marR="0" rtl="0" algn="l">
              <a:lnSpc>
                <a:spcPct val="115000"/>
              </a:lnSpc>
              <a:spcBef>
                <a:spcPts val="1000"/>
              </a:spcBef>
              <a:spcAft>
                <a:spcPts val="0"/>
              </a:spcAft>
              <a:buClr>
                <a:srgbClr val="B0AEA5"/>
              </a:buClr>
              <a:buSzPts val="1300"/>
              <a:buAutoNum type="arabicPeriod"/>
            </a:pPr>
            <a:r>
              <a:rPr lang="en" sz="1300"/>
              <a:t>Ensure tests fail (no implementation yet) </a:t>
            </a:r>
            <a:endParaRPr sz="1300"/>
          </a:p>
          <a:p>
            <a:pPr indent="-222250" lvl="0" marL="279400" marR="0" rtl="0" algn="l">
              <a:lnSpc>
                <a:spcPct val="115000"/>
              </a:lnSpc>
              <a:spcBef>
                <a:spcPts val="1000"/>
              </a:spcBef>
              <a:spcAft>
                <a:spcPts val="0"/>
              </a:spcAft>
              <a:buClr>
                <a:srgbClr val="B0AEA5"/>
              </a:buClr>
              <a:buSzPts val="1300"/>
              <a:buAutoNum type="arabicPeriod"/>
            </a:pPr>
            <a:r>
              <a:rPr lang="en" sz="1300"/>
              <a:t>Commit the failing tests </a:t>
            </a:r>
            <a:endParaRPr sz="1300"/>
          </a:p>
          <a:p>
            <a:pPr indent="-222250" lvl="0" marL="279400" marR="0" rtl="0" algn="l">
              <a:lnSpc>
                <a:spcPct val="115000"/>
              </a:lnSpc>
              <a:spcBef>
                <a:spcPts val="1000"/>
              </a:spcBef>
              <a:spcAft>
                <a:spcPts val="0"/>
              </a:spcAft>
              <a:buClr>
                <a:srgbClr val="B0AEA5"/>
              </a:buClr>
              <a:buSzPts val="1300"/>
              <a:buAutoNum type="arabicPeriod"/>
            </a:pPr>
            <a:r>
              <a:rPr lang="en" sz="1300"/>
              <a:t>Write code to pass tests </a:t>
            </a:r>
            <a:endParaRPr sz="1300"/>
          </a:p>
          <a:p>
            <a:pPr indent="-222250" lvl="0" marL="279400" marR="0" rtl="0" algn="l">
              <a:lnSpc>
                <a:spcPct val="115000"/>
              </a:lnSpc>
              <a:spcBef>
                <a:spcPts val="1000"/>
              </a:spcBef>
              <a:spcAft>
                <a:spcPts val="0"/>
              </a:spcAft>
              <a:buClr>
                <a:srgbClr val="B0AEA5"/>
              </a:buClr>
              <a:buSzPts val="1300"/>
              <a:buAutoNum type="arabicPeriod"/>
            </a:pPr>
            <a:r>
              <a:rPr lang="en" sz="1300"/>
              <a:t>Iterate until all tests pass </a:t>
            </a:r>
            <a:endParaRPr sz="1300"/>
          </a:p>
          <a:p>
            <a:pPr indent="-222250" lvl="0" marL="279400" marR="0" rtl="0" algn="l">
              <a:lnSpc>
                <a:spcPct val="115000"/>
              </a:lnSpc>
              <a:spcBef>
                <a:spcPts val="1000"/>
              </a:spcBef>
              <a:spcAft>
                <a:spcPts val="1000"/>
              </a:spcAft>
              <a:buClr>
                <a:srgbClr val="B0AEA5"/>
              </a:buClr>
              <a:buSzPts val="1300"/>
              <a:buAutoNum type="arabicPeriod"/>
            </a:pPr>
            <a:r>
              <a:rPr lang="en" sz="1300"/>
              <a:t>Use subagents to verify implementation quality</a:t>
            </a:r>
            <a:endParaRPr/>
          </a:p>
        </p:txBody>
      </p:sp>
      <p:sp>
        <p:nvSpPr>
          <p:cNvPr id="532" name="Google Shape;532;p64"/>
          <p:cNvSpPr txBox="1"/>
          <p:nvPr>
            <p:ph idx="12" type="sldNum"/>
          </p:nvPr>
        </p:nvSpPr>
        <p:spPr>
          <a:xfrm>
            <a:off x="8256725" y="4708927"/>
            <a:ext cx="437100" cy="107400"/>
          </a:xfrm>
          <a:prstGeom prst="rect">
            <a:avLst/>
          </a:prstGeom>
        </p:spPr>
        <p:txBody>
          <a:bodyPr anchorCtr="0" anchor="t" bIns="0" lIns="0" spcFirstLastPara="1" rIns="0" wrap="square" tIns="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9F5"/>
        </a:solidFill>
      </p:bgPr>
    </p:bg>
    <p:spTree>
      <p:nvGrpSpPr>
        <p:cNvPr id="536" name="Shape 536"/>
        <p:cNvGrpSpPr/>
        <p:nvPr/>
      </p:nvGrpSpPr>
      <p:grpSpPr>
        <a:xfrm>
          <a:off x="0" y="0"/>
          <a:ext cx="0" cy="0"/>
          <a:chOff x="0" y="0"/>
          <a:chExt cx="0" cy="0"/>
        </a:xfrm>
      </p:grpSpPr>
      <p:sp>
        <p:nvSpPr>
          <p:cNvPr id="537" name="Google Shape;537;p65"/>
          <p:cNvSpPr txBox="1"/>
          <p:nvPr>
            <p:ph type="title"/>
          </p:nvPr>
        </p:nvSpPr>
        <p:spPr>
          <a:xfrm>
            <a:off x="456825" y="457206"/>
            <a:ext cx="8230200" cy="8154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Common user prompted workflows</a:t>
            </a:r>
            <a:endParaRPr/>
          </a:p>
          <a:p>
            <a:pPr indent="0" lvl="0" marL="0" rtl="0" algn="l">
              <a:spcBef>
                <a:spcPts val="0"/>
              </a:spcBef>
              <a:spcAft>
                <a:spcPts val="0"/>
              </a:spcAft>
              <a:buNone/>
            </a:pPr>
            <a:r>
              <a:t/>
            </a:r>
            <a:endParaRPr/>
          </a:p>
        </p:txBody>
      </p:sp>
      <p:sp>
        <p:nvSpPr>
          <p:cNvPr id="538" name="Google Shape;538;p65"/>
          <p:cNvSpPr txBox="1"/>
          <p:nvPr>
            <p:ph idx="1" type="body"/>
          </p:nvPr>
        </p:nvSpPr>
        <p:spPr>
          <a:xfrm>
            <a:off x="455775" y="1371605"/>
            <a:ext cx="4033500" cy="29733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b="1" lang="en" sz="1300">
                <a:solidFill>
                  <a:srgbClr val="030712"/>
                </a:solidFill>
              </a:rPr>
              <a:t>3. Write code, screenshot result, iterate - </a:t>
            </a:r>
            <a:r>
              <a:rPr lang="en" sz="1300">
                <a:solidFill>
                  <a:srgbClr val="030712"/>
                </a:solidFill>
              </a:rPr>
              <a:t>Front-end development cycles</a:t>
            </a:r>
            <a:endParaRPr sz="1300">
              <a:solidFill>
                <a:srgbClr val="030712"/>
              </a:solidFill>
            </a:endParaRPr>
          </a:p>
          <a:p>
            <a:pPr indent="0" lvl="0" marL="0" rtl="0" algn="l">
              <a:spcBef>
                <a:spcPts val="0"/>
              </a:spcBef>
              <a:spcAft>
                <a:spcPts val="0"/>
              </a:spcAft>
              <a:buNone/>
            </a:pPr>
            <a:r>
              <a:t/>
            </a:r>
            <a:endParaRPr sz="1300">
              <a:solidFill>
                <a:srgbClr val="030712"/>
              </a:solidFill>
            </a:endParaRPr>
          </a:p>
          <a:p>
            <a:pPr indent="-222250" lvl="0" marL="279400" marR="0" rtl="0" algn="l">
              <a:lnSpc>
                <a:spcPct val="115000"/>
              </a:lnSpc>
              <a:spcBef>
                <a:spcPts val="0"/>
              </a:spcBef>
              <a:spcAft>
                <a:spcPts val="0"/>
              </a:spcAft>
              <a:buClr>
                <a:srgbClr val="B0AEA5"/>
              </a:buClr>
              <a:buSzPts val="1300"/>
              <a:buAutoNum type="arabicPeriod"/>
            </a:pPr>
            <a:r>
              <a:rPr lang="en" sz="1300"/>
              <a:t>Set up screenshot capability (e.g. Puppeteer MCP)</a:t>
            </a:r>
            <a:endParaRPr sz="1300"/>
          </a:p>
          <a:p>
            <a:pPr indent="-222250" lvl="0" marL="279400" marR="0" rtl="0" algn="l">
              <a:lnSpc>
                <a:spcPct val="115000"/>
              </a:lnSpc>
              <a:spcBef>
                <a:spcPts val="1000"/>
              </a:spcBef>
              <a:spcAft>
                <a:spcPts val="0"/>
              </a:spcAft>
              <a:buClr>
                <a:srgbClr val="B0AEA5"/>
              </a:buClr>
              <a:buSzPts val="1300"/>
              <a:buAutoNum type="arabicPeriod"/>
            </a:pPr>
            <a:r>
              <a:rPr lang="en" sz="1300"/>
              <a:t>Provide visual mock/target </a:t>
            </a:r>
            <a:endParaRPr sz="1300"/>
          </a:p>
          <a:p>
            <a:pPr indent="-222250" lvl="0" marL="279400" marR="0" rtl="0" algn="l">
              <a:lnSpc>
                <a:spcPct val="115000"/>
              </a:lnSpc>
              <a:spcBef>
                <a:spcPts val="1000"/>
              </a:spcBef>
              <a:spcAft>
                <a:spcPts val="0"/>
              </a:spcAft>
              <a:buClr>
                <a:srgbClr val="B0AEA5"/>
              </a:buClr>
              <a:buSzPts val="1300"/>
              <a:buAutoNum type="arabicPeriod"/>
            </a:pPr>
            <a:r>
              <a:rPr lang="en" sz="1300"/>
              <a:t>Implement design in code </a:t>
            </a:r>
            <a:endParaRPr sz="1300"/>
          </a:p>
          <a:p>
            <a:pPr indent="-222250" lvl="0" marL="279400" marR="0" rtl="0" algn="l">
              <a:lnSpc>
                <a:spcPct val="115000"/>
              </a:lnSpc>
              <a:spcBef>
                <a:spcPts val="1000"/>
              </a:spcBef>
              <a:spcAft>
                <a:spcPts val="0"/>
              </a:spcAft>
              <a:buClr>
                <a:srgbClr val="B0AEA5"/>
              </a:buClr>
              <a:buSzPts val="1300"/>
              <a:buAutoNum type="arabicPeriod"/>
            </a:pPr>
            <a:r>
              <a:rPr lang="en" sz="1300"/>
              <a:t>Take screenshots of result </a:t>
            </a:r>
            <a:endParaRPr sz="1300"/>
          </a:p>
          <a:p>
            <a:pPr indent="-222250" lvl="0" marL="279400" marR="0" rtl="0" algn="l">
              <a:lnSpc>
                <a:spcPct val="115000"/>
              </a:lnSpc>
              <a:spcBef>
                <a:spcPts val="1000"/>
              </a:spcBef>
              <a:spcAft>
                <a:spcPts val="1000"/>
              </a:spcAft>
              <a:buClr>
                <a:srgbClr val="B0AEA5"/>
              </a:buClr>
              <a:buSzPts val="1300"/>
              <a:buAutoNum type="arabicPeriod"/>
            </a:pPr>
            <a:r>
              <a:rPr lang="en" sz="1300"/>
              <a:t>Iterate based on visual comparison</a:t>
            </a:r>
            <a:endParaRPr sz="1300"/>
          </a:p>
        </p:txBody>
      </p:sp>
      <p:sp>
        <p:nvSpPr>
          <p:cNvPr id="539" name="Google Shape;539;p65"/>
          <p:cNvSpPr txBox="1"/>
          <p:nvPr>
            <p:ph idx="2" type="body"/>
          </p:nvPr>
        </p:nvSpPr>
        <p:spPr>
          <a:xfrm>
            <a:off x="4654713" y="1371605"/>
            <a:ext cx="4033500" cy="29733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b="1" lang="en" sz="1300">
                <a:solidFill>
                  <a:srgbClr val="030712"/>
                </a:solidFill>
              </a:rPr>
              <a:t>4. Codebase Q&amp;A - </a:t>
            </a:r>
            <a:r>
              <a:rPr lang="en" sz="1300">
                <a:solidFill>
                  <a:srgbClr val="030712"/>
                </a:solidFill>
              </a:rPr>
              <a:t>Documenting or understanding a codebase</a:t>
            </a:r>
            <a:endParaRPr sz="1300">
              <a:solidFill>
                <a:srgbClr val="030712"/>
              </a:solidFill>
            </a:endParaRPr>
          </a:p>
          <a:p>
            <a:pPr indent="0" lvl="0" marL="0" rtl="0" algn="l">
              <a:spcBef>
                <a:spcPts val="0"/>
              </a:spcBef>
              <a:spcAft>
                <a:spcPts val="0"/>
              </a:spcAft>
              <a:buNone/>
            </a:pPr>
            <a:r>
              <a:t/>
            </a:r>
            <a:endParaRPr sz="1300">
              <a:solidFill>
                <a:srgbClr val="030712"/>
              </a:solidFill>
            </a:endParaRPr>
          </a:p>
          <a:p>
            <a:pPr indent="-222250" lvl="0" marL="279400" marR="0" rtl="0" algn="l">
              <a:lnSpc>
                <a:spcPct val="115000"/>
              </a:lnSpc>
              <a:spcBef>
                <a:spcPts val="0"/>
              </a:spcBef>
              <a:spcAft>
                <a:spcPts val="0"/>
              </a:spcAft>
              <a:buClr>
                <a:srgbClr val="B0AEA5"/>
              </a:buClr>
              <a:buSzPts val="1300"/>
              <a:buAutoNum type="arabicPeriod"/>
            </a:pPr>
            <a:r>
              <a:rPr lang="en" sz="1300"/>
              <a:t>Ask natural language questions about code </a:t>
            </a:r>
            <a:endParaRPr sz="1300"/>
          </a:p>
          <a:p>
            <a:pPr indent="-222250" lvl="0" marL="279400" marR="0" rtl="0" algn="l">
              <a:lnSpc>
                <a:spcPct val="115000"/>
              </a:lnSpc>
              <a:spcBef>
                <a:spcPts val="1000"/>
              </a:spcBef>
              <a:spcAft>
                <a:spcPts val="0"/>
              </a:spcAft>
              <a:buClr>
                <a:srgbClr val="B0AEA5"/>
              </a:buClr>
              <a:buSzPts val="1300"/>
              <a:buAutoNum type="arabicPeriod"/>
            </a:pPr>
            <a:r>
              <a:rPr lang="en" sz="1300"/>
              <a:t>Let Claude agentically search codebase </a:t>
            </a:r>
            <a:endParaRPr sz="1300"/>
          </a:p>
          <a:p>
            <a:pPr indent="-222250" lvl="0" marL="279400" marR="0" rtl="0" algn="l">
              <a:lnSpc>
                <a:spcPct val="115000"/>
              </a:lnSpc>
              <a:spcBef>
                <a:spcPts val="1000"/>
              </a:spcBef>
              <a:spcAft>
                <a:spcPts val="0"/>
              </a:spcAft>
              <a:buClr>
                <a:srgbClr val="B0AEA5"/>
              </a:buClr>
              <a:buSzPts val="1300"/>
              <a:buAutoNum type="arabicPeriod"/>
            </a:pPr>
            <a:r>
              <a:rPr lang="en" sz="1300"/>
              <a:t>Follow-up with deeper questions </a:t>
            </a:r>
            <a:endParaRPr sz="1300"/>
          </a:p>
          <a:p>
            <a:pPr indent="-222250" lvl="0" marL="279400" marR="0" rtl="0" algn="l">
              <a:lnSpc>
                <a:spcPct val="115000"/>
              </a:lnSpc>
              <a:spcBef>
                <a:spcPts val="1000"/>
              </a:spcBef>
              <a:spcAft>
                <a:spcPts val="0"/>
              </a:spcAft>
              <a:buClr>
                <a:srgbClr val="B0AEA5"/>
              </a:buClr>
              <a:buSzPts val="1300"/>
              <a:buAutoNum type="arabicPeriod"/>
            </a:pPr>
            <a:r>
              <a:rPr lang="en" sz="1300"/>
              <a:t>Document findings in CLAUDE.md or README.md</a:t>
            </a:r>
            <a:endParaRPr sz="1300"/>
          </a:p>
          <a:p>
            <a:pPr indent="-222250" lvl="0" marL="279400" marR="0" rtl="0" algn="l">
              <a:lnSpc>
                <a:spcPct val="115000"/>
              </a:lnSpc>
              <a:spcBef>
                <a:spcPts val="1000"/>
              </a:spcBef>
              <a:spcAft>
                <a:spcPts val="1000"/>
              </a:spcAft>
              <a:buClr>
                <a:srgbClr val="B0AEA5"/>
              </a:buClr>
              <a:buSzPts val="1300"/>
              <a:buAutoNum type="arabicPeriod"/>
            </a:pPr>
            <a:r>
              <a:rPr lang="en" sz="1300"/>
              <a:t>Continue exploration as needed</a:t>
            </a:r>
            <a:endParaRPr sz="1300"/>
          </a:p>
        </p:txBody>
      </p:sp>
      <p:sp>
        <p:nvSpPr>
          <p:cNvPr id="540" name="Google Shape;540;p65"/>
          <p:cNvSpPr txBox="1"/>
          <p:nvPr>
            <p:ph idx="12" type="sldNum"/>
          </p:nvPr>
        </p:nvSpPr>
        <p:spPr>
          <a:xfrm>
            <a:off x="8256725" y="4708927"/>
            <a:ext cx="437100" cy="107400"/>
          </a:xfrm>
          <a:prstGeom prst="rect">
            <a:avLst/>
          </a:prstGeom>
        </p:spPr>
        <p:txBody>
          <a:bodyPr anchorCtr="0" anchor="t" bIns="0" lIns="0" spcFirstLastPara="1" rIns="0" wrap="square" tIns="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4" name="Shape 544"/>
        <p:cNvGrpSpPr/>
        <p:nvPr/>
      </p:nvGrpSpPr>
      <p:grpSpPr>
        <a:xfrm>
          <a:off x="0" y="0"/>
          <a:ext cx="0" cy="0"/>
          <a:chOff x="0" y="0"/>
          <a:chExt cx="0" cy="0"/>
        </a:xfrm>
      </p:grpSpPr>
      <p:pic>
        <p:nvPicPr>
          <p:cNvPr id="545" name="Google Shape;545;p66" title="Objects-Flowers.png"/>
          <p:cNvPicPr preferRelativeResize="0"/>
          <p:nvPr>
            <p:ph idx="3" type="pic"/>
          </p:nvPr>
        </p:nvPicPr>
        <p:blipFill rotWithShape="1">
          <a:blip r:embed="rId3">
            <a:alphaModFix/>
          </a:blip>
          <a:srcRect b="0" l="0" r="0" t="0"/>
          <a:stretch/>
        </p:blipFill>
        <p:spPr>
          <a:xfrm>
            <a:off x="949050" y="1623594"/>
            <a:ext cx="948300" cy="948300"/>
          </a:xfrm>
          <a:prstGeom prst="rect">
            <a:avLst/>
          </a:prstGeom>
        </p:spPr>
      </p:pic>
      <p:sp>
        <p:nvSpPr>
          <p:cNvPr id="546" name="Google Shape;546;p66"/>
          <p:cNvSpPr txBox="1"/>
          <p:nvPr>
            <p:ph type="title"/>
          </p:nvPr>
        </p:nvSpPr>
        <p:spPr>
          <a:xfrm>
            <a:off x="456825" y="457199"/>
            <a:ext cx="8230200" cy="9144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rPr lang="en"/>
              <a:t>Claude Code Toolkit</a:t>
            </a:r>
            <a:endParaRPr/>
          </a:p>
          <a:p>
            <a:pPr indent="0" lvl="0" marL="0" rtl="0" algn="ctr">
              <a:lnSpc>
                <a:spcPct val="115000"/>
              </a:lnSpc>
              <a:spcBef>
                <a:spcPts val="1300"/>
              </a:spcBef>
              <a:spcAft>
                <a:spcPts val="0"/>
              </a:spcAft>
              <a:buNone/>
            </a:pPr>
            <a:r>
              <a:t/>
            </a:r>
            <a:endParaRPr sz="1400">
              <a:latin typeface="Lora"/>
              <a:ea typeface="Lora"/>
              <a:cs typeface="Lora"/>
              <a:sym typeface="Lora"/>
            </a:endParaRPr>
          </a:p>
          <a:p>
            <a:pPr indent="0" lvl="0" marL="0" rtl="0" algn="ctr">
              <a:spcBef>
                <a:spcPts val="1000"/>
              </a:spcBef>
              <a:spcAft>
                <a:spcPts val="1300"/>
              </a:spcAft>
              <a:buNone/>
            </a:pPr>
            <a:r>
              <a:t/>
            </a:r>
            <a:endParaRPr/>
          </a:p>
        </p:txBody>
      </p:sp>
      <p:pic>
        <p:nvPicPr>
          <p:cNvPr id="547" name="Google Shape;547;p66" title="Objects-Lightbulb.png"/>
          <p:cNvPicPr preferRelativeResize="0"/>
          <p:nvPr>
            <p:ph idx="4" type="pic"/>
          </p:nvPr>
        </p:nvPicPr>
        <p:blipFill rotWithShape="1">
          <a:blip r:embed="rId4">
            <a:alphaModFix/>
          </a:blip>
          <a:srcRect b="0" l="0" r="0" t="0"/>
          <a:stretch/>
        </p:blipFill>
        <p:spPr>
          <a:xfrm>
            <a:off x="3048550" y="1623594"/>
            <a:ext cx="948300" cy="948300"/>
          </a:xfrm>
          <a:prstGeom prst="rect">
            <a:avLst/>
          </a:prstGeom>
        </p:spPr>
      </p:pic>
      <p:sp>
        <p:nvSpPr>
          <p:cNvPr id="548" name="Google Shape;548;p66"/>
          <p:cNvSpPr txBox="1"/>
          <p:nvPr>
            <p:ph idx="1" type="body"/>
          </p:nvPr>
        </p:nvSpPr>
        <p:spPr>
          <a:xfrm>
            <a:off x="455775" y="2762100"/>
            <a:ext cx="1934700" cy="15828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rPr b="1" lang="en" sz="1300"/>
              <a:t>CLAUDE.md</a:t>
            </a:r>
            <a:endParaRPr b="1" sz="1300"/>
          </a:p>
          <a:p>
            <a:pPr indent="0" lvl="0" marL="0" rtl="0" algn="ctr">
              <a:spcBef>
                <a:spcPts val="1000"/>
              </a:spcBef>
              <a:spcAft>
                <a:spcPts val="0"/>
              </a:spcAft>
              <a:buNone/>
            </a:pPr>
            <a:r>
              <a:rPr lang="en" sz="1100"/>
              <a:t>Hierarchical and updatable instruction management across repositories and users</a:t>
            </a:r>
            <a:endParaRPr sz="642"/>
          </a:p>
          <a:p>
            <a:pPr indent="0" lvl="0" marL="0" rtl="0" algn="ctr">
              <a:spcBef>
                <a:spcPts val="1000"/>
              </a:spcBef>
              <a:spcAft>
                <a:spcPts val="0"/>
              </a:spcAft>
              <a:buNone/>
            </a:pPr>
            <a:r>
              <a:t/>
            </a:r>
            <a:endParaRPr sz="1200"/>
          </a:p>
          <a:p>
            <a:pPr indent="0" lvl="0" marL="0" rtl="0" algn="ctr">
              <a:spcBef>
                <a:spcPts val="1000"/>
              </a:spcBef>
              <a:spcAft>
                <a:spcPts val="1000"/>
              </a:spcAft>
              <a:buNone/>
            </a:pPr>
            <a:r>
              <a:t/>
            </a:r>
            <a:endParaRPr/>
          </a:p>
        </p:txBody>
      </p:sp>
      <p:sp>
        <p:nvSpPr>
          <p:cNvPr id="549" name="Google Shape;549;p66"/>
          <p:cNvSpPr txBox="1"/>
          <p:nvPr>
            <p:ph idx="2" type="body"/>
          </p:nvPr>
        </p:nvSpPr>
        <p:spPr>
          <a:xfrm>
            <a:off x="2555275" y="2762100"/>
            <a:ext cx="1934700" cy="15828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rPr b="1" lang="en" sz="1300"/>
              <a:t>Claude Code Commands</a:t>
            </a:r>
            <a:endParaRPr b="1" sz="1300"/>
          </a:p>
          <a:p>
            <a:pPr indent="0" lvl="0" marL="0" rtl="0" algn="ctr">
              <a:spcBef>
                <a:spcPts val="1000"/>
              </a:spcBef>
              <a:spcAft>
                <a:spcPts val="0"/>
              </a:spcAft>
              <a:buNone/>
            </a:pPr>
            <a:r>
              <a:rPr lang="en" sz="1100"/>
              <a:t>/compact, /clear, /cost, /init, /accepted-tools, -p, shift+tab, pipes, output-format, think hard, mcp-debug</a:t>
            </a:r>
            <a:endParaRPr b="1" sz="1100"/>
          </a:p>
          <a:p>
            <a:pPr indent="0" lvl="0" marL="0" rtl="0" algn="ctr">
              <a:spcBef>
                <a:spcPts val="1000"/>
              </a:spcBef>
              <a:spcAft>
                <a:spcPts val="1000"/>
              </a:spcAft>
              <a:buNone/>
            </a:pPr>
            <a:r>
              <a:t/>
            </a:r>
            <a:endParaRPr b="1"/>
          </a:p>
        </p:txBody>
      </p:sp>
      <p:sp>
        <p:nvSpPr>
          <p:cNvPr id="550" name="Google Shape;550;p66"/>
          <p:cNvSpPr txBox="1"/>
          <p:nvPr>
            <p:ph idx="12" type="sldNum"/>
          </p:nvPr>
        </p:nvSpPr>
        <p:spPr>
          <a:xfrm>
            <a:off x="8256725" y="4708927"/>
            <a:ext cx="437100" cy="107400"/>
          </a:xfrm>
          <a:prstGeom prst="rect">
            <a:avLst/>
          </a:prstGeom>
        </p:spPr>
        <p:txBody>
          <a:bodyPr anchorCtr="0" anchor="t" bIns="0" lIns="0" spcFirstLastPara="1" rIns="0" wrap="square" tIns="0">
            <a:noAutofit/>
          </a:bodyPr>
          <a:lstStyle/>
          <a:p>
            <a:pPr indent="0" lvl="0" marL="0" rtl="0" algn="r">
              <a:spcBef>
                <a:spcPts val="0"/>
              </a:spcBef>
              <a:spcAft>
                <a:spcPts val="0"/>
              </a:spcAft>
              <a:buClr>
                <a:srgbClr val="000000"/>
              </a:buClr>
              <a:buSzPts val="1000"/>
              <a:buFont typeface="Arial"/>
              <a:buNone/>
            </a:pPr>
            <a:fld id="{00000000-1234-1234-1234-123412341234}" type="slidenum">
              <a:rPr lang="en"/>
              <a:t>‹#›</a:t>
            </a:fld>
            <a:endParaRPr/>
          </a:p>
        </p:txBody>
      </p:sp>
      <p:sp>
        <p:nvSpPr>
          <p:cNvPr id="551" name="Google Shape;551;p66"/>
          <p:cNvSpPr txBox="1"/>
          <p:nvPr>
            <p:ph idx="5" type="body"/>
          </p:nvPr>
        </p:nvSpPr>
        <p:spPr>
          <a:xfrm>
            <a:off x="4654113" y="2762100"/>
            <a:ext cx="1934700" cy="15828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rPr b="1" lang="en" sz="1300"/>
              <a:t>Model Context Protocol</a:t>
            </a:r>
            <a:endParaRPr b="1" sz="1300"/>
          </a:p>
          <a:p>
            <a:pPr indent="0" lvl="0" marL="0" rtl="0" algn="ctr">
              <a:spcBef>
                <a:spcPts val="1000"/>
              </a:spcBef>
              <a:spcAft>
                <a:spcPts val="1000"/>
              </a:spcAft>
              <a:buNone/>
            </a:pPr>
            <a:r>
              <a:rPr lang="en" sz="1100"/>
              <a:t>Leveraging resources, tools, and prompts to provide essential information and update status</a:t>
            </a:r>
            <a:endParaRPr sz="1100"/>
          </a:p>
        </p:txBody>
      </p:sp>
      <p:pic>
        <p:nvPicPr>
          <p:cNvPr id="552" name="Google Shape;552;p66" title="Objects-Build.png"/>
          <p:cNvPicPr preferRelativeResize="0"/>
          <p:nvPr>
            <p:ph idx="6" type="pic"/>
          </p:nvPr>
        </p:nvPicPr>
        <p:blipFill rotWithShape="1">
          <a:blip r:embed="rId5">
            <a:alphaModFix/>
          </a:blip>
          <a:srcRect b="0" l="0" r="0" t="0"/>
          <a:stretch/>
        </p:blipFill>
        <p:spPr>
          <a:xfrm>
            <a:off x="5148050" y="1623594"/>
            <a:ext cx="948300" cy="948300"/>
          </a:xfrm>
          <a:prstGeom prst="rect">
            <a:avLst/>
          </a:prstGeom>
        </p:spPr>
      </p:pic>
      <p:sp>
        <p:nvSpPr>
          <p:cNvPr id="553" name="Google Shape;553;p66"/>
          <p:cNvSpPr txBox="1"/>
          <p:nvPr>
            <p:ph idx="7" type="body"/>
          </p:nvPr>
        </p:nvSpPr>
        <p:spPr>
          <a:xfrm>
            <a:off x="6752950" y="2762100"/>
            <a:ext cx="1934700" cy="24798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rPr b="1" lang="en" sz="1300"/>
              <a:t>Agent Skills</a:t>
            </a:r>
            <a:endParaRPr b="1" sz="1300"/>
          </a:p>
          <a:p>
            <a:pPr indent="0" lvl="0" marL="0" rtl="0" algn="ctr">
              <a:spcBef>
                <a:spcPts val="1000"/>
              </a:spcBef>
              <a:spcAft>
                <a:spcPts val="1000"/>
              </a:spcAft>
              <a:buNone/>
            </a:pPr>
            <a:r>
              <a:rPr lang="en" sz="1100"/>
              <a:t>Skills extend Claude’s capabilities in Claude Code - organized folders of instructions, scripts, and resources that Claude Code can discover and load dynamically to perform better at specific tasks.</a:t>
            </a:r>
            <a:endParaRPr sz="1100"/>
          </a:p>
        </p:txBody>
      </p:sp>
      <p:pic>
        <p:nvPicPr>
          <p:cNvPr id="554" name="Google Shape;554;p66" title="Objects-LightningBolt.png"/>
          <p:cNvPicPr preferRelativeResize="0"/>
          <p:nvPr>
            <p:ph idx="8" type="pic"/>
          </p:nvPr>
        </p:nvPicPr>
        <p:blipFill rotWithShape="1">
          <a:blip r:embed="rId6">
            <a:alphaModFix/>
          </a:blip>
          <a:srcRect b="0" l="0" r="0" t="0"/>
          <a:stretch/>
        </p:blipFill>
        <p:spPr>
          <a:xfrm>
            <a:off x="7247550" y="1623594"/>
            <a:ext cx="948300" cy="94830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8" name="Shape 558"/>
        <p:cNvGrpSpPr/>
        <p:nvPr/>
      </p:nvGrpSpPr>
      <p:grpSpPr>
        <a:xfrm>
          <a:off x="0" y="0"/>
          <a:ext cx="0" cy="0"/>
          <a:chOff x="0" y="0"/>
          <a:chExt cx="0" cy="0"/>
        </a:xfrm>
      </p:grpSpPr>
      <p:sp>
        <p:nvSpPr>
          <p:cNvPr id="559" name="Google Shape;559;p67"/>
          <p:cNvSpPr txBox="1"/>
          <p:nvPr>
            <p:ph type="title"/>
          </p:nvPr>
        </p:nvSpPr>
        <p:spPr>
          <a:xfrm>
            <a:off x="455775" y="1371605"/>
            <a:ext cx="6840600" cy="18219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Core features - that you may have missed!</a:t>
            </a:r>
            <a:r>
              <a:rPr lang="en"/>
              <a:t> </a:t>
            </a:r>
            <a:br>
              <a:rPr lang="en"/>
            </a:br>
            <a:endParaRPr/>
          </a:p>
        </p:txBody>
      </p:sp>
      <p:sp>
        <p:nvSpPr>
          <p:cNvPr id="560" name="Google Shape;560;p67"/>
          <p:cNvSpPr txBox="1"/>
          <p:nvPr>
            <p:ph idx="12" type="sldNum"/>
          </p:nvPr>
        </p:nvSpPr>
        <p:spPr>
          <a:xfrm>
            <a:off x="8256725" y="4708927"/>
            <a:ext cx="437100" cy="107400"/>
          </a:xfrm>
          <a:prstGeom prst="rect">
            <a:avLst/>
          </a:prstGeom>
        </p:spPr>
        <p:txBody>
          <a:bodyPr anchorCtr="0" anchor="t" bIns="0" lIns="0" spcFirstLastPara="1" rIns="0" wrap="square" tIns="0">
            <a:noAutofit/>
          </a:bodyPr>
          <a:lstStyle/>
          <a:p>
            <a:pPr indent="0" lvl="0" marL="0" rtl="0" algn="r">
              <a:spcBef>
                <a:spcPts val="0"/>
              </a:spcBef>
              <a:spcAft>
                <a:spcPts val="0"/>
              </a:spcAft>
              <a:buClr>
                <a:srgbClr val="000000"/>
              </a:buClr>
              <a:buSzPts val="1000"/>
              <a:buFont typeface="Arial"/>
              <a:buNone/>
            </a:pPr>
            <a:fld id="{00000000-1234-1234-1234-123412341234}" type="slidenum">
              <a:rPr lang="en"/>
              <a:t>‹#›</a:t>
            </a:fld>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4" name="Shape 564"/>
        <p:cNvGrpSpPr/>
        <p:nvPr/>
      </p:nvGrpSpPr>
      <p:grpSpPr>
        <a:xfrm>
          <a:off x="0" y="0"/>
          <a:ext cx="0" cy="0"/>
          <a:chOff x="0" y="0"/>
          <a:chExt cx="0" cy="0"/>
        </a:xfrm>
      </p:grpSpPr>
      <p:sp>
        <p:nvSpPr>
          <p:cNvPr id="565" name="Google Shape;565;p68"/>
          <p:cNvSpPr txBox="1"/>
          <p:nvPr/>
        </p:nvSpPr>
        <p:spPr>
          <a:xfrm>
            <a:off x="373600" y="927900"/>
            <a:ext cx="2634300" cy="3429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a:solidFill>
                  <a:schemeClr val="dk1"/>
                </a:solidFill>
                <a:latin typeface="Lora"/>
                <a:ea typeface="Lora"/>
                <a:cs typeface="Lora"/>
                <a:sym typeface="Lora"/>
              </a:rPr>
              <a:t>Toggle default, plan mode &amp; autonomous mode</a:t>
            </a:r>
            <a:endParaRPr>
              <a:solidFill>
                <a:schemeClr val="dk1"/>
              </a:solidFill>
              <a:latin typeface="Lora"/>
              <a:ea typeface="Lora"/>
              <a:cs typeface="Lora"/>
              <a:sym typeface="Lora"/>
            </a:endParaRPr>
          </a:p>
          <a:p>
            <a:pPr indent="0" lvl="0" marL="0" rtl="0" algn="l">
              <a:lnSpc>
                <a:spcPct val="115000"/>
              </a:lnSpc>
              <a:spcBef>
                <a:spcPts val="400"/>
              </a:spcBef>
              <a:spcAft>
                <a:spcPts val="0"/>
              </a:spcAft>
              <a:buNone/>
            </a:pPr>
            <a:r>
              <a:t/>
            </a:r>
            <a:endParaRPr>
              <a:solidFill>
                <a:schemeClr val="dk1"/>
              </a:solidFill>
              <a:latin typeface="Lora"/>
              <a:ea typeface="Lora"/>
              <a:cs typeface="Lora"/>
              <a:sym typeface="Lora"/>
            </a:endParaRPr>
          </a:p>
          <a:p>
            <a:pPr indent="0" lvl="0" marL="0" rtl="0" algn="l">
              <a:lnSpc>
                <a:spcPct val="115000"/>
              </a:lnSpc>
              <a:spcBef>
                <a:spcPts val="400"/>
              </a:spcBef>
              <a:spcAft>
                <a:spcPts val="0"/>
              </a:spcAft>
              <a:buNone/>
            </a:pPr>
            <a:r>
              <a:rPr b="1" lang="en">
                <a:solidFill>
                  <a:schemeClr val="dk1"/>
                </a:solidFill>
                <a:latin typeface="Lora"/>
                <a:ea typeface="Lora"/>
                <a:cs typeface="Lora"/>
                <a:sym typeface="Lora"/>
              </a:rPr>
              <a:t>Plan mode:</a:t>
            </a:r>
            <a:r>
              <a:rPr lang="en">
                <a:solidFill>
                  <a:schemeClr val="dk1"/>
                </a:solidFill>
                <a:latin typeface="Lora"/>
                <a:ea typeface="Lora"/>
                <a:cs typeface="Lora"/>
                <a:sym typeface="Lora"/>
              </a:rPr>
              <a:t> force Claude Code to return a plan instead of starting task</a:t>
            </a:r>
            <a:endParaRPr>
              <a:solidFill>
                <a:schemeClr val="dk1"/>
              </a:solidFill>
              <a:latin typeface="Lora"/>
              <a:ea typeface="Lora"/>
              <a:cs typeface="Lora"/>
              <a:sym typeface="Lora"/>
            </a:endParaRPr>
          </a:p>
          <a:p>
            <a:pPr indent="0" lvl="0" marL="0" rtl="0" algn="l">
              <a:lnSpc>
                <a:spcPct val="115000"/>
              </a:lnSpc>
              <a:spcBef>
                <a:spcPts val="400"/>
              </a:spcBef>
              <a:spcAft>
                <a:spcPts val="0"/>
              </a:spcAft>
              <a:buNone/>
            </a:pPr>
            <a:r>
              <a:t/>
            </a:r>
            <a:endParaRPr>
              <a:solidFill>
                <a:schemeClr val="dk1"/>
              </a:solidFill>
              <a:latin typeface="Lora"/>
              <a:ea typeface="Lora"/>
              <a:cs typeface="Lora"/>
              <a:sym typeface="Lora"/>
            </a:endParaRPr>
          </a:p>
          <a:p>
            <a:pPr indent="0" lvl="0" marL="0" rtl="0" algn="l">
              <a:lnSpc>
                <a:spcPct val="115000"/>
              </a:lnSpc>
              <a:spcBef>
                <a:spcPts val="400"/>
              </a:spcBef>
              <a:spcAft>
                <a:spcPts val="400"/>
              </a:spcAft>
              <a:buNone/>
            </a:pPr>
            <a:r>
              <a:rPr b="1" lang="en">
                <a:solidFill>
                  <a:schemeClr val="dk1"/>
                </a:solidFill>
                <a:latin typeface="Lora"/>
                <a:ea typeface="Lora"/>
                <a:cs typeface="Lora"/>
                <a:sym typeface="Lora"/>
              </a:rPr>
              <a:t>Auto-accept edits:</a:t>
            </a:r>
            <a:r>
              <a:rPr lang="en">
                <a:solidFill>
                  <a:schemeClr val="dk1"/>
                </a:solidFill>
                <a:latin typeface="Lora"/>
                <a:ea typeface="Lora"/>
                <a:cs typeface="Lora"/>
                <a:sym typeface="Lora"/>
              </a:rPr>
              <a:t> file writes and edits do not trigger a permission check </a:t>
            </a:r>
            <a:endParaRPr>
              <a:solidFill>
                <a:schemeClr val="dk2"/>
              </a:solidFill>
              <a:latin typeface="Lora"/>
              <a:ea typeface="Lora"/>
              <a:cs typeface="Lora"/>
              <a:sym typeface="Lora"/>
            </a:endParaRPr>
          </a:p>
        </p:txBody>
      </p:sp>
      <p:sp>
        <p:nvSpPr>
          <p:cNvPr id="566" name="Google Shape;566;p68"/>
          <p:cNvSpPr txBox="1"/>
          <p:nvPr>
            <p:ph type="title"/>
          </p:nvPr>
        </p:nvSpPr>
        <p:spPr>
          <a:xfrm>
            <a:off x="455775" y="457202"/>
            <a:ext cx="2634300" cy="470700"/>
          </a:xfrm>
          <a:prstGeom prst="rect">
            <a:avLst/>
          </a:prstGeom>
        </p:spPr>
        <p:txBody>
          <a:bodyPr anchorCtr="0" anchor="t" bIns="0" lIns="0" spcFirstLastPara="1" rIns="0" wrap="square" tIns="0">
            <a:noAutofit/>
          </a:bodyPr>
          <a:lstStyle/>
          <a:p>
            <a:pPr indent="0" lvl="0" marL="0" rtl="0" algn="l">
              <a:spcBef>
                <a:spcPts val="0"/>
              </a:spcBef>
              <a:spcAft>
                <a:spcPts val="1300"/>
              </a:spcAft>
              <a:buNone/>
            </a:pPr>
            <a:r>
              <a:rPr lang="en"/>
              <a:t>Shift + Tab </a:t>
            </a:r>
            <a:endParaRPr/>
          </a:p>
        </p:txBody>
      </p:sp>
      <p:pic>
        <p:nvPicPr>
          <p:cNvPr id="567" name="Google Shape;567;p68" title="Screenshot 2025-07-30 at 7.18.22 AM.png"/>
          <p:cNvPicPr preferRelativeResize="0"/>
          <p:nvPr/>
        </p:nvPicPr>
        <p:blipFill>
          <a:blip r:embed="rId3">
            <a:alphaModFix/>
          </a:blip>
          <a:stretch>
            <a:fillRect/>
          </a:stretch>
        </p:blipFill>
        <p:spPr>
          <a:xfrm>
            <a:off x="5009412" y="3034024"/>
            <a:ext cx="3141700" cy="1936476"/>
          </a:xfrm>
          <a:prstGeom prst="rect">
            <a:avLst/>
          </a:prstGeom>
          <a:noFill/>
          <a:ln>
            <a:noFill/>
          </a:ln>
        </p:spPr>
      </p:pic>
      <p:pic>
        <p:nvPicPr>
          <p:cNvPr id="568" name="Google Shape;568;p68" title="Screenshot 2025-07-30 at 7.18.14 AM.png"/>
          <p:cNvPicPr preferRelativeResize="0"/>
          <p:nvPr/>
        </p:nvPicPr>
        <p:blipFill>
          <a:blip r:embed="rId4">
            <a:alphaModFix/>
          </a:blip>
          <a:stretch>
            <a:fillRect/>
          </a:stretch>
        </p:blipFill>
        <p:spPr>
          <a:xfrm>
            <a:off x="5024989" y="1429700"/>
            <a:ext cx="3141689" cy="1432750"/>
          </a:xfrm>
          <a:prstGeom prst="rect">
            <a:avLst/>
          </a:prstGeom>
          <a:noFill/>
          <a:ln>
            <a:noFill/>
          </a:ln>
        </p:spPr>
      </p:pic>
      <p:pic>
        <p:nvPicPr>
          <p:cNvPr id="569" name="Google Shape;569;p68" title="Screenshot 2025-07-30 at 7.17.55 AM.png"/>
          <p:cNvPicPr preferRelativeResize="0"/>
          <p:nvPr/>
        </p:nvPicPr>
        <p:blipFill>
          <a:blip r:embed="rId5">
            <a:alphaModFix/>
          </a:blip>
          <a:stretch>
            <a:fillRect/>
          </a:stretch>
        </p:blipFill>
        <p:spPr>
          <a:xfrm>
            <a:off x="5009425" y="172998"/>
            <a:ext cx="3141700" cy="1143726"/>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3" name="Shape 573"/>
        <p:cNvGrpSpPr/>
        <p:nvPr/>
      </p:nvGrpSpPr>
      <p:grpSpPr>
        <a:xfrm>
          <a:off x="0" y="0"/>
          <a:ext cx="0" cy="0"/>
          <a:chOff x="0" y="0"/>
          <a:chExt cx="0" cy="0"/>
        </a:xfrm>
      </p:grpSpPr>
      <p:sp>
        <p:nvSpPr>
          <p:cNvPr id="574" name="Google Shape;574;p69"/>
          <p:cNvSpPr txBox="1"/>
          <p:nvPr>
            <p:ph type="title"/>
          </p:nvPr>
        </p:nvSpPr>
        <p:spPr>
          <a:xfrm>
            <a:off x="455775" y="457206"/>
            <a:ext cx="2634300" cy="3887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Esc</a:t>
            </a:r>
            <a:endParaRPr b="1" sz="1400">
              <a:latin typeface="Lora"/>
              <a:ea typeface="Lora"/>
              <a:cs typeface="Lora"/>
              <a:sym typeface="Lora"/>
            </a:endParaRPr>
          </a:p>
          <a:p>
            <a:pPr indent="0" lvl="0" marL="0" rtl="0" algn="l">
              <a:lnSpc>
                <a:spcPct val="115000"/>
              </a:lnSpc>
              <a:spcBef>
                <a:spcPts val="1300"/>
              </a:spcBef>
              <a:spcAft>
                <a:spcPts val="0"/>
              </a:spcAft>
              <a:buNone/>
            </a:pPr>
            <a:r>
              <a:rPr b="1" lang="en" sz="1400">
                <a:latin typeface="Lora"/>
                <a:ea typeface="Lora"/>
                <a:cs typeface="Lora"/>
                <a:sym typeface="Lora"/>
              </a:rPr>
              <a:t>Press</a:t>
            </a:r>
            <a:r>
              <a:rPr lang="en" sz="1400">
                <a:latin typeface="Lora"/>
                <a:ea typeface="Lora"/>
                <a:cs typeface="Lora"/>
                <a:sym typeface="Lora"/>
              </a:rPr>
              <a:t> </a:t>
            </a:r>
            <a:r>
              <a:rPr b="1" lang="en" sz="1400">
                <a:latin typeface="Lora"/>
                <a:ea typeface="Lora"/>
                <a:cs typeface="Lora"/>
                <a:sym typeface="Lora"/>
              </a:rPr>
              <a:t>Esc </a:t>
            </a:r>
            <a:r>
              <a:rPr lang="en" sz="1400">
                <a:latin typeface="Lora"/>
                <a:ea typeface="Lora"/>
                <a:cs typeface="Lora"/>
                <a:sym typeface="Lora"/>
              </a:rPr>
              <a:t>at any time to interrupt the agent to give Claude Code more context, catch mistakes early, or steer in new direction</a:t>
            </a:r>
            <a:endParaRPr sz="1400">
              <a:latin typeface="Lora"/>
              <a:ea typeface="Lora"/>
              <a:cs typeface="Lora"/>
              <a:sym typeface="Lora"/>
            </a:endParaRPr>
          </a:p>
          <a:p>
            <a:pPr indent="0" lvl="0" marL="0" rtl="0" algn="l">
              <a:lnSpc>
                <a:spcPct val="115000"/>
              </a:lnSpc>
              <a:spcBef>
                <a:spcPts val="400"/>
              </a:spcBef>
              <a:spcAft>
                <a:spcPts val="0"/>
              </a:spcAft>
              <a:buNone/>
            </a:pPr>
            <a:r>
              <a:t/>
            </a:r>
            <a:endParaRPr sz="1400">
              <a:latin typeface="Lora"/>
              <a:ea typeface="Lora"/>
              <a:cs typeface="Lora"/>
              <a:sym typeface="Lora"/>
            </a:endParaRPr>
          </a:p>
          <a:p>
            <a:pPr indent="0" lvl="0" marL="0" rtl="0" algn="l">
              <a:lnSpc>
                <a:spcPct val="115000"/>
              </a:lnSpc>
              <a:spcBef>
                <a:spcPts val="400"/>
              </a:spcBef>
              <a:spcAft>
                <a:spcPts val="0"/>
              </a:spcAft>
              <a:buNone/>
            </a:pPr>
            <a:r>
              <a:rPr b="1" lang="en" sz="1400">
                <a:latin typeface="Lora"/>
                <a:ea typeface="Lora"/>
                <a:cs typeface="Lora"/>
                <a:sym typeface="Lora"/>
              </a:rPr>
              <a:t>Double press</a:t>
            </a:r>
            <a:r>
              <a:rPr lang="en" sz="1400">
                <a:latin typeface="Lora"/>
                <a:ea typeface="Lora"/>
                <a:cs typeface="Lora"/>
                <a:sym typeface="Lora"/>
              </a:rPr>
              <a:t> </a:t>
            </a:r>
            <a:r>
              <a:rPr b="1" lang="en" sz="1400">
                <a:latin typeface="Lora"/>
                <a:ea typeface="Lora"/>
                <a:cs typeface="Lora"/>
                <a:sym typeface="Lora"/>
              </a:rPr>
              <a:t>Esc </a:t>
            </a:r>
            <a:r>
              <a:rPr lang="en" sz="1400">
                <a:latin typeface="Lora"/>
                <a:ea typeface="Lora"/>
                <a:cs typeface="Lora"/>
                <a:sym typeface="Lora"/>
              </a:rPr>
              <a:t>to jump back in conversation. Great for undoing big typos and forking off side investigations</a:t>
            </a:r>
            <a:endParaRPr sz="1400">
              <a:latin typeface="Lora"/>
              <a:ea typeface="Lora"/>
              <a:cs typeface="Lora"/>
              <a:sym typeface="Lora"/>
            </a:endParaRPr>
          </a:p>
          <a:p>
            <a:pPr indent="-317500" lvl="0" marL="457200" rtl="0" algn="l">
              <a:lnSpc>
                <a:spcPct val="115000"/>
              </a:lnSpc>
              <a:spcBef>
                <a:spcPts val="400"/>
              </a:spcBef>
              <a:spcAft>
                <a:spcPts val="0"/>
              </a:spcAft>
              <a:buSzPts val="1400"/>
              <a:buFont typeface="Lora"/>
              <a:buChar char="●"/>
            </a:pPr>
            <a:r>
              <a:rPr lang="en" sz="1400">
                <a:latin typeface="Lora"/>
                <a:ea typeface="Lora"/>
                <a:cs typeface="Lora"/>
                <a:sym typeface="Lora"/>
              </a:rPr>
              <a:t>Does </a:t>
            </a:r>
            <a:r>
              <a:rPr lang="en" sz="1400" u="sng">
                <a:latin typeface="Lora"/>
                <a:ea typeface="Lora"/>
                <a:cs typeface="Lora"/>
                <a:sym typeface="Lora"/>
              </a:rPr>
              <a:t>not</a:t>
            </a:r>
            <a:r>
              <a:rPr lang="en" sz="1400">
                <a:latin typeface="Lora"/>
                <a:ea typeface="Lora"/>
                <a:cs typeface="Lora"/>
                <a:sym typeface="Lora"/>
              </a:rPr>
              <a:t> undo file changes</a:t>
            </a:r>
            <a:endParaRPr sz="1400">
              <a:latin typeface="Lora"/>
              <a:ea typeface="Lora"/>
              <a:cs typeface="Lora"/>
              <a:sym typeface="Lora"/>
            </a:endParaRPr>
          </a:p>
          <a:p>
            <a:pPr indent="0" lvl="0" marL="0" rtl="0" algn="l">
              <a:lnSpc>
                <a:spcPct val="115000"/>
              </a:lnSpc>
              <a:spcBef>
                <a:spcPts val="400"/>
              </a:spcBef>
              <a:spcAft>
                <a:spcPts val="1000"/>
              </a:spcAft>
              <a:buNone/>
            </a:pPr>
            <a:r>
              <a:t/>
            </a:r>
            <a:endParaRPr b="1" sz="1400">
              <a:latin typeface="Lora"/>
              <a:ea typeface="Lora"/>
              <a:cs typeface="Lora"/>
              <a:sym typeface="Lora"/>
            </a:endParaRPr>
          </a:p>
        </p:txBody>
      </p:sp>
      <p:pic>
        <p:nvPicPr>
          <p:cNvPr id="575" name="Google Shape;575;p69" title="Screenshot 2025-07-30 at 7.39.29 AM.png"/>
          <p:cNvPicPr preferRelativeResize="0"/>
          <p:nvPr/>
        </p:nvPicPr>
        <p:blipFill>
          <a:blip r:embed="rId3">
            <a:alphaModFix/>
          </a:blip>
          <a:stretch>
            <a:fillRect/>
          </a:stretch>
        </p:blipFill>
        <p:spPr>
          <a:xfrm>
            <a:off x="4017275" y="2095225"/>
            <a:ext cx="4976048" cy="1932128"/>
          </a:xfrm>
          <a:prstGeom prst="rect">
            <a:avLst/>
          </a:prstGeom>
          <a:noFill/>
          <a:ln>
            <a:noFill/>
          </a:ln>
        </p:spPr>
      </p:pic>
      <p:pic>
        <p:nvPicPr>
          <p:cNvPr id="576" name="Google Shape;576;p69" title="Screenshot 2025-07-30 at 7.37.09 AM.png"/>
          <p:cNvPicPr preferRelativeResize="0"/>
          <p:nvPr/>
        </p:nvPicPr>
        <p:blipFill>
          <a:blip r:embed="rId4">
            <a:alphaModFix/>
          </a:blip>
          <a:stretch>
            <a:fillRect/>
          </a:stretch>
        </p:blipFill>
        <p:spPr>
          <a:xfrm>
            <a:off x="3897350" y="1200511"/>
            <a:ext cx="5095973" cy="466364"/>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0" name="Shape 580"/>
        <p:cNvGrpSpPr/>
        <p:nvPr/>
      </p:nvGrpSpPr>
      <p:grpSpPr>
        <a:xfrm>
          <a:off x="0" y="0"/>
          <a:ext cx="0" cy="0"/>
          <a:chOff x="0" y="0"/>
          <a:chExt cx="0" cy="0"/>
        </a:xfrm>
      </p:grpSpPr>
      <p:sp>
        <p:nvSpPr>
          <p:cNvPr id="581" name="Google Shape;581;p70"/>
          <p:cNvSpPr txBox="1"/>
          <p:nvPr>
            <p:ph type="title"/>
          </p:nvPr>
        </p:nvSpPr>
        <p:spPr>
          <a:xfrm>
            <a:off x="3620200" y="182400"/>
            <a:ext cx="4599000" cy="549600"/>
          </a:xfrm>
          <a:prstGeom prst="rect">
            <a:avLst/>
          </a:prstGeom>
          <a:solidFill>
            <a:schemeClr val="accent1"/>
          </a:solidFill>
        </p:spPr>
        <p:txBody>
          <a:bodyPr anchorCtr="0" anchor="t" bIns="0" lIns="0" spcFirstLastPara="1" rIns="0" wrap="square" tIns="0">
            <a:noAutofit/>
          </a:bodyPr>
          <a:lstStyle/>
          <a:p>
            <a:pPr indent="0" lvl="0" marL="0" rtl="0" algn="l">
              <a:spcBef>
                <a:spcPts val="0"/>
              </a:spcBef>
              <a:spcAft>
                <a:spcPts val="1300"/>
              </a:spcAft>
              <a:buNone/>
            </a:pPr>
            <a:r>
              <a:rPr lang="en">
                <a:solidFill>
                  <a:schemeClr val="accent1"/>
                </a:solidFill>
              </a:rPr>
              <a:t>Use slash commands</a:t>
            </a:r>
            <a:endParaRPr>
              <a:solidFill>
                <a:schemeClr val="accent1"/>
              </a:solidFill>
            </a:endParaRPr>
          </a:p>
        </p:txBody>
      </p:sp>
      <p:pic>
        <p:nvPicPr>
          <p:cNvPr id="582" name="Google Shape;582;p70" title="Screenshot 2025-07-30 at 7.35.20 AM.png"/>
          <p:cNvPicPr preferRelativeResize="0"/>
          <p:nvPr/>
        </p:nvPicPr>
        <p:blipFill>
          <a:blip r:embed="rId3">
            <a:alphaModFix/>
          </a:blip>
          <a:stretch>
            <a:fillRect/>
          </a:stretch>
        </p:blipFill>
        <p:spPr>
          <a:xfrm>
            <a:off x="4792275" y="936450"/>
            <a:ext cx="3591550" cy="3270601"/>
          </a:xfrm>
          <a:prstGeom prst="rect">
            <a:avLst/>
          </a:prstGeom>
          <a:noFill/>
          <a:ln>
            <a:noFill/>
          </a:ln>
        </p:spPr>
      </p:pic>
      <p:sp>
        <p:nvSpPr>
          <p:cNvPr id="583" name="Google Shape;583;p70"/>
          <p:cNvSpPr txBox="1"/>
          <p:nvPr>
            <p:ph type="title"/>
          </p:nvPr>
        </p:nvSpPr>
        <p:spPr>
          <a:xfrm>
            <a:off x="455775" y="457200"/>
            <a:ext cx="2877900" cy="3887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Use slash commands</a:t>
            </a:r>
            <a:endParaRPr/>
          </a:p>
          <a:p>
            <a:pPr indent="0" lvl="0" marL="0" rtl="0" algn="l">
              <a:lnSpc>
                <a:spcPct val="115000"/>
              </a:lnSpc>
              <a:spcBef>
                <a:spcPts val="1300"/>
              </a:spcBef>
              <a:spcAft>
                <a:spcPts val="0"/>
              </a:spcAft>
              <a:buNone/>
            </a:pPr>
            <a:r>
              <a:rPr b="1" lang="en" sz="1300">
                <a:latin typeface="Lora"/>
                <a:ea typeface="Lora"/>
                <a:cs typeface="Lora"/>
                <a:sym typeface="Lora"/>
              </a:rPr>
              <a:t>/compact {instruction} </a:t>
            </a:r>
            <a:r>
              <a:rPr lang="en" sz="1300">
                <a:latin typeface="Lora"/>
                <a:ea typeface="Lora"/>
                <a:cs typeface="Lora"/>
                <a:sym typeface="Lora"/>
              </a:rPr>
              <a:t>- Compress the current conversation context</a:t>
            </a:r>
            <a:endParaRPr sz="1300">
              <a:latin typeface="Lora"/>
              <a:ea typeface="Lora"/>
              <a:cs typeface="Lora"/>
              <a:sym typeface="Lora"/>
            </a:endParaRPr>
          </a:p>
          <a:p>
            <a:pPr indent="0" lvl="0" marL="0" rtl="0" algn="l">
              <a:lnSpc>
                <a:spcPct val="115000"/>
              </a:lnSpc>
              <a:spcBef>
                <a:spcPts val="400"/>
              </a:spcBef>
              <a:spcAft>
                <a:spcPts val="0"/>
              </a:spcAft>
              <a:buNone/>
            </a:pPr>
            <a:r>
              <a:rPr b="1" lang="en" sz="1300">
                <a:latin typeface="Lora"/>
                <a:ea typeface="Lora"/>
                <a:cs typeface="Lora"/>
                <a:sym typeface="Lora"/>
              </a:rPr>
              <a:t>/clear </a:t>
            </a:r>
            <a:r>
              <a:rPr lang="en" sz="1300">
                <a:latin typeface="Lora"/>
                <a:ea typeface="Lora"/>
                <a:cs typeface="Lora"/>
                <a:sym typeface="Lora"/>
              </a:rPr>
              <a:t>- Clear all prior conversation context</a:t>
            </a:r>
            <a:endParaRPr sz="1300">
              <a:latin typeface="Lora"/>
              <a:ea typeface="Lora"/>
              <a:cs typeface="Lora"/>
              <a:sym typeface="Lora"/>
            </a:endParaRPr>
          </a:p>
          <a:p>
            <a:pPr indent="0" lvl="0" marL="0" rtl="0" algn="l">
              <a:lnSpc>
                <a:spcPct val="115000"/>
              </a:lnSpc>
              <a:spcBef>
                <a:spcPts val="400"/>
              </a:spcBef>
              <a:spcAft>
                <a:spcPts val="0"/>
              </a:spcAft>
              <a:buNone/>
            </a:pPr>
            <a:r>
              <a:rPr b="1" lang="en" sz="1300">
                <a:latin typeface="Lora"/>
                <a:ea typeface="Lora"/>
                <a:cs typeface="Lora"/>
                <a:sym typeface="Lora"/>
              </a:rPr>
              <a:t>/model</a:t>
            </a:r>
            <a:r>
              <a:rPr lang="en" sz="1300">
                <a:latin typeface="Lora"/>
                <a:ea typeface="Lora"/>
                <a:cs typeface="Lora"/>
                <a:sym typeface="Lora"/>
              </a:rPr>
              <a:t> - Select your model</a:t>
            </a:r>
            <a:endParaRPr sz="1300">
              <a:latin typeface="Lora"/>
              <a:ea typeface="Lora"/>
              <a:cs typeface="Lora"/>
              <a:sym typeface="Lora"/>
            </a:endParaRPr>
          </a:p>
          <a:p>
            <a:pPr indent="0" lvl="0" marL="0" rtl="0" algn="l">
              <a:lnSpc>
                <a:spcPct val="115000"/>
              </a:lnSpc>
              <a:spcBef>
                <a:spcPts val="400"/>
              </a:spcBef>
              <a:spcAft>
                <a:spcPts val="0"/>
              </a:spcAft>
              <a:buNone/>
            </a:pPr>
            <a:r>
              <a:rPr b="1" lang="en" sz="1300">
                <a:latin typeface="Lora"/>
                <a:ea typeface="Lora"/>
                <a:cs typeface="Lora"/>
                <a:sym typeface="Lora"/>
              </a:rPr>
              <a:t>/vim</a:t>
            </a:r>
            <a:r>
              <a:rPr lang="en" sz="1300">
                <a:latin typeface="Lora"/>
                <a:ea typeface="Lora"/>
                <a:cs typeface="Lora"/>
                <a:sym typeface="Lora"/>
              </a:rPr>
              <a:t> - Toggle vim mode! </a:t>
            </a:r>
            <a:endParaRPr sz="1300">
              <a:latin typeface="Lora"/>
              <a:ea typeface="Lora"/>
              <a:cs typeface="Lora"/>
              <a:sym typeface="Lora"/>
            </a:endParaRPr>
          </a:p>
          <a:p>
            <a:pPr indent="0" lvl="0" marL="0" rtl="0" algn="l">
              <a:lnSpc>
                <a:spcPct val="115000"/>
              </a:lnSpc>
              <a:spcBef>
                <a:spcPts val="400"/>
              </a:spcBef>
              <a:spcAft>
                <a:spcPts val="0"/>
              </a:spcAft>
              <a:buNone/>
            </a:pPr>
            <a:r>
              <a:rPr b="1" lang="en" sz="1300">
                <a:latin typeface="Lora"/>
                <a:ea typeface="Lora"/>
                <a:cs typeface="Lora"/>
                <a:sym typeface="Lora"/>
              </a:rPr>
              <a:t>/init</a:t>
            </a:r>
            <a:r>
              <a:rPr lang="en" sz="1300">
                <a:latin typeface="Lora"/>
                <a:ea typeface="Lora"/>
                <a:cs typeface="Lora"/>
                <a:sym typeface="Lora"/>
              </a:rPr>
              <a:t> - Create an initial CLAUDE.md file in your current directory</a:t>
            </a:r>
            <a:endParaRPr sz="1300">
              <a:latin typeface="Lora"/>
              <a:ea typeface="Lora"/>
              <a:cs typeface="Lora"/>
              <a:sym typeface="Lora"/>
            </a:endParaRPr>
          </a:p>
          <a:p>
            <a:pPr indent="0" lvl="0" marL="0" rtl="0" algn="l">
              <a:lnSpc>
                <a:spcPct val="115000"/>
              </a:lnSpc>
              <a:spcBef>
                <a:spcPts val="400"/>
              </a:spcBef>
              <a:spcAft>
                <a:spcPts val="400"/>
              </a:spcAft>
              <a:buNone/>
            </a:pPr>
            <a:r>
              <a:rPr b="1" lang="en" sz="1300">
                <a:latin typeface="Lora"/>
                <a:ea typeface="Lora"/>
                <a:cs typeface="Lora"/>
                <a:sym typeface="Lora"/>
              </a:rPr>
              <a:t>/terminal-setup</a:t>
            </a:r>
            <a:r>
              <a:rPr lang="en" sz="1300">
                <a:latin typeface="Lora"/>
                <a:ea typeface="Lora"/>
                <a:cs typeface="Lora"/>
                <a:sym typeface="Lora"/>
              </a:rPr>
              <a:t> - Enable shift+enter to insert newlines</a:t>
            </a:r>
            <a:endParaRPr sz="1300">
              <a:latin typeface="Lora"/>
              <a:ea typeface="Lora"/>
              <a:cs typeface="Lora"/>
              <a:sym typeface="Lora"/>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7" name="Shape 587"/>
        <p:cNvGrpSpPr/>
        <p:nvPr/>
      </p:nvGrpSpPr>
      <p:grpSpPr>
        <a:xfrm>
          <a:off x="0" y="0"/>
          <a:ext cx="0" cy="0"/>
          <a:chOff x="0" y="0"/>
          <a:chExt cx="0" cy="0"/>
        </a:xfrm>
      </p:grpSpPr>
      <p:pic>
        <p:nvPicPr>
          <p:cNvPr id="588" name="Google Shape;588;p71" title="Screenshot 2025-07-30 at 7.51.09 AM.png"/>
          <p:cNvPicPr preferRelativeResize="0"/>
          <p:nvPr/>
        </p:nvPicPr>
        <p:blipFill>
          <a:blip r:embed="rId3">
            <a:alphaModFix/>
          </a:blip>
          <a:stretch>
            <a:fillRect/>
          </a:stretch>
        </p:blipFill>
        <p:spPr>
          <a:xfrm>
            <a:off x="3855188" y="2617375"/>
            <a:ext cx="5043548" cy="1418499"/>
          </a:xfrm>
          <a:prstGeom prst="rect">
            <a:avLst/>
          </a:prstGeom>
          <a:noFill/>
          <a:ln>
            <a:noFill/>
          </a:ln>
        </p:spPr>
      </p:pic>
      <p:pic>
        <p:nvPicPr>
          <p:cNvPr id="589" name="Google Shape;589;p71" title="Screenshot 2025-07-30 at 7.51.17 AM.png"/>
          <p:cNvPicPr preferRelativeResize="0"/>
          <p:nvPr/>
        </p:nvPicPr>
        <p:blipFill>
          <a:blip r:embed="rId4">
            <a:alphaModFix/>
          </a:blip>
          <a:stretch>
            <a:fillRect/>
          </a:stretch>
        </p:blipFill>
        <p:spPr>
          <a:xfrm>
            <a:off x="4758275" y="594925"/>
            <a:ext cx="3237374" cy="1785725"/>
          </a:xfrm>
          <a:prstGeom prst="rect">
            <a:avLst/>
          </a:prstGeom>
          <a:noFill/>
          <a:ln>
            <a:noFill/>
          </a:ln>
        </p:spPr>
      </p:pic>
      <p:sp>
        <p:nvSpPr>
          <p:cNvPr id="590" name="Google Shape;590;p71"/>
          <p:cNvSpPr txBox="1"/>
          <p:nvPr>
            <p:ph type="title"/>
          </p:nvPr>
        </p:nvSpPr>
        <p:spPr>
          <a:xfrm>
            <a:off x="455775" y="457206"/>
            <a:ext cx="2634300" cy="3887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 for bash mode</a:t>
            </a:r>
            <a:endParaRPr sz="1400">
              <a:latin typeface="Lora"/>
              <a:ea typeface="Lora"/>
              <a:cs typeface="Lora"/>
              <a:sym typeface="Lora"/>
            </a:endParaRPr>
          </a:p>
          <a:p>
            <a:pPr indent="0" lvl="0" marL="0" rtl="0" algn="l">
              <a:lnSpc>
                <a:spcPct val="115000"/>
              </a:lnSpc>
              <a:spcBef>
                <a:spcPts val="1300"/>
              </a:spcBef>
              <a:spcAft>
                <a:spcPts val="0"/>
              </a:spcAft>
              <a:buNone/>
            </a:pPr>
            <a:r>
              <a:rPr lang="en" sz="1400">
                <a:latin typeface="Lora"/>
                <a:ea typeface="Lora"/>
                <a:cs typeface="Lora"/>
                <a:sym typeface="Lora"/>
              </a:rPr>
              <a:t>Use ! to run bash commands yourself – may be faster than asking the model</a:t>
            </a:r>
            <a:endParaRPr sz="1400">
              <a:latin typeface="Lora"/>
              <a:ea typeface="Lora"/>
              <a:cs typeface="Lora"/>
              <a:sym typeface="Lora"/>
            </a:endParaRPr>
          </a:p>
          <a:p>
            <a:pPr indent="0" lvl="0" marL="0" rtl="0" algn="l">
              <a:lnSpc>
                <a:spcPct val="115000"/>
              </a:lnSpc>
              <a:spcBef>
                <a:spcPts val="400"/>
              </a:spcBef>
              <a:spcAft>
                <a:spcPts val="0"/>
              </a:spcAft>
              <a:buNone/>
            </a:pPr>
            <a:r>
              <a:t/>
            </a:r>
            <a:endParaRPr sz="1400">
              <a:latin typeface="Lora"/>
              <a:ea typeface="Lora"/>
              <a:cs typeface="Lora"/>
              <a:sym typeface="Lora"/>
            </a:endParaRPr>
          </a:p>
          <a:p>
            <a:pPr indent="0" lvl="0" marL="0" rtl="0" algn="l">
              <a:lnSpc>
                <a:spcPct val="115000"/>
              </a:lnSpc>
              <a:spcBef>
                <a:spcPts val="400"/>
              </a:spcBef>
              <a:spcAft>
                <a:spcPts val="0"/>
              </a:spcAft>
              <a:buNone/>
            </a:pPr>
            <a:r>
              <a:rPr lang="en" sz="1400">
                <a:latin typeface="Lora"/>
                <a:ea typeface="Lora"/>
                <a:cs typeface="Lora"/>
                <a:sym typeface="Lora"/>
              </a:rPr>
              <a:t>Command and results are shown to the model so you can reference it later on</a:t>
            </a:r>
            <a:endParaRPr sz="1400">
              <a:latin typeface="Lora"/>
              <a:ea typeface="Lora"/>
              <a:cs typeface="Lora"/>
              <a:sym typeface="Lora"/>
            </a:endParaRPr>
          </a:p>
          <a:p>
            <a:pPr indent="0" lvl="0" marL="0" rtl="0" algn="l">
              <a:lnSpc>
                <a:spcPct val="115000"/>
              </a:lnSpc>
              <a:spcBef>
                <a:spcPts val="400"/>
              </a:spcBef>
              <a:spcAft>
                <a:spcPts val="0"/>
              </a:spcAft>
              <a:buNone/>
            </a:pPr>
            <a:r>
              <a:t/>
            </a:r>
            <a:endParaRPr sz="1400">
              <a:latin typeface="Lora"/>
              <a:ea typeface="Lora"/>
              <a:cs typeface="Lora"/>
              <a:sym typeface="Lora"/>
            </a:endParaRPr>
          </a:p>
          <a:p>
            <a:pPr indent="0" lvl="0" marL="0" rtl="0" algn="l">
              <a:lnSpc>
                <a:spcPct val="115000"/>
              </a:lnSpc>
              <a:spcBef>
                <a:spcPts val="400"/>
              </a:spcBef>
              <a:spcAft>
                <a:spcPts val="1000"/>
              </a:spcAft>
              <a:buNone/>
            </a:pPr>
            <a:r>
              <a:t/>
            </a:r>
            <a:endParaRPr b="1" sz="1400">
              <a:latin typeface="Lora"/>
              <a:ea typeface="Lora"/>
              <a:cs typeface="Lora"/>
              <a:sym typeface="Lora"/>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4" name="Shape 594"/>
        <p:cNvGrpSpPr/>
        <p:nvPr/>
      </p:nvGrpSpPr>
      <p:grpSpPr>
        <a:xfrm>
          <a:off x="0" y="0"/>
          <a:ext cx="0" cy="0"/>
          <a:chOff x="0" y="0"/>
          <a:chExt cx="0" cy="0"/>
        </a:xfrm>
      </p:grpSpPr>
      <p:sp>
        <p:nvSpPr>
          <p:cNvPr id="595" name="Google Shape;595;p72"/>
          <p:cNvSpPr txBox="1"/>
          <p:nvPr>
            <p:ph type="title"/>
          </p:nvPr>
        </p:nvSpPr>
        <p:spPr>
          <a:xfrm>
            <a:off x="455775" y="457200"/>
            <a:ext cx="2634300" cy="3887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@-mentioning</a:t>
            </a:r>
            <a:endParaRPr/>
          </a:p>
          <a:p>
            <a:pPr indent="0" lvl="0" marL="0" rtl="0" algn="l">
              <a:lnSpc>
                <a:spcPct val="115000"/>
              </a:lnSpc>
              <a:spcBef>
                <a:spcPts val="1300"/>
              </a:spcBef>
              <a:spcAft>
                <a:spcPts val="0"/>
              </a:spcAft>
              <a:buNone/>
            </a:pPr>
            <a:r>
              <a:rPr lang="en" sz="1400">
                <a:latin typeface="Lora"/>
                <a:ea typeface="Lora"/>
                <a:cs typeface="Lora"/>
                <a:sym typeface="Lora"/>
              </a:rPr>
              <a:t>@-mentioned file contents are automatically provided to Claude at message send time</a:t>
            </a:r>
            <a:endParaRPr sz="1400">
              <a:latin typeface="Lora"/>
              <a:ea typeface="Lora"/>
              <a:cs typeface="Lora"/>
              <a:sym typeface="Lora"/>
            </a:endParaRPr>
          </a:p>
          <a:p>
            <a:pPr indent="0" lvl="0" marL="0" rtl="0" algn="l">
              <a:lnSpc>
                <a:spcPct val="115000"/>
              </a:lnSpc>
              <a:spcBef>
                <a:spcPts val="400"/>
              </a:spcBef>
              <a:spcAft>
                <a:spcPts val="0"/>
              </a:spcAft>
              <a:buNone/>
            </a:pPr>
            <a:r>
              <a:t/>
            </a:r>
            <a:endParaRPr sz="1400">
              <a:latin typeface="Lora"/>
              <a:ea typeface="Lora"/>
              <a:cs typeface="Lora"/>
              <a:sym typeface="Lora"/>
            </a:endParaRPr>
          </a:p>
          <a:p>
            <a:pPr indent="0" lvl="0" marL="0" rtl="0" algn="l">
              <a:lnSpc>
                <a:spcPct val="115000"/>
              </a:lnSpc>
              <a:spcBef>
                <a:spcPts val="400"/>
              </a:spcBef>
              <a:spcAft>
                <a:spcPts val="400"/>
              </a:spcAft>
              <a:buNone/>
            </a:pPr>
            <a:r>
              <a:rPr lang="en" sz="1400">
                <a:latin typeface="Lora"/>
                <a:ea typeface="Lora"/>
                <a:cs typeface="Lora"/>
                <a:sym typeface="Lora"/>
              </a:rPr>
              <a:t>Alternatively, </a:t>
            </a:r>
            <a:r>
              <a:rPr i="1" lang="en" sz="1400">
                <a:latin typeface="Lora"/>
                <a:ea typeface="Lora"/>
                <a:cs typeface="Lora"/>
                <a:sym typeface="Lora"/>
              </a:rPr>
              <a:t>“Hey can you tell me how Foo.tsx works”</a:t>
            </a:r>
            <a:r>
              <a:rPr lang="en" sz="1400">
                <a:latin typeface="Lora"/>
                <a:ea typeface="Lora"/>
                <a:cs typeface="Lora"/>
                <a:sym typeface="Lora"/>
              </a:rPr>
              <a:t> agent needs to call Read(Foo.tsx) tool itself</a:t>
            </a:r>
            <a:endParaRPr/>
          </a:p>
        </p:txBody>
      </p:sp>
      <p:pic>
        <p:nvPicPr>
          <p:cNvPr id="596" name="Google Shape;596;p72" title="Screenshot 2025-07-30 at 7.27.32 AM.png"/>
          <p:cNvPicPr preferRelativeResize="0"/>
          <p:nvPr/>
        </p:nvPicPr>
        <p:blipFill>
          <a:blip r:embed="rId3">
            <a:alphaModFix/>
          </a:blip>
          <a:stretch>
            <a:fillRect/>
          </a:stretch>
        </p:blipFill>
        <p:spPr>
          <a:xfrm>
            <a:off x="4210975" y="862175"/>
            <a:ext cx="4655526" cy="2463026"/>
          </a:xfrm>
          <a:prstGeom prst="rect">
            <a:avLst/>
          </a:prstGeom>
          <a:noFill/>
          <a:ln>
            <a:noFill/>
          </a:ln>
        </p:spPr>
      </p:pic>
      <p:pic>
        <p:nvPicPr>
          <p:cNvPr id="597" name="Google Shape;597;p72" title="Screenshot 2025-07-30 at 7.27.41 AM.png"/>
          <p:cNvPicPr preferRelativeResize="0"/>
          <p:nvPr/>
        </p:nvPicPr>
        <p:blipFill>
          <a:blip r:embed="rId4">
            <a:alphaModFix/>
          </a:blip>
          <a:stretch>
            <a:fillRect/>
          </a:stretch>
        </p:blipFill>
        <p:spPr>
          <a:xfrm>
            <a:off x="4210975" y="3578739"/>
            <a:ext cx="4655526" cy="570686"/>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1" name="Shape 601"/>
        <p:cNvGrpSpPr/>
        <p:nvPr/>
      </p:nvGrpSpPr>
      <p:grpSpPr>
        <a:xfrm>
          <a:off x="0" y="0"/>
          <a:ext cx="0" cy="0"/>
          <a:chOff x="0" y="0"/>
          <a:chExt cx="0" cy="0"/>
        </a:xfrm>
      </p:grpSpPr>
      <p:sp>
        <p:nvSpPr>
          <p:cNvPr id="602" name="Google Shape;602;p73"/>
          <p:cNvSpPr txBox="1"/>
          <p:nvPr>
            <p:ph idx="12" type="sldNum"/>
          </p:nvPr>
        </p:nvSpPr>
        <p:spPr>
          <a:xfrm>
            <a:off x="8256725" y="4708927"/>
            <a:ext cx="437100" cy="98400"/>
          </a:xfrm>
          <a:prstGeom prst="rect">
            <a:avLst/>
          </a:prstGeom>
          <a:noFill/>
          <a:ln>
            <a:noFill/>
          </a:ln>
        </p:spPr>
        <p:txBody>
          <a:bodyPr anchorCtr="0" anchor="t" bIns="0" lIns="0" spcFirstLastPara="1" rIns="0" wrap="square" tIns="0">
            <a:spAutoFit/>
          </a:bodyPr>
          <a:lstStyle/>
          <a:p>
            <a:pPr indent="0" lvl="0" marL="0" rtl="0" algn="r">
              <a:lnSpc>
                <a:spcPct val="80000"/>
              </a:lnSpc>
              <a:spcBef>
                <a:spcPts val="0"/>
              </a:spcBef>
              <a:spcAft>
                <a:spcPts val="0"/>
              </a:spcAft>
              <a:buClr>
                <a:srgbClr val="000000"/>
              </a:buClr>
              <a:buSzPts val="1000"/>
              <a:buFont typeface="Arial"/>
              <a:buNone/>
            </a:pPr>
            <a:fld id="{00000000-1234-1234-1234-123412341234}" type="slidenum">
              <a:rPr lang="en" sz="800">
                <a:solidFill>
                  <a:srgbClr val="B0AEA5"/>
                </a:solidFill>
                <a:latin typeface="Poppins"/>
                <a:ea typeface="Poppins"/>
                <a:cs typeface="Poppins"/>
                <a:sym typeface="Poppins"/>
              </a:rPr>
              <a:t>‹#›</a:t>
            </a:fld>
            <a:endParaRPr sz="800">
              <a:solidFill>
                <a:srgbClr val="B0AEA5"/>
              </a:solidFill>
              <a:latin typeface="Poppins"/>
              <a:ea typeface="Poppins"/>
              <a:cs typeface="Poppins"/>
              <a:sym typeface="Poppins"/>
            </a:endParaRPr>
          </a:p>
        </p:txBody>
      </p:sp>
      <p:pic>
        <p:nvPicPr>
          <p:cNvPr id="603" name="Google Shape;603;p73" title="CleanShot 2025-07-07 at 11.52.55@2x.png"/>
          <p:cNvPicPr preferRelativeResize="0"/>
          <p:nvPr/>
        </p:nvPicPr>
        <p:blipFill>
          <a:blip r:embed="rId3">
            <a:alphaModFix/>
          </a:blip>
          <a:stretch>
            <a:fillRect/>
          </a:stretch>
        </p:blipFill>
        <p:spPr>
          <a:xfrm>
            <a:off x="4777913" y="711875"/>
            <a:ext cx="3620274" cy="3378350"/>
          </a:xfrm>
          <a:prstGeom prst="rect">
            <a:avLst/>
          </a:prstGeom>
          <a:noFill/>
          <a:ln>
            <a:noFill/>
          </a:ln>
        </p:spPr>
      </p:pic>
      <p:sp>
        <p:nvSpPr>
          <p:cNvPr id="604" name="Google Shape;604;p73"/>
          <p:cNvSpPr txBox="1"/>
          <p:nvPr>
            <p:ph type="title"/>
          </p:nvPr>
        </p:nvSpPr>
        <p:spPr>
          <a:xfrm>
            <a:off x="455775" y="457206"/>
            <a:ext cx="2634300" cy="3887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MCP Servers</a:t>
            </a:r>
            <a:endParaRPr b="1" sz="1400">
              <a:latin typeface="Lora"/>
              <a:ea typeface="Lora"/>
              <a:cs typeface="Lora"/>
              <a:sym typeface="Lora"/>
            </a:endParaRPr>
          </a:p>
          <a:p>
            <a:pPr indent="0" lvl="0" marL="0" rtl="0" algn="l">
              <a:spcBef>
                <a:spcPts val="1300"/>
              </a:spcBef>
              <a:spcAft>
                <a:spcPts val="0"/>
              </a:spcAft>
              <a:buNone/>
            </a:pPr>
            <a:r>
              <a:rPr lang="en" sz="1400">
                <a:latin typeface="Lora"/>
                <a:ea typeface="Lora"/>
                <a:cs typeface="Lora"/>
                <a:sym typeface="Lora"/>
              </a:rPr>
              <a:t>Claude Code comes with 1st class MCP integration:</a:t>
            </a:r>
            <a:endParaRPr sz="1400">
              <a:latin typeface="Lora"/>
              <a:ea typeface="Lora"/>
              <a:cs typeface="Lora"/>
              <a:sym typeface="Lora"/>
            </a:endParaRPr>
          </a:p>
          <a:p>
            <a:pPr indent="0" lvl="0" marL="0" rtl="0" algn="l">
              <a:spcBef>
                <a:spcPts val="0"/>
              </a:spcBef>
              <a:spcAft>
                <a:spcPts val="0"/>
              </a:spcAft>
              <a:buNone/>
            </a:pPr>
            <a:r>
              <a:t/>
            </a:r>
            <a:endParaRPr sz="1400">
              <a:solidFill>
                <a:schemeClr val="dk2"/>
              </a:solidFill>
              <a:latin typeface="Lora"/>
              <a:ea typeface="Lora"/>
              <a:cs typeface="Lora"/>
              <a:sym typeface="Lora"/>
            </a:endParaRPr>
          </a:p>
          <a:p>
            <a:pPr indent="-317500" lvl="0" marL="457200" rtl="0" algn="l">
              <a:lnSpc>
                <a:spcPct val="115000"/>
              </a:lnSpc>
              <a:spcBef>
                <a:spcPts val="0"/>
              </a:spcBef>
              <a:spcAft>
                <a:spcPts val="0"/>
              </a:spcAft>
              <a:buClr>
                <a:schemeClr val="dk2"/>
              </a:buClr>
              <a:buSzPts val="1400"/>
              <a:buFont typeface="Lora"/>
              <a:buChar char="●"/>
            </a:pPr>
            <a:r>
              <a:rPr lang="en" sz="1400">
                <a:latin typeface="Lora"/>
                <a:ea typeface="Lora"/>
                <a:cs typeface="Lora"/>
                <a:sym typeface="Lora"/>
              </a:rPr>
              <a:t>Add a server using</a:t>
            </a:r>
            <a:r>
              <a:rPr lang="en" sz="1400">
                <a:solidFill>
                  <a:schemeClr val="dk2"/>
                </a:solidFill>
                <a:latin typeface="Lora"/>
                <a:ea typeface="Lora"/>
                <a:cs typeface="Lora"/>
                <a:sym typeface="Lora"/>
              </a:rPr>
              <a:t> </a:t>
            </a:r>
            <a:r>
              <a:rPr lang="en" sz="1400">
                <a:solidFill>
                  <a:schemeClr val="dk2"/>
                </a:solidFill>
                <a:latin typeface="IBM Plex Mono"/>
                <a:ea typeface="IBM Plex Mono"/>
                <a:cs typeface="IBM Plex Mono"/>
                <a:sym typeface="IBM Plex Mono"/>
              </a:rPr>
              <a:t>mcp add &lt;server-name&gt;</a:t>
            </a:r>
            <a:endParaRPr sz="1400">
              <a:solidFill>
                <a:schemeClr val="dk2"/>
              </a:solidFill>
              <a:latin typeface="Lora"/>
              <a:ea typeface="Lora"/>
              <a:cs typeface="Lora"/>
              <a:sym typeface="Lora"/>
            </a:endParaRPr>
          </a:p>
          <a:p>
            <a:pPr indent="-317500" lvl="0" marL="457200" rtl="0" algn="l">
              <a:lnSpc>
                <a:spcPct val="115000"/>
              </a:lnSpc>
              <a:spcBef>
                <a:spcPts val="400"/>
              </a:spcBef>
              <a:spcAft>
                <a:spcPts val="0"/>
              </a:spcAft>
              <a:buClr>
                <a:schemeClr val="dk2"/>
              </a:buClr>
              <a:buSzPts val="1400"/>
              <a:buFont typeface="Lora"/>
              <a:buChar char="●"/>
            </a:pPr>
            <a:r>
              <a:rPr lang="en" sz="1400">
                <a:latin typeface="Lora"/>
                <a:ea typeface="Lora"/>
                <a:cs typeface="Lora"/>
                <a:sym typeface="Lora"/>
              </a:rPr>
              <a:t>Manage easily with </a:t>
            </a:r>
            <a:r>
              <a:rPr lang="en" sz="1400">
                <a:solidFill>
                  <a:schemeClr val="dk2"/>
                </a:solidFill>
                <a:latin typeface="Lora"/>
                <a:ea typeface="Lora"/>
                <a:cs typeface="Lora"/>
                <a:sym typeface="Lora"/>
              </a:rPr>
              <a:t>/mcp</a:t>
            </a:r>
            <a:endParaRPr sz="1400">
              <a:solidFill>
                <a:schemeClr val="dk2"/>
              </a:solidFill>
              <a:latin typeface="Lora"/>
              <a:ea typeface="Lora"/>
              <a:cs typeface="Lora"/>
              <a:sym typeface="Lora"/>
            </a:endParaRPr>
          </a:p>
          <a:p>
            <a:pPr indent="-317500" lvl="0" marL="457200" rtl="0" algn="l">
              <a:lnSpc>
                <a:spcPct val="115000"/>
              </a:lnSpc>
              <a:spcBef>
                <a:spcPts val="400"/>
              </a:spcBef>
              <a:spcAft>
                <a:spcPts val="0"/>
              </a:spcAft>
              <a:buClr>
                <a:schemeClr val="dk2"/>
              </a:buClr>
              <a:buSzPts val="1400"/>
              <a:buFont typeface="Lora"/>
              <a:buChar char="●"/>
            </a:pPr>
            <a:r>
              <a:rPr lang="en" sz="1400">
                <a:latin typeface="Lora"/>
                <a:ea typeface="Lora"/>
                <a:cs typeface="Lora"/>
                <a:sym typeface="Lora"/>
              </a:rPr>
              <a:t>Server configurations written to </a:t>
            </a:r>
            <a:r>
              <a:rPr lang="en" sz="1400">
                <a:solidFill>
                  <a:schemeClr val="dk2"/>
                </a:solidFill>
                <a:latin typeface="Lora"/>
                <a:ea typeface="Lora"/>
                <a:cs typeface="Lora"/>
                <a:sym typeface="Lora"/>
              </a:rPr>
              <a:t>.mcp.json</a:t>
            </a:r>
            <a:endParaRPr sz="1400">
              <a:solidFill>
                <a:schemeClr val="dk2"/>
              </a:solidFill>
              <a:latin typeface="Lora"/>
              <a:ea typeface="Lora"/>
              <a:cs typeface="Lora"/>
              <a:sym typeface="Lora"/>
            </a:endParaRPr>
          </a:p>
          <a:p>
            <a:pPr indent="0" lvl="0" marL="0" rtl="0" algn="l">
              <a:spcBef>
                <a:spcPts val="400"/>
              </a:spcBef>
              <a:spcAft>
                <a:spcPts val="0"/>
              </a:spcAft>
              <a:buNone/>
            </a:pPr>
            <a:r>
              <a:t/>
            </a:r>
            <a:endParaRPr sz="1400">
              <a:solidFill>
                <a:schemeClr val="dk2"/>
              </a:solidFill>
              <a:latin typeface="Lora"/>
              <a:ea typeface="Lora"/>
              <a:cs typeface="Lora"/>
              <a:sym typeface="Lora"/>
            </a:endParaRPr>
          </a:p>
          <a:p>
            <a:pPr indent="0" lvl="0" marL="0" rtl="0" algn="l">
              <a:lnSpc>
                <a:spcPct val="115000"/>
              </a:lnSpc>
              <a:spcBef>
                <a:spcPts val="0"/>
              </a:spcBef>
              <a:spcAft>
                <a:spcPts val="1000"/>
              </a:spcAft>
              <a:buNone/>
            </a:pPr>
            <a:r>
              <a:t/>
            </a:r>
            <a:endParaRPr b="1" sz="1400">
              <a:latin typeface="Lora"/>
              <a:ea typeface="Lora"/>
              <a:cs typeface="Lora"/>
              <a:sym typeface="Lora"/>
            </a:endParaRPr>
          </a:p>
        </p:txBody>
      </p:sp>
    </p:spTree>
  </p:cSld>
  <p:clrMapOvr>
    <a:masterClrMapping/>
  </p:clrMapOvr>
  <mc:AlternateContent>
    <mc:Choice Requires="p14">
      <p:transition spd="slow" p14:dur="699">
        <p:fade/>
      </p:transition>
    </mc:Choice>
    <mc:Fallback>
      <p:transition spd="slow">
        <p:fade/>
      </p:transition>
    </mc:Fallback>
  </mc:AlternateContent>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8" name="Shape 608"/>
        <p:cNvGrpSpPr/>
        <p:nvPr/>
      </p:nvGrpSpPr>
      <p:grpSpPr>
        <a:xfrm>
          <a:off x="0" y="0"/>
          <a:ext cx="0" cy="0"/>
          <a:chOff x="0" y="0"/>
          <a:chExt cx="0" cy="0"/>
        </a:xfrm>
      </p:grpSpPr>
      <p:sp>
        <p:nvSpPr>
          <p:cNvPr id="609" name="Google Shape;609;p74"/>
          <p:cNvSpPr txBox="1"/>
          <p:nvPr>
            <p:ph type="title"/>
          </p:nvPr>
        </p:nvSpPr>
        <p:spPr>
          <a:xfrm>
            <a:off x="455775" y="1371605"/>
            <a:ext cx="6840600" cy="18219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Claude.md </a:t>
            </a:r>
            <a:br>
              <a:rPr lang="en"/>
            </a:br>
            <a:endParaRPr/>
          </a:p>
        </p:txBody>
      </p:sp>
      <p:sp>
        <p:nvSpPr>
          <p:cNvPr id="610" name="Google Shape;610;p74"/>
          <p:cNvSpPr txBox="1"/>
          <p:nvPr>
            <p:ph idx="12" type="sldNum"/>
          </p:nvPr>
        </p:nvSpPr>
        <p:spPr>
          <a:xfrm>
            <a:off x="8256725" y="4708927"/>
            <a:ext cx="437100" cy="107400"/>
          </a:xfrm>
          <a:prstGeom prst="rect">
            <a:avLst/>
          </a:prstGeom>
        </p:spPr>
        <p:txBody>
          <a:bodyPr anchorCtr="0" anchor="t" bIns="0" lIns="0" spcFirstLastPara="1" rIns="0" wrap="square" tIns="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9F5"/>
        </a:solidFill>
      </p:bgPr>
    </p:bg>
    <p:spTree>
      <p:nvGrpSpPr>
        <p:cNvPr id="614" name="Shape 614"/>
        <p:cNvGrpSpPr/>
        <p:nvPr/>
      </p:nvGrpSpPr>
      <p:grpSpPr>
        <a:xfrm>
          <a:off x="0" y="0"/>
          <a:ext cx="0" cy="0"/>
          <a:chOff x="0" y="0"/>
          <a:chExt cx="0" cy="0"/>
        </a:xfrm>
      </p:grpSpPr>
      <p:sp>
        <p:nvSpPr>
          <p:cNvPr id="615" name="Google Shape;615;p75"/>
          <p:cNvSpPr txBox="1"/>
          <p:nvPr>
            <p:ph type="title"/>
          </p:nvPr>
        </p:nvSpPr>
        <p:spPr>
          <a:xfrm>
            <a:off x="455775" y="457202"/>
            <a:ext cx="2634300" cy="2777100"/>
          </a:xfrm>
          <a:prstGeom prst="rect">
            <a:avLst/>
          </a:prstGeom>
        </p:spPr>
        <p:txBody>
          <a:bodyPr anchorCtr="0" anchor="t" bIns="45725" lIns="182875" spcFirstLastPara="1" rIns="45725" wrap="square" tIns="137150">
            <a:noAutofit/>
          </a:bodyPr>
          <a:lstStyle/>
          <a:p>
            <a:pPr indent="0" lvl="0" marL="0" rtl="0" algn="l">
              <a:spcBef>
                <a:spcPts val="0"/>
              </a:spcBef>
              <a:spcAft>
                <a:spcPts val="0"/>
              </a:spcAft>
              <a:buNone/>
            </a:pPr>
            <a:r>
              <a:rPr lang="en"/>
              <a:t>The </a:t>
            </a:r>
            <a:r>
              <a:rPr lang="en">
                <a:solidFill>
                  <a:schemeClr val="hlink"/>
                </a:solidFill>
                <a:uFill>
                  <a:noFill/>
                </a:uFill>
                <a:hlinkClick r:id="rId3"/>
              </a:rPr>
              <a:t>Claude.md</a:t>
            </a:r>
            <a:r>
              <a:rPr lang="en"/>
              <a:t> file</a:t>
            </a:r>
            <a:endParaRPr/>
          </a:p>
          <a:p>
            <a:pPr indent="0" lvl="0" marL="0" rtl="0" algn="l">
              <a:spcBef>
                <a:spcPts val="1300"/>
              </a:spcBef>
              <a:spcAft>
                <a:spcPts val="0"/>
              </a:spcAft>
              <a:buNone/>
            </a:pPr>
            <a:r>
              <a:rPr lang="en" sz="1400">
                <a:latin typeface="Lora"/>
                <a:ea typeface="Lora"/>
                <a:cs typeface="Lora"/>
                <a:sym typeface="Lora"/>
              </a:rPr>
              <a:t>Hierarchical and updatable instruction management across repositories and users</a:t>
            </a:r>
            <a:endParaRPr sz="1400">
              <a:latin typeface="Lora"/>
              <a:ea typeface="Lora"/>
              <a:cs typeface="Lora"/>
              <a:sym typeface="Lora"/>
            </a:endParaRPr>
          </a:p>
          <a:p>
            <a:pPr indent="0" lvl="0" marL="0" rtl="0" algn="l">
              <a:spcBef>
                <a:spcPts val="1300"/>
              </a:spcBef>
              <a:spcAft>
                <a:spcPts val="1300"/>
              </a:spcAft>
              <a:buNone/>
            </a:pPr>
            <a:r>
              <a:t/>
            </a:r>
            <a:endParaRPr sz="1400">
              <a:latin typeface="Lora"/>
              <a:ea typeface="Lora"/>
              <a:cs typeface="Lora"/>
              <a:sym typeface="Lora"/>
            </a:endParaRPr>
          </a:p>
        </p:txBody>
      </p:sp>
      <p:sp>
        <p:nvSpPr>
          <p:cNvPr id="616" name="Google Shape;616;p75"/>
          <p:cNvSpPr txBox="1"/>
          <p:nvPr>
            <p:ph idx="1" type="body"/>
          </p:nvPr>
        </p:nvSpPr>
        <p:spPr>
          <a:xfrm>
            <a:off x="3545838" y="457200"/>
            <a:ext cx="5148000" cy="38877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0"/>
              </a:spcAft>
              <a:buNone/>
            </a:pPr>
            <a:r>
              <a:rPr lang="en" sz="1000"/>
              <a:t>### Common Commands</a:t>
            </a:r>
            <a:endParaRPr sz="1000"/>
          </a:p>
          <a:p>
            <a:pPr indent="0" lvl="0" marL="0" rtl="0" algn="l">
              <a:lnSpc>
                <a:spcPct val="100000"/>
              </a:lnSpc>
              <a:spcBef>
                <a:spcPts val="0"/>
              </a:spcBef>
              <a:spcAft>
                <a:spcPts val="0"/>
              </a:spcAft>
              <a:buNone/>
            </a:pPr>
            <a:r>
              <a:t/>
            </a:r>
            <a:endParaRPr sz="1000"/>
          </a:p>
          <a:p>
            <a:pPr indent="0" lvl="0" marL="0" rtl="0" algn="l">
              <a:lnSpc>
                <a:spcPct val="100000"/>
              </a:lnSpc>
              <a:spcBef>
                <a:spcPts val="0"/>
              </a:spcBef>
              <a:spcAft>
                <a:spcPts val="0"/>
              </a:spcAft>
              <a:buNone/>
            </a:pPr>
            <a:r>
              <a:rPr lang="en" sz="1000"/>
              <a:t># Start development server</a:t>
            </a:r>
            <a:endParaRPr sz="1000"/>
          </a:p>
          <a:p>
            <a:pPr indent="0" lvl="0" marL="0" rtl="0" algn="l">
              <a:lnSpc>
                <a:spcPct val="100000"/>
              </a:lnSpc>
              <a:spcBef>
                <a:spcPts val="0"/>
              </a:spcBef>
              <a:spcAft>
                <a:spcPts val="0"/>
              </a:spcAft>
              <a:buNone/>
            </a:pPr>
            <a:r>
              <a:rPr lang="en" sz="1000"/>
              <a:t>docker-compose -f docker-compose.dev.yml up -d</a:t>
            </a:r>
            <a:endParaRPr sz="1000"/>
          </a:p>
          <a:p>
            <a:pPr indent="0" lvl="0" marL="0" rtl="0" algn="l">
              <a:lnSpc>
                <a:spcPct val="100000"/>
              </a:lnSpc>
              <a:spcBef>
                <a:spcPts val="0"/>
              </a:spcBef>
              <a:spcAft>
                <a:spcPts val="0"/>
              </a:spcAft>
              <a:buNone/>
            </a:pPr>
            <a:r>
              <a:t/>
            </a:r>
            <a:endParaRPr sz="1000"/>
          </a:p>
          <a:p>
            <a:pPr indent="0" lvl="0" marL="0" rtl="0" algn="l">
              <a:lnSpc>
                <a:spcPct val="100000"/>
              </a:lnSpc>
              <a:spcBef>
                <a:spcPts val="0"/>
              </a:spcBef>
              <a:spcAft>
                <a:spcPts val="0"/>
              </a:spcAft>
              <a:buNone/>
            </a:pPr>
            <a:r>
              <a:rPr lang="en" sz="1000"/>
              <a:t># Stop development server</a:t>
            </a:r>
            <a:endParaRPr sz="1000"/>
          </a:p>
          <a:p>
            <a:pPr indent="0" lvl="0" marL="0" rtl="0" algn="l">
              <a:lnSpc>
                <a:spcPct val="100000"/>
              </a:lnSpc>
              <a:spcBef>
                <a:spcPts val="0"/>
              </a:spcBef>
              <a:spcAft>
                <a:spcPts val="0"/>
              </a:spcAft>
              <a:buNone/>
            </a:pPr>
            <a:r>
              <a:rPr lang="en" sz="1000"/>
              <a:t>docker-compose -f docker-compose.dev.yml down</a:t>
            </a:r>
            <a:endParaRPr sz="1000"/>
          </a:p>
          <a:p>
            <a:pPr indent="0" lvl="0" marL="0" rtl="0" algn="l">
              <a:lnSpc>
                <a:spcPct val="100000"/>
              </a:lnSpc>
              <a:spcBef>
                <a:spcPts val="0"/>
              </a:spcBef>
              <a:spcAft>
                <a:spcPts val="0"/>
              </a:spcAft>
              <a:buNone/>
            </a:pPr>
            <a:r>
              <a:t/>
            </a:r>
            <a:endParaRPr sz="1000"/>
          </a:p>
          <a:p>
            <a:pPr indent="0" lvl="0" marL="0" rtl="0" algn="l">
              <a:lnSpc>
                <a:spcPct val="100000"/>
              </a:lnSpc>
              <a:spcBef>
                <a:spcPts val="0"/>
              </a:spcBef>
              <a:spcAft>
                <a:spcPts val="0"/>
              </a:spcAft>
              <a:buNone/>
            </a:pPr>
            <a:r>
              <a:rPr lang="en" sz="1000"/>
              <a:t># Rebuild after dependency changes</a:t>
            </a:r>
            <a:endParaRPr sz="1000"/>
          </a:p>
          <a:p>
            <a:pPr indent="0" lvl="0" marL="0" rtl="0" algn="l">
              <a:lnSpc>
                <a:spcPct val="100000"/>
              </a:lnSpc>
              <a:spcBef>
                <a:spcPts val="0"/>
              </a:spcBef>
              <a:spcAft>
                <a:spcPts val="0"/>
              </a:spcAft>
              <a:buNone/>
            </a:pPr>
            <a:r>
              <a:rPr lang="en" sz="1000"/>
              <a:t>docker-compose -f docker-compose.dev.yml up --build -d</a:t>
            </a:r>
            <a:endParaRPr sz="1000"/>
          </a:p>
          <a:p>
            <a:pPr indent="0" lvl="0" marL="0" rtl="0" algn="l">
              <a:lnSpc>
                <a:spcPct val="100000"/>
              </a:lnSpc>
              <a:spcBef>
                <a:spcPts val="0"/>
              </a:spcBef>
              <a:spcAft>
                <a:spcPts val="0"/>
              </a:spcAft>
              <a:buNone/>
            </a:pPr>
            <a:r>
              <a:t/>
            </a:r>
            <a:endParaRPr sz="1000"/>
          </a:p>
          <a:p>
            <a:pPr indent="0" lvl="0" marL="0" rtl="0" algn="l">
              <a:lnSpc>
                <a:spcPct val="100000"/>
              </a:lnSpc>
              <a:spcBef>
                <a:spcPts val="0"/>
              </a:spcBef>
              <a:spcAft>
                <a:spcPts val="0"/>
              </a:spcAft>
              <a:buNone/>
            </a:pPr>
            <a:r>
              <a:rPr lang="en" sz="1000"/>
              <a:t>### Project Structure</a:t>
            </a:r>
            <a:endParaRPr sz="1000"/>
          </a:p>
          <a:p>
            <a:pPr indent="0" lvl="0" marL="0" rtl="0" algn="l">
              <a:lnSpc>
                <a:spcPct val="100000"/>
              </a:lnSpc>
              <a:spcBef>
                <a:spcPts val="0"/>
              </a:spcBef>
              <a:spcAft>
                <a:spcPts val="0"/>
              </a:spcAft>
              <a:buNone/>
            </a:pPr>
            <a:r>
              <a:t/>
            </a:r>
            <a:endParaRPr sz="1000"/>
          </a:p>
          <a:p>
            <a:pPr indent="0" lvl="0" marL="0" rtl="0" algn="l">
              <a:lnSpc>
                <a:spcPct val="100000"/>
              </a:lnSpc>
              <a:spcBef>
                <a:spcPts val="0"/>
              </a:spcBef>
              <a:spcAft>
                <a:spcPts val="0"/>
              </a:spcAft>
              <a:buNone/>
            </a:pPr>
            <a:r>
              <a:rPr lang="en" sz="1000"/>
              <a:t>- **`packages/excalidraw/`** - Main React component library published to npm as `@excalidraw/excalidraw`</a:t>
            </a:r>
            <a:endParaRPr sz="1000"/>
          </a:p>
          <a:p>
            <a:pPr indent="0" lvl="0" marL="0" rtl="0" algn="l">
              <a:lnSpc>
                <a:spcPct val="100000"/>
              </a:lnSpc>
              <a:spcBef>
                <a:spcPts val="0"/>
              </a:spcBef>
              <a:spcAft>
                <a:spcPts val="0"/>
              </a:spcAft>
              <a:buNone/>
            </a:pPr>
            <a:r>
              <a:rPr lang="en" sz="1000"/>
              <a:t>- **`excalidraw-app/`** - Full-featured web application (excalidraw.com) that uses the library</a:t>
            </a:r>
            <a:endParaRPr sz="1000"/>
          </a:p>
          <a:p>
            <a:pPr indent="0" lvl="0" marL="0" rtl="0" algn="l">
              <a:lnSpc>
                <a:spcPct val="100000"/>
              </a:lnSpc>
              <a:spcBef>
                <a:spcPts val="0"/>
              </a:spcBef>
              <a:spcAft>
                <a:spcPts val="0"/>
              </a:spcAft>
              <a:buNone/>
            </a:pPr>
            <a:r>
              <a:rPr lang="en" sz="1000"/>
              <a:t>- **`packages/`** - Core packages: `@excalidraw/common`, `@excalidraw/element`, `@excalidraw/math`, `@excalidraw/utils`</a:t>
            </a:r>
            <a:endParaRPr sz="1000"/>
          </a:p>
          <a:p>
            <a:pPr indent="0" lvl="0" marL="0" rtl="0" algn="l">
              <a:lnSpc>
                <a:spcPct val="100000"/>
              </a:lnSpc>
              <a:spcBef>
                <a:spcPts val="0"/>
              </a:spcBef>
              <a:spcAft>
                <a:spcPts val="0"/>
              </a:spcAft>
              <a:buNone/>
            </a:pPr>
            <a:r>
              <a:rPr lang="en" sz="1000"/>
              <a:t>- **`examples/`** - Integration examples (NextJS, browser script)</a:t>
            </a:r>
            <a:endParaRPr sz="1000"/>
          </a:p>
          <a:p>
            <a:pPr indent="0" lvl="0" marL="0" rtl="0" algn="l">
              <a:lnSpc>
                <a:spcPct val="100000"/>
              </a:lnSpc>
              <a:spcBef>
                <a:spcPts val="0"/>
              </a:spcBef>
              <a:spcAft>
                <a:spcPts val="0"/>
              </a:spcAft>
              <a:buNone/>
            </a:pPr>
            <a:r>
              <a:t/>
            </a:r>
            <a:endParaRPr sz="1000"/>
          </a:p>
          <a:p>
            <a:pPr indent="0" lvl="0" marL="0" rtl="0" algn="l">
              <a:lnSpc>
                <a:spcPct val="100000"/>
              </a:lnSpc>
              <a:spcBef>
                <a:spcPts val="0"/>
              </a:spcBef>
              <a:spcAft>
                <a:spcPts val="0"/>
              </a:spcAft>
              <a:buNone/>
            </a:pPr>
            <a:r>
              <a:rPr lang="en" sz="1000"/>
              <a:t>### Code style</a:t>
            </a:r>
            <a:endParaRPr sz="1000"/>
          </a:p>
          <a:p>
            <a:pPr indent="0" lvl="0" marL="0" rtl="0" algn="l">
              <a:lnSpc>
                <a:spcPct val="100000"/>
              </a:lnSpc>
              <a:spcBef>
                <a:spcPts val="0"/>
              </a:spcBef>
              <a:spcAft>
                <a:spcPts val="0"/>
              </a:spcAft>
              <a:buNone/>
            </a:pPr>
            <a:r>
              <a:t/>
            </a:r>
            <a:endParaRPr sz="1000"/>
          </a:p>
          <a:p>
            <a:pPr indent="0" lvl="0" marL="0" rtl="0" algn="l">
              <a:lnSpc>
                <a:spcPct val="100000"/>
              </a:lnSpc>
              <a:spcBef>
                <a:spcPts val="0"/>
              </a:spcBef>
              <a:spcAft>
                <a:spcPts val="0"/>
              </a:spcAft>
              <a:buNone/>
            </a:pPr>
            <a:r>
              <a:rPr lang="en" sz="1000"/>
              <a:t>Component Structure</a:t>
            </a:r>
            <a:endParaRPr sz="1000"/>
          </a:p>
          <a:p>
            <a:pPr indent="0" lvl="0" marL="0" rtl="0" algn="l">
              <a:lnSpc>
                <a:spcPct val="100000"/>
              </a:lnSpc>
              <a:spcBef>
                <a:spcPts val="0"/>
              </a:spcBef>
              <a:spcAft>
                <a:spcPts val="0"/>
              </a:spcAft>
              <a:buNone/>
            </a:pPr>
            <a:r>
              <a:rPr lang="en" sz="1000"/>
              <a:t>  - One component per file with matching PascalCase filename</a:t>
            </a:r>
            <a:endParaRPr sz="1000"/>
          </a:p>
          <a:p>
            <a:pPr indent="0" lvl="0" marL="0" rtl="0" algn="l">
              <a:lnSpc>
                <a:spcPct val="100000"/>
              </a:lnSpc>
              <a:spcBef>
                <a:spcPts val="0"/>
              </a:spcBef>
              <a:spcAft>
                <a:spcPts val="0"/>
              </a:spcAft>
              <a:buNone/>
            </a:pPr>
            <a:r>
              <a:rPr lang="en" sz="1000"/>
              <a:t>  - Co-locate SCSS modules (e.g., Button.tsx with Button.scss)</a:t>
            </a:r>
            <a:endParaRPr sz="1000"/>
          </a:p>
          <a:p>
            <a:pPr indent="0" lvl="0" marL="0" rtl="0" algn="l">
              <a:lnSpc>
                <a:spcPct val="100000"/>
              </a:lnSpc>
              <a:spcBef>
                <a:spcPts val="0"/>
              </a:spcBef>
              <a:spcAft>
                <a:spcPts val="0"/>
              </a:spcAft>
              <a:buNone/>
            </a:pPr>
            <a:r>
              <a:rPr lang="en" sz="1000"/>
              <a:t>  - Always use named exports</a:t>
            </a:r>
            <a:endParaRPr sz="1000"/>
          </a:p>
          <a:p>
            <a:pPr indent="0" lvl="0" marL="0" rtl="0" algn="l">
              <a:spcBef>
                <a:spcPts val="0"/>
              </a:spcBef>
              <a:spcAft>
                <a:spcPts val="0"/>
              </a:spcAft>
              <a:buNone/>
            </a:pPr>
            <a:r>
              <a:t/>
            </a:r>
            <a:endParaRPr sz="1300">
              <a:solidFill>
                <a:schemeClr val="dk1"/>
              </a:solidFill>
            </a:endParaRPr>
          </a:p>
          <a:p>
            <a:pPr indent="0" lvl="0" marL="0" rtl="0" algn="l">
              <a:spcBef>
                <a:spcPts val="1000"/>
              </a:spcBef>
              <a:spcAft>
                <a:spcPts val="1000"/>
              </a:spcAft>
              <a:buNone/>
            </a:pPr>
            <a:r>
              <a:t/>
            </a:r>
            <a:endParaRPr sz="1300">
              <a:solidFill>
                <a:schemeClr val="dk1"/>
              </a:solidFill>
            </a:endParaRPr>
          </a:p>
        </p:txBody>
      </p:sp>
      <p:sp>
        <p:nvSpPr>
          <p:cNvPr id="617" name="Google Shape;617;p75"/>
          <p:cNvSpPr txBox="1"/>
          <p:nvPr>
            <p:ph idx="12" type="sldNum"/>
          </p:nvPr>
        </p:nvSpPr>
        <p:spPr>
          <a:xfrm>
            <a:off x="8256725" y="4708927"/>
            <a:ext cx="437100" cy="107400"/>
          </a:xfrm>
          <a:prstGeom prst="rect">
            <a:avLst/>
          </a:prstGeom>
        </p:spPr>
        <p:txBody>
          <a:bodyPr anchorCtr="0" anchor="t" bIns="0" lIns="0" spcFirstLastPara="1" rIns="0" wrap="square" tIns="0">
            <a:noAutofit/>
          </a:bodyPr>
          <a:lstStyle/>
          <a:p>
            <a:pPr indent="0" lvl="0" marL="0" rtl="0" algn="r">
              <a:spcBef>
                <a:spcPts val="0"/>
              </a:spcBef>
              <a:spcAft>
                <a:spcPts val="0"/>
              </a:spcAft>
              <a:buNone/>
            </a:pPr>
            <a:fld id="{00000000-1234-1234-1234-123412341234}" type="slidenum">
              <a:rPr lang="en"/>
              <a:t>‹#›</a:t>
            </a:fld>
            <a:endParaRPr/>
          </a:p>
        </p:txBody>
      </p:sp>
      <p:pic>
        <p:nvPicPr>
          <p:cNvPr id="618" name="Google Shape;618;p75"/>
          <p:cNvPicPr preferRelativeResize="0"/>
          <p:nvPr/>
        </p:nvPicPr>
        <p:blipFill rotWithShape="1">
          <a:blip r:embed="rId4">
            <a:alphaModFix/>
          </a:blip>
          <a:srcRect b="0" l="0" r="0" t="0"/>
          <a:stretch/>
        </p:blipFill>
        <p:spPr>
          <a:xfrm>
            <a:off x="2117300" y="3388161"/>
            <a:ext cx="750934" cy="750934"/>
          </a:xfrm>
          <a:prstGeom prst="rect">
            <a:avLst/>
          </a:prstGeom>
          <a:noFill/>
          <a:ln>
            <a:noFill/>
          </a:ln>
        </p:spPr>
      </p:pic>
      <p:pic>
        <p:nvPicPr>
          <p:cNvPr id="619" name="Google Shape;619;p75" title="Objects-Flowers-1.png"/>
          <p:cNvPicPr preferRelativeResize="0"/>
          <p:nvPr>
            <p:ph idx="2" type="pic"/>
          </p:nvPr>
        </p:nvPicPr>
        <p:blipFill rotWithShape="1">
          <a:blip r:embed="rId4">
            <a:alphaModFix/>
          </a:blip>
          <a:srcRect b="0" l="0" r="0" t="0"/>
          <a:stretch/>
        </p:blipFill>
        <p:spPr>
          <a:xfrm>
            <a:off x="2117319" y="3388174"/>
            <a:ext cx="750900" cy="750900"/>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9F5"/>
        </a:solidFill>
      </p:bgPr>
    </p:bg>
    <p:spTree>
      <p:nvGrpSpPr>
        <p:cNvPr id="623" name="Shape 623"/>
        <p:cNvGrpSpPr/>
        <p:nvPr/>
      </p:nvGrpSpPr>
      <p:grpSpPr>
        <a:xfrm>
          <a:off x="0" y="0"/>
          <a:ext cx="0" cy="0"/>
          <a:chOff x="0" y="0"/>
          <a:chExt cx="0" cy="0"/>
        </a:xfrm>
      </p:grpSpPr>
      <p:sp>
        <p:nvSpPr>
          <p:cNvPr id="624" name="Google Shape;624;p76"/>
          <p:cNvSpPr txBox="1"/>
          <p:nvPr>
            <p:ph type="title"/>
          </p:nvPr>
        </p:nvSpPr>
        <p:spPr>
          <a:xfrm>
            <a:off x="455775" y="457202"/>
            <a:ext cx="2634300" cy="2777100"/>
          </a:xfrm>
          <a:prstGeom prst="rect">
            <a:avLst/>
          </a:prstGeom>
        </p:spPr>
        <p:txBody>
          <a:bodyPr anchorCtr="0" anchor="t" bIns="45725" lIns="182875" spcFirstLastPara="1" rIns="45725" wrap="square" tIns="137150">
            <a:noAutofit/>
          </a:bodyPr>
          <a:lstStyle/>
          <a:p>
            <a:pPr indent="0" lvl="0" marL="0" rtl="0" algn="l">
              <a:spcBef>
                <a:spcPts val="0"/>
              </a:spcBef>
              <a:spcAft>
                <a:spcPts val="0"/>
              </a:spcAft>
              <a:buNone/>
            </a:pPr>
            <a:r>
              <a:rPr lang="en"/>
              <a:t>Leverage </a:t>
            </a:r>
            <a:r>
              <a:rPr lang="en">
                <a:solidFill>
                  <a:schemeClr val="hlink"/>
                </a:solidFill>
                <a:uFill>
                  <a:noFill/>
                </a:uFill>
                <a:hlinkClick r:id="rId3"/>
              </a:rPr>
              <a:t>Claude.md</a:t>
            </a:r>
            <a:r>
              <a:rPr lang="en"/>
              <a:t> hierarchy</a:t>
            </a:r>
            <a:endParaRPr/>
          </a:p>
          <a:p>
            <a:pPr indent="0" lvl="0" marL="0" rtl="0" algn="l">
              <a:spcBef>
                <a:spcPts val="1300"/>
              </a:spcBef>
              <a:spcAft>
                <a:spcPts val="0"/>
              </a:spcAft>
              <a:buNone/>
            </a:pPr>
            <a:r>
              <a:rPr lang="en" sz="1400">
                <a:latin typeface="Lora"/>
                <a:ea typeface="Lora"/>
                <a:cs typeface="Lora"/>
                <a:sym typeface="Lora"/>
              </a:rPr>
              <a:t>Hierarchical and updatable instruction management across repositories and users</a:t>
            </a:r>
            <a:endParaRPr sz="1400">
              <a:latin typeface="Lora"/>
              <a:ea typeface="Lora"/>
              <a:cs typeface="Lora"/>
              <a:sym typeface="Lora"/>
            </a:endParaRPr>
          </a:p>
          <a:p>
            <a:pPr indent="0" lvl="0" marL="0" rtl="0" algn="l">
              <a:spcBef>
                <a:spcPts val="1300"/>
              </a:spcBef>
              <a:spcAft>
                <a:spcPts val="1300"/>
              </a:spcAft>
              <a:buNone/>
            </a:pPr>
            <a:r>
              <a:t/>
            </a:r>
            <a:endParaRPr sz="1400">
              <a:latin typeface="Lora"/>
              <a:ea typeface="Lora"/>
              <a:cs typeface="Lora"/>
              <a:sym typeface="Lora"/>
            </a:endParaRPr>
          </a:p>
        </p:txBody>
      </p:sp>
      <p:sp>
        <p:nvSpPr>
          <p:cNvPr id="625" name="Google Shape;625;p76"/>
          <p:cNvSpPr txBox="1"/>
          <p:nvPr>
            <p:ph idx="1" type="body"/>
          </p:nvPr>
        </p:nvSpPr>
        <p:spPr>
          <a:xfrm>
            <a:off x="3545838" y="457200"/>
            <a:ext cx="5148000" cy="3887700"/>
          </a:xfrm>
          <a:prstGeom prst="rect">
            <a:avLst/>
          </a:prstGeom>
        </p:spPr>
        <p:txBody>
          <a:bodyPr anchorCtr="0" anchor="t" bIns="0" lIns="0" spcFirstLastPara="1" rIns="0" wrap="square" tIns="0">
            <a:noAutofit/>
          </a:bodyPr>
          <a:lstStyle/>
          <a:p>
            <a:pPr indent="0" lvl="0" marL="0" rtl="0" algn="l">
              <a:spcBef>
                <a:spcPts val="400"/>
              </a:spcBef>
              <a:spcAft>
                <a:spcPts val="0"/>
              </a:spcAft>
              <a:buNone/>
            </a:pPr>
            <a:r>
              <a:rPr lang="en"/>
              <a:t>Leverage Claude.md Hierarchy</a:t>
            </a:r>
            <a:endParaRPr/>
          </a:p>
          <a:p>
            <a:pPr indent="-298450" lvl="0" marL="457200" rtl="0" algn="l">
              <a:spcBef>
                <a:spcPts val="400"/>
              </a:spcBef>
              <a:spcAft>
                <a:spcPts val="0"/>
              </a:spcAft>
              <a:buClr>
                <a:schemeClr val="dk2"/>
              </a:buClr>
              <a:buSzPts val="1100"/>
              <a:buFont typeface="Lora"/>
              <a:buChar char="●"/>
            </a:pPr>
            <a:r>
              <a:rPr lang="en"/>
              <a:t>User-level instructions at </a:t>
            </a:r>
            <a:r>
              <a:rPr lang="en">
                <a:solidFill>
                  <a:schemeClr val="dk2"/>
                </a:solidFill>
              </a:rPr>
              <a:t>~/.claude/settings.json</a:t>
            </a:r>
            <a:endParaRPr>
              <a:solidFill>
                <a:schemeClr val="dk2"/>
              </a:solidFill>
            </a:endParaRPr>
          </a:p>
          <a:p>
            <a:pPr indent="-298450" lvl="0" marL="457200" rtl="0" algn="l">
              <a:spcBef>
                <a:spcPts val="400"/>
              </a:spcBef>
              <a:spcAft>
                <a:spcPts val="0"/>
              </a:spcAft>
              <a:buClr>
                <a:schemeClr val="dk2"/>
              </a:buClr>
              <a:buSzPts val="1100"/>
              <a:buFont typeface="Lora"/>
              <a:buChar char="●"/>
            </a:pPr>
            <a:r>
              <a:rPr lang="en"/>
              <a:t>Repo-level instructions at repo root</a:t>
            </a:r>
            <a:endParaRPr/>
          </a:p>
          <a:p>
            <a:pPr indent="-298450" lvl="0" marL="457200" rtl="0" algn="l">
              <a:spcBef>
                <a:spcPts val="400"/>
              </a:spcBef>
              <a:spcAft>
                <a:spcPts val="0"/>
              </a:spcAft>
              <a:buClr>
                <a:schemeClr val="dk2"/>
              </a:buClr>
              <a:buSzPts val="1100"/>
              <a:buFont typeface="Lora"/>
              <a:buChar char="●"/>
            </a:pPr>
            <a:r>
              <a:rPr lang="en"/>
              <a:t>Sub-repo instructions in specific directories</a:t>
            </a:r>
            <a:endParaRPr/>
          </a:p>
          <a:p>
            <a:pPr indent="0" lvl="0" marL="0" rtl="0" algn="l">
              <a:spcBef>
                <a:spcPts val="400"/>
              </a:spcBef>
              <a:spcAft>
                <a:spcPts val="0"/>
              </a:spcAft>
              <a:buNone/>
            </a:pPr>
            <a:r>
              <a:t/>
            </a:r>
            <a:endParaRPr/>
          </a:p>
          <a:p>
            <a:pPr indent="0" lvl="0" marL="0" rtl="0" algn="l">
              <a:spcBef>
                <a:spcPts val="400"/>
              </a:spcBef>
              <a:spcAft>
                <a:spcPts val="0"/>
              </a:spcAft>
              <a:buNone/>
            </a:pPr>
            <a:r>
              <a:rPr lang="en"/>
              <a:t>Recursive Loading</a:t>
            </a:r>
            <a:endParaRPr/>
          </a:p>
          <a:p>
            <a:pPr indent="-298450" lvl="0" marL="457200" rtl="0" algn="l">
              <a:spcBef>
                <a:spcPts val="400"/>
              </a:spcBef>
              <a:spcAft>
                <a:spcPts val="0"/>
              </a:spcAft>
              <a:buClr>
                <a:schemeClr val="dk2"/>
              </a:buClr>
              <a:buSzPts val="1100"/>
              <a:buFont typeface="Lora"/>
              <a:buChar char="●"/>
            </a:pPr>
            <a:r>
              <a:rPr lang="en"/>
              <a:t>Reads Claude.md from current working directory</a:t>
            </a:r>
            <a:endParaRPr/>
          </a:p>
          <a:p>
            <a:pPr indent="-298450" lvl="0" marL="457200" rtl="0" algn="l">
              <a:spcBef>
                <a:spcPts val="400"/>
              </a:spcBef>
              <a:spcAft>
                <a:spcPts val="0"/>
              </a:spcAft>
              <a:buClr>
                <a:schemeClr val="dk2"/>
              </a:buClr>
              <a:buSzPts val="1100"/>
              <a:buFont typeface="Lora"/>
              <a:buChar char="●"/>
            </a:pPr>
            <a:r>
              <a:rPr lang="en"/>
              <a:t>Recurses up to load other Claude.md files</a:t>
            </a:r>
            <a:endParaRPr/>
          </a:p>
          <a:p>
            <a:pPr indent="-298450" lvl="0" marL="457200" rtl="0" algn="l">
              <a:spcBef>
                <a:spcPts val="400"/>
              </a:spcBef>
              <a:spcAft>
                <a:spcPts val="0"/>
              </a:spcAft>
              <a:buClr>
                <a:schemeClr val="dk2"/>
              </a:buClr>
              <a:buSzPts val="1100"/>
              <a:buFont typeface="Lora"/>
              <a:buChar char="●"/>
            </a:pPr>
            <a:r>
              <a:rPr lang="en"/>
              <a:t>Discovers CLAUDE.md nested in subtrees under your current directory</a:t>
            </a:r>
            <a:endParaRPr/>
          </a:p>
          <a:p>
            <a:pPr indent="-298450" lvl="1" marL="914400" rtl="0" algn="l">
              <a:spcBef>
                <a:spcPts val="400"/>
              </a:spcBef>
              <a:spcAft>
                <a:spcPts val="0"/>
              </a:spcAft>
              <a:buClr>
                <a:srgbClr val="000000"/>
              </a:buClr>
              <a:buSzPts val="1100"/>
              <a:buFont typeface="Lora"/>
              <a:buChar char="○"/>
            </a:pPr>
            <a:r>
              <a:rPr lang="en" sz="1400"/>
              <a:t>only loaded when Claude reads files from subtrees</a:t>
            </a:r>
            <a:endParaRPr sz="1000"/>
          </a:p>
          <a:p>
            <a:pPr indent="0" lvl="0" marL="0" rtl="0" algn="l">
              <a:spcBef>
                <a:spcPts val="400"/>
              </a:spcBef>
              <a:spcAft>
                <a:spcPts val="0"/>
              </a:spcAft>
              <a:buNone/>
            </a:pPr>
            <a:r>
              <a:t/>
            </a:r>
            <a:endParaRPr sz="1300">
              <a:solidFill>
                <a:schemeClr val="dk1"/>
              </a:solidFill>
            </a:endParaRPr>
          </a:p>
          <a:p>
            <a:pPr indent="0" lvl="0" marL="0" rtl="0" algn="l">
              <a:spcBef>
                <a:spcPts val="1000"/>
              </a:spcBef>
              <a:spcAft>
                <a:spcPts val="1000"/>
              </a:spcAft>
              <a:buNone/>
            </a:pPr>
            <a:r>
              <a:t/>
            </a:r>
            <a:endParaRPr sz="1300">
              <a:solidFill>
                <a:schemeClr val="dk1"/>
              </a:solidFill>
            </a:endParaRPr>
          </a:p>
        </p:txBody>
      </p:sp>
      <p:sp>
        <p:nvSpPr>
          <p:cNvPr id="626" name="Google Shape;626;p76"/>
          <p:cNvSpPr txBox="1"/>
          <p:nvPr>
            <p:ph idx="12" type="sldNum"/>
          </p:nvPr>
        </p:nvSpPr>
        <p:spPr>
          <a:xfrm>
            <a:off x="8256725" y="4708927"/>
            <a:ext cx="437100" cy="107400"/>
          </a:xfrm>
          <a:prstGeom prst="rect">
            <a:avLst/>
          </a:prstGeom>
        </p:spPr>
        <p:txBody>
          <a:bodyPr anchorCtr="0" anchor="t" bIns="0" lIns="0" spcFirstLastPara="1" rIns="0" wrap="square" tIns="0">
            <a:noAutofit/>
          </a:bodyPr>
          <a:lstStyle/>
          <a:p>
            <a:pPr indent="0" lvl="0" marL="0" rtl="0" algn="r">
              <a:spcBef>
                <a:spcPts val="0"/>
              </a:spcBef>
              <a:spcAft>
                <a:spcPts val="0"/>
              </a:spcAft>
              <a:buNone/>
            </a:pPr>
            <a:fld id="{00000000-1234-1234-1234-123412341234}" type="slidenum">
              <a:rPr lang="en"/>
              <a:t>‹#›</a:t>
            </a:fld>
            <a:endParaRPr/>
          </a:p>
        </p:txBody>
      </p:sp>
      <p:pic>
        <p:nvPicPr>
          <p:cNvPr id="627" name="Google Shape;627;p76"/>
          <p:cNvPicPr preferRelativeResize="0"/>
          <p:nvPr/>
        </p:nvPicPr>
        <p:blipFill rotWithShape="1">
          <a:blip r:embed="rId4">
            <a:alphaModFix/>
          </a:blip>
          <a:srcRect b="0" l="0" r="0" t="0"/>
          <a:stretch/>
        </p:blipFill>
        <p:spPr>
          <a:xfrm>
            <a:off x="2117300" y="3388161"/>
            <a:ext cx="750934" cy="750934"/>
          </a:xfrm>
          <a:prstGeom prst="rect">
            <a:avLst/>
          </a:prstGeom>
          <a:noFill/>
          <a:ln>
            <a:noFill/>
          </a:ln>
        </p:spPr>
      </p:pic>
      <p:pic>
        <p:nvPicPr>
          <p:cNvPr id="628" name="Google Shape;628;p76" title="Objects-Flowers-1.png"/>
          <p:cNvPicPr preferRelativeResize="0"/>
          <p:nvPr>
            <p:ph idx="2" type="pic"/>
          </p:nvPr>
        </p:nvPicPr>
        <p:blipFill rotWithShape="1">
          <a:blip r:embed="rId4">
            <a:alphaModFix/>
          </a:blip>
          <a:srcRect b="0" l="0" r="0" t="0"/>
          <a:stretch/>
        </p:blipFill>
        <p:spPr>
          <a:xfrm>
            <a:off x="2117319" y="3388174"/>
            <a:ext cx="750900" cy="750900"/>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2" name="Shape 632"/>
        <p:cNvGrpSpPr/>
        <p:nvPr/>
      </p:nvGrpSpPr>
      <p:grpSpPr>
        <a:xfrm>
          <a:off x="0" y="0"/>
          <a:ext cx="0" cy="0"/>
          <a:chOff x="0" y="0"/>
          <a:chExt cx="0" cy="0"/>
        </a:xfrm>
      </p:grpSpPr>
      <p:sp>
        <p:nvSpPr>
          <p:cNvPr id="633" name="Google Shape;633;p77"/>
          <p:cNvSpPr txBox="1"/>
          <p:nvPr>
            <p:ph type="title"/>
          </p:nvPr>
        </p:nvSpPr>
        <p:spPr>
          <a:xfrm>
            <a:off x="455775" y="457202"/>
            <a:ext cx="6831900" cy="4701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uFill>
                  <a:noFill/>
                </a:uFill>
                <a:hlinkClick r:id="rId3"/>
              </a:rPr>
              <a:t>CLAUDE.md</a:t>
            </a:r>
            <a:r>
              <a:rPr lang="en"/>
              <a:t>: Monorepo Example</a:t>
            </a:r>
            <a:endParaRPr/>
          </a:p>
        </p:txBody>
      </p:sp>
      <p:sp>
        <p:nvSpPr>
          <p:cNvPr id="634" name="Google Shape;634;p77"/>
          <p:cNvSpPr txBox="1"/>
          <p:nvPr>
            <p:ph idx="12" type="sldNum"/>
          </p:nvPr>
        </p:nvSpPr>
        <p:spPr>
          <a:xfrm>
            <a:off x="8256725" y="4708927"/>
            <a:ext cx="437100" cy="107400"/>
          </a:xfrm>
          <a:prstGeom prst="rect">
            <a:avLst/>
          </a:prstGeom>
        </p:spPr>
        <p:txBody>
          <a:bodyPr anchorCtr="0" anchor="t" bIns="0" lIns="0" spcFirstLastPara="1" rIns="0" wrap="square" tIns="0">
            <a:noAutofit/>
          </a:bodyPr>
          <a:lstStyle/>
          <a:p>
            <a:pPr indent="0" lvl="0" marL="0" rtl="0" algn="r">
              <a:spcBef>
                <a:spcPts val="0"/>
              </a:spcBef>
              <a:spcAft>
                <a:spcPts val="0"/>
              </a:spcAft>
              <a:buNone/>
            </a:pPr>
            <a:fld id="{00000000-1234-1234-1234-123412341234}" type="slidenum">
              <a:rPr lang="en"/>
              <a:t>‹#›</a:t>
            </a:fld>
            <a:endParaRPr/>
          </a:p>
        </p:txBody>
      </p:sp>
      <p:pic>
        <p:nvPicPr>
          <p:cNvPr id="635" name="Google Shape;635;p77" title="CleanShot 2025-05-05 at 21.00.42@2x.png"/>
          <p:cNvPicPr preferRelativeResize="0"/>
          <p:nvPr/>
        </p:nvPicPr>
        <p:blipFill>
          <a:blip r:embed="rId4">
            <a:alphaModFix/>
          </a:blip>
          <a:stretch>
            <a:fillRect/>
          </a:stretch>
        </p:blipFill>
        <p:spPr>
          <a:xfrm>
            <a:off x="1690748" y="1057325"/>
            <a:ext cx="5462100" cy="3651600"/>
          </a:xfrm>
          <a:prstGeom prst="roundRect">
            <a:avLst>
              <a:gd fmla="val 16667" name="adj"/>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1"/>
        </a:solidFill>
      </p:bgPr>
    </p:bg>
    <p:spTree>
      <p:nvGrpSpPr>
        <p:cNvPr id="639" name="Shape 639"/>
        <p:cNvGrpSpPr/>
        <p:nvPr/>
      </p:nvGrpSpPr>
      <p:grpSpPr>
        <a:xfrm>
          <a:off x="0" y="0"/>
          <a:ext cx="0" cy="0"/>
          <a:chOff x="0" y="0"/>
          <a:chExt cx="0" cy="0"/>
        </a:xfrm>
      </p:grpSpPr>
      <p:sp>
        <p:nvSpPr>
          <p:cNvPr id="640" name="Google Shape;640;p78"/>
          <p:cNvSpPr txBox="1"/>
          <p:nvPr>
            <p:ph type="ctrTitle"/>
          </p:nvPr>
        </p:nvSpPr>
        <p:spPr>
          <a:xfrm>
            <a:off x="455775" y="1554700"/>
            <a:ext cx="5101500" cy="16542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Let’s Build</a:t>
            </a:r>
            <a:endParaRPr/>
          </a:p>
        </p:txBody>
      </p:sp>
      <p:sp>
        <p:nvSpPr>
          <p:cNvPr id="641" name="Google Shape;641;p78"/>
          <p:cNvSpPr txBox="1"/>
          <p:nvPr>
            <p:ph idx="12" type="sldNum"/>
          </p:nvPr>
        </p:nvSpPr>
        <p:spPr>
          <a:xfrm>
            <a:off x="8256725" y="4708927"/>
            <a:ext cx="437100" cy="107400"/>
          </a:xfrm>
          <a:prstGeom prst="rect">
            <a:avLst/>
          </a:prstGeom>
        </p:spPr>
        <p:txBody>
          <a:bodyPr anchorCtr="0" anchor="t" bIns="0" lIns="0" spcFirstLastPara="1" rIns="0" wrap="square" tIns="0">
            <a:noAutofit/>
          </a:bodyPr>
          <a:lstStyle/>
          <a:p>
            <a:pPr indent="0" lvl="0" marL="0" rtl="0" algn="r">
              <a:spcBef>
                <a:spcPts val="0"/>
              </a:spcBef>
              <a:spcAft>
                <a:spcPts val="0"/>
              </a:spcAft>
              <a:buNone/>
            </a:pPr>
            <a:fld id="{00000000-1234-1234-1234-123412341234}" type="slidenum">
              <a:rPr lang="en" sz="800">
                <a:solidFill>
                  <a:schemeClr val="dk1"/>
                </a:solidFill>
              </a:rPr>
              <a:t>‹#›</a:t>
            </a:fld>
            <a:endParaRPr sz="800">
              <a:solidFill>
                <a:schemeClr val="dk1"/>
              </a:solidFill>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5" name="Shape 645"/>
        <p:cNvGrpSpPr/>
        <p:nvPr/>
      </p:nvGrpSpPr>
      <p:grpSpPr>
        <a:xfrm>
          <a:off x="0" y="0"/>
          <a:ext cx="0" cy="0"/>
          <a:chOff x="0" y="0"/>
          <a:chExt cx="0" cy="0"/>
        </a:xfrm>
      </p:grpSpPr>
      <p:sp>
        <p:nvSpPr>
          <p:cNvPr id="646" name="Google Shape;646;p79"/>
          <p:cNvSpPr txBox="1"/>
          <p:nvPr>
            <p:ph type="title"/>
          </p:nvPr>
        </p:nvSpPr>
        <p:spPr>
          <a:xfrm>
            <a:off x="455775" y="457200"/>
            <a:ext cx="2430000" cy="3887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Campus events CLI tool</a:t>
            </a:r>
            <a:endParaRPr/>
          </a:p>
        </p:txBody>
      </p:sp>
      <p:sp>
        <p:nvSpPr>
          <p:cNvPr id="647" name="Google Shape;647;p79"/>
          <p:cNvSpPr txBox="1"/>
          <p:nvPr>
            <p:ph idx="1" type="body"/>
          </p:nvPr>
        </p:nvSpPr>
        <p:spPr>
          <a:xfrm>
            <a:off x="3254975" y="457206"/>
            <a:ext cx="5439000" cy="38877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0"/>
              </a:spcAft>
              <a:buNone/>
            </a:pPr>
            <a:r>
              <a:rPr lang="en"/>
              <a:t>Build a command-line tool that manages campus events. The tool should:</a:t>
            </a:r>
            <a:endParaRPr/>
          </a:p>
          <a:p>
            <a:pPr indent="0" lvl="0" marL="0" rtl="0" algn="l">
              <a:lnSpc>
                <a:spcPct val="100000"/>
              </a:lnSpc>
              <a:spcBef>
                <a:spcPts val="0"/>
              </a:spcBef>
              <a:spcAft>
                <a:spcPts val="0"/>
              </a:spcAft>
              <a:buNone/>
            </a:pPr>
            <a:r>
              <a:t/>
            </a:r>
            <a:endParaRPr/>
          </a:p>
          <a:p>
            <a:pPr indent="-228600" lvl="0" marL="279400" marR="0" rtl="0" algn="l">
              <a:lnSpc>
                <a:spcPct val="115000"/>
              </a:lnSpc>
              <a:spcBef>
                <a:spcPts val="0"/>
              </a:spcBef>
              <a:spcAft>
                <a:spcPts val="0"/>
              </a:spcAft>
              <a:buSzPts val="1400"/>
              <a:buChar char="●"/>
            </a:pPr>
            <a:r>
              <a:rPr lang="en"/>
              <a:t>Add new events with name, date, location, and description</a:t>
            </a:r>
            <a:endParaRPr/>
          </a:p>
          <a:p>
            <a:pPr indent="-228600" lvl="0" marL="279400" marR="0" rtl="0" algn="l">
              <a:lnSpc>
                <a:spcPct val="115000"/>
              </a:lnSpc>
              <a:spcBef>
                <a:spcPts val="1000"/>
              </a:spcBef>
              <a:spcAft>
                <a:spcPts val="0"/>
              </a:spcAft>
              <a:buSzPts val="1400"/>
              <a:buChar char="●"/>
            </a:pPr>
            <a:r>
              <a:rPr lang="en"/>
              <a:t>List all upcoming events sorted by date</a:t>
            </a:r>
            <a:endParaRPr/>
          </a:p>
          <a:p>
            <a:pPr indent="-228600" lvl="0" marL="279400" marR="0" rtl="0" algn="l">
              <a:lnSpc>
                <a:spcPct val="115000"/>
              </a:lnSpc>
              <a:spcBef>
                <a:spcPts val="1000"/>
              </a:spcBef>
              <a:spcAft>
                <a:spcPts val="0"/>
              </a:spcAft>
              <a:buSzPts val="1400"/>
              <a:buChar char="●"/>
            </a:pPr>
            <a:r>
              <a:rPr lang="en"/>
              <a:t>Delete events by name</a:t>
            </a:r>
            <a:endParaRPr/>
          </a:p>
          <a:p>
            <a:pPr indent="-228600" lvl="0" marL="279400" marR="0" rtl="0" algn="l">
              <a:lnSpc>
                <a:spcPct val="115000"/>
              </a:lnSpc>
              <a:spcBef>
                <a:spcPts val="1000"/>
              </a:spcBef>
              <a:spcAft>
                <a:spcPts val="0"/>
              </a:spcAft>
              <a:buSzPts val="1400"/>
              <a:buChar char="●"/>
            </a:pPr>
            <a:r>
              <a:rPr lang="en"/>
              <a:t>Save events to a JSON file for persistence</a:t>
            </a:r>
            <a:endParaRPr/>
          </a:p>
          <a:p>
            <a:pPr indent="-228600" lvl="0" marL="279400" marR="0" rtl="0" algn="l">
              <a:lnSpc>
                <a:spcPct val="115000"/>
              </a:lnSpc>
              <a:spcBef>
                <a:spcPts val="1000"/>
              </a:spcBef>
              <a:spcAft>
                <a:spcPts val="0"/>
              </a:spcAft>
              <a:buSzPts val="1400"/>
              <a:buChar char="●"/>
            </a:pPr>
            <a:r>
              <a:rPr lang="en"/>
              <a:t>Include a help command showing all available commands</a:t>
            </a:r>
            <a:endParaRPr/>
          </a:p>
          <a:p>
            <a:pPr indent="0" lvl="0" marL="0" rtl="0" algn="l">
              <a:lnSpc>
                <a:spcPct val="100000"/>
              </a:lnSpc>
              <a:spcBef>
                <a:spcPts val="1000"/>
              </a:spcBef>
              <a:spcAft>
                <a:spcPts val="0"/>
              </a:spcAft>
              <a:buNone/>
            </a:pPr>
            <a:r>
              <a:t/>
            </a:r>
            <a:endParaRPr/>
          </a:p>
          <a:p>
            <a:pPr indent="0" lvl="0" marL="0" rtl="0" algn="l">
              <a:lnSpc>
                <a:spcPct val="100000"/>
              </a:lnSpc>
              <a:spcBef>
                <a:spcPts val="0"/>
              </a:spcBef>
              <a:spcAft>
                <a:spcPts val="0"/>
              </a:spcAft>
              <a:buNone/>
            </a:pPr>
            <a:r>
              <a:rPr lang="en"/>
              <a:t>Use Node.js and include tests for at least 2 main functions.</a:t>
            </a:r>
            <a:endParaRPr/>
          </a:p>
          <a:p>
            <a:pPr indent="0" lvl="0" marL="0" rtl="0" algn="l">
              <a:spcBef>
                <a:spcPts val="0"/>
              </a:spcBef>
              <a:spcAft>
                <a:spcPts val="0"/>
              </a:spcAft>
              <a:buNone/>
            </a:pPr>
            <a:r>
              <a:t/>
            </a:r>
            <a:endParaRPr>
              <a:solidFill>
                <a:schemeClr val="dk1"/>
              </a:solidFill>
            </a:endParaRPr>
          </a:p>
          <a:p>
            <a:pPr indent="0" lvl="0" marL="0" rtl="0" algn="l">
              <a:spcBef>
                <a:spcPts val="1000"/>
              </a:spcBef>
              <a:spcAft>
                <a:spcPts val="1000"/>
              </a:spcAft>
              <a:buNone/>
            </a:pPr>
            <a:r>
              <a:t/>
            </a:r>
            <a:endParaRPr/>
          </a:p>
        </p:txBody>
      </p:sp>
      <p:sp>
        <p:nvSpPr>
          <p:cNvPr id="648" name="Google Shape;648;p79"/>
          <p:cNvSpPr txBox="1"/>
          <p:nvPr>
            <p:ph idx="12" type="sldNum"/>
          </p:nvPr>
        </p:nvSpPr>
        <p:spPr>
          <a:xfrm>
            <a:off x="8256725" y="4708927"/>
            <a:ext cx="437100" cy="107400"/>
          </a:xfrm>
          <a:prstGeom prst="rect">
            <a:avLst/>
          </a:prstGeom>
        </p:spPr>
        <p:txBody>
          <a:bodyPr anchorCtr="0" anchor="t" bIns="0" lIns="0" spcFirstLastPara="1" rIns="0" wrap="square" tIns="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9F5"/>
        </a:solidFill>
      </p:bgPr>
    </p:bg>
    <p:spTree>
      <p:nvGrpSpPr>
        <p:cNvPr id="652" name="Shape 652"/>
        <p:cNvGrpSpPr/>
        <p:nvPr/>
      </p:nvGrpSpPr>
      <p:grpSpPr>
        <a:xfrm>
          <a:off x="0" y="0"/>
          <a:ext cx="0" cy="0"/>
          <a:chOff x="0" y="0"/>
          <a:chExt cx="0" cy="0"/>
        </a:xfrm>
      </p:grpSpPr>
      <p:sp>
        <p:nvSpPr>
          <p:cNvPr id="653" name="Google Shape;653;p80"/>
          <p:cNvSpPr txBox="1"/>
          <p:nvPr>
            <p:ph type="title"/>
          </p:nvPr>
        </p:nvSpPr>
        <p:spPr>
          <a:xfrm>
            <a:off x="455775" y="457206"/>
            <a:ext cx="2634300" cy="3887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GitHub profile README generator</a:t>
            </a:r>
            <a:endParaRPr/>
          </a:p>
        </p:txBody>
      </p:sp>
      <p:sp>
        <p:nvSpPr>
          <p:cNvPr id="654" name="Google Shape;654;p80"/>
          <p:cNvSpPr txBox="1"/>
          <p:nvPr>
            <p:ph idx="1" type="body"/>
          </p:nvPr>
        </p:nvSpPr>
        <p:spPr>
          <a:xfrm>
            <a:off x="3254975" y="457206"/>
            <a:ext cx="5439000" cy="38877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0"/>
              </a:spcAft>
              <a:buNone/>
            </a:pPr>
            <a:r>
              <a:rPr lang="en"/>
              <a:t>Create a Python script that generates an awesome GitHub profile README. The script should: </a:t>
            </a:r>
            <a:endParaRPr/>
          </a:p>
          <a:p>
            <a:pPr indent="0" lvl="0" marL="0" rtl="0" algn="l">
              <a:lnSpc>
                <a:spcPct val="100000"/>
              </a:lnSpc>
              <a:spcBef>
                <a:spcPts val="0"/>
              </a:spcBef>
              <a:spcAft>
                <a:spcPts val="0"/>
              </a:spcAft>
              <a:buNone/>
            </a:pPr>
            <a:r>
              <a:t/>
            </a:r>
            <a:endParaRPr/>
          </a:p>
          <a:p>
            <a:pPr indent="-228600" lvl="0" marL="279400" marR="0" rtl="0" algn="l">
              <a:lnSpc>
                <a:spcPct val="115000"/>
              </a:lnSpc>
              <a:spcBef>
                <a:spcPts val="0"/>
              </a:spcBef>
              <a:spcAft>
                <a:spcPts val="0"/>
              </a:spcAft>
              <a:buClr>
                <a:srgbClr val="B0AEA5"/>
              </a:buClr>
              <a:buSzPts val="1400"/>
              <a:buChar char="●"/>
            </a:pPr>
            <a:r>
              <a:rPr lang="en"/>
              <a:t>Prompt user for their name, major, graduation year, and top 3 skills </a:t>
            </a:r>
            <a:endParaRPr/>
          </a:p>
          <a:p>
            <a:pPr indent="-228600" lvl="0" marL="279400" marR="0" rtl="0" algn="l">
              <a:lnSpc>
                <a:spcPct val="115000"/>
              </a:lnSpc>
              <a:spcBef>
                <a:spcPts val="1000"/>
              </a:spcBef>
              <a:spcAft>
                <a:spcPts val="0"/>
              </a:spcAft>
              <a:buClr>
                <a:srgbClr val="B0AEA5"/>
              </a:buClr>
              <a:buSzPts val="1400"/>
              <a:buChar char="●"/>
            </a:pPr>
            <a:r>
              <a:rPr lang="en"/>
              <a:t>Ask for 2-3 current projects they're working on </a:t>
            </a:r>
            <a:endParaRPr/>
          </a:p>
          <a:p>
            <a:pPr indent="-228600" lvl="0" marL="279400" marR="0" rtl="0" algn="l">
              <a:lnSpc>
                <a:spcPct val="115000"/>
              </a:lnSpc>
              <a:spcBef>
                <a:spcPts val="1000"/>
              </a:spcBef>
              <a:spcAft>
                <a:spcPts val="0"/>
              </a:spcAft>
              <a:buClr>
                <a:srgbClr val="B0AEA5"/>
              </a:buClr>
              <a:buSzPts val="1400"/>
              <a:buChar char="●"/>
            </a:pPr>
            <a:r>
              <a:rPr lang="en"/>
              <a:t>Generate a markdown file with sections: About Me, Skills (with badges), Current Projects, and How to Reach Me </a:t>
            </a:r>
            <a:endParaRPr/>
          </a:p>
          <a:p>
            <a:pPr indent="-228600" lvl="0" marL="279400" marR="0" rtl="0" algn="l">
              <a:lnSpc>
                <a:spcPct val="115000"/>
              </a:lnSpc>
              <a:spcBef>
                <a:spcPts val="1000"/>
              </a:spcBef>
              <a:spcAft>
                <a:spcPts val="0"/>
              </a:spcAft>
              <a:buClr>
                <a:srgbClr val="B0AEA5"/>
              </a:buClr>
              <a:buSzPts val="1400"/>
              <a:buChar char="●"/>
            </a:pPr>
            <a:r>
              <a:rPr lang="en"/>
              <a:t>Include GitHub stats badges using shields.io </a:t>
            </a:r>
            <a:endParaRPr/>
          </a:p>
          <a:p>
            <a:pPr indent="-228600" lvl="0" marL="279400" marR="0" rtl="0" algn="l">
              <a:lnSpc>
                <a:spcPct val="115000"/>
              </a:lnSpc>
              <a:spcBef>
                <a:spcPts val="1000"/>
              </a:spcBef>
              <a:spcAft>
                <a:spcPts val="1000"/>
              </a:spcAft>
              <a:buClr>
                <a:srgbClr val="B0AEA5"/>
              </a:buClr>
              <a:buSzPts val="1400"/>
              <a:buChar char="●"/>
            </a:pPr>
            <a:r>
              <a:rPr lang="en"/>
              <a:t>Create fun, personalized content using the student's info Output the README.md file ready to use.</a:t>
            </a:r>
            <a:endParaRPr/>
          </a:p>
        </p:txBody>
      </p:sp>
      <p:sp>
        <p:nvSpPr>
          <p:cNvPr id="655" name="Google Shape;655;p80"/>
          <p:cNvSpPr txBox="1"/>
          <p:nvPr>
            <p:ph idx="12" type="sldNum"/>
          </p:nvPr>
        </p:nvSpPr>
        <p:spPr>
          <a:xfrm>
            <a:off x="8256725" y="4708927"/>
            <a:ext cx="437100" cy="107400"/>
          </a:xfrm>
          <a:prstGeom prst="rect">
            <a:avLst/>
          </a:prstGeom>
        </p:spPr>
        <p:txBody>
          <a:bodyPr anchorCtr="0" anchor="t" bIns="0" lIns="0" spcFirstLastPara="1" rIns="0" wrap="square" tIns="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9F5"/>
        </a:solidFill>
      </p:bgPr>
    </p:bg>
    <p:spTree>
      <p:nvGrpSpPr>
        <p:cNvPr id="659" name="Shape 659"/>
        <p:cNvGrpSpPr/>
        <p:nvPr/>
      </p:nvGrpSpPr>
      <p:grpSpPr>
        <a:xfrm>
          <a:off x="0" y="0"/>
          <a:ext cx="0" cy="0"/>
          <a:chOff x="0" y="0"/>
          <a:chExt cx="0" cy="0"/>
        </a:xfrm>
      </p:grpSpPr>
      <p:sp>
        <p:nvSpPr>
          <p:cNvPr id="660" name="Google Shape;660;p81"/>
          <p:cNvSpPr txBox="1"/>
          <p:nvPr>
            <p:ph type="title"/>
          </p:nvPr>
        </p:nvSpPr>
        <p:spPr>
          <a:xfrm>
            <a:off x="455775" y="457206"/>
            <a:ext cx="2634300" cy="3887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Course grade calculator API</a:t>
            </a:r>
            <a:endParaRPr/>
          </a:p>
        </p:txBody>
      </p:sp>
      <p:sp>
        <p:nvSpPr>
          <p:cNvPr id="661" name="Google Shape;661;p81"/>
          <p:cNvSpPr txBox="1"/>
          <p:nvPr>
            <p:ph idx="1" type="body"/>
          </p:nvPr>
        </p:nvSpPr>
        <p:spPr>
          <a:xfrm>
            <a:off x="3254975" y="457206"/>
            <a:ext cx="5439000" cy="38877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0"/>
              </a:spcAft>
              <a:buNone/>
            </a:pPr>
            <a:r>
              <a:rPr lang="en"/>
              <a:t>Build a REST API that calculates final course grades. Create endpoints to:</a:t>
            </a:r>
            <a:endParaRPr/>
          </a:p>
          <a:p>
            <a:pPr indent="-228600" lvl="0" marL="279400" marR="0" rtl="0" algn="l">
              <a:lnSpc>
                <a:spcPct val="115000"/>
              </a:lnSpc>
              <a:spcBef>
                <a:spcPts val="1000"/>
              </a:spcBef>
              <a:spcAft>
                <a:spcPts val="0"/>
              </a:spcAft>
              <a:buClr>
                <a:srgbClr val="B0AEA5"/>
              </a:buClr>
              <a:buSzPts val="1400"/>
              <a:buChar char="●"/>
            </a:pPr>
            <a:r>
              <a:rPr lang="en"/>
              <a:t>POST /courses - Add a new course with grading breakdown (e.g., homework 30%, midterm 30%, final 40%)</a:t>
            </a:r>
            <a:endParaRPr/>
          </a:p>
          <a:p>
            <a:pPr indent="-228600" lvl="0" marL="279400" marR="0" rtl="0" algn="l">
              <a:lnSpc>
                <a:spcPct val="115000"/>
              </a:lnSpc>
              <a:spcBef>
                <a:spcPts val="1000"/>
              </a:spcBef>
              <a:spcAft>
                <a:spcPts val="0"/>
              </a:spcAft>
              <a:buClr>
                <a:srgbClr val="B0AEA5"/>
              </a:buClr>
              <a:buSzPts val="1400"/>
              <a:buChar char="●"/>
            </a:pPr>
            <a:r>
              <a:rPr lang="en"/>
              <a:t>POST /courses/:id/grades - Submit scores for each component</a:t>
            </a:r>
            <a:endParaRPr/>
          </a:p>
          <a:p>
            <a:pPr indent="-228600" lvl="0" marL="279400" marR="0" rtl="0" algn="l">
              <a:lnSpc>
                <a:spcPct val="115000"/>
              </a:lnSpc>
              <a:spcBef>
                <a:spcPts val="1000"/>
              </a:spcBef>
              <a:spcAft>
                <a:spcPts val="0"/>
              </a:spcAft>
              <a:buClr>
                <a:srgbClr val="B0AEA5"/>
              </a:buClr>
              <a:buSzPts val="1400"/>
              <a:buChar char="●"/>
            </a:pPr>
            <a:r>
              <a:rPr lang="en"/>
              <a:t>GET /courses/:id/grade - Calculate and return the final grade with letter grade</a:t>
            </a:r>
            <a:endParaRPr/>
          </a:p>
          <a:p>
            <a:pPr indent="-228600" lvl="0" marL="279400" marR="0" rtl="0" algn="l">
              <a:lnSpc>
                <a:spcPct val="115000"/>
              </a:lnSpc>
              <a:spcBef>
                <a:spcPts val="1000"/>
              </a:spcBef>
              <a:spcAft>
                <a:spcPts val="0"/>
              </a:spcAft>
              <a:buClr>
                <a:srgbClr val="B0AEA5"/>
              </a:buClr>
              <a:buSzPts val="1400"/>
              <a:buChar char="●"/>
            </a:pPr>
            <a:r>
              <a:rPr lang="en"/>
              <a:t>GET /courses - List all courses with their current grades</a:t>
            </a:r>
            <a:endParaRPr/>
          </a:p>
          <a:p>
            <a:pPr indent="0" lvl="0" marL="0" marR="0" rtl="0" algn="l">
              <a:lnSpc>
                <a:spcPct val="115000"/>
              </a:lnSpc>
              <a:spcBef>
                <a:spcPts val="1000"/>
              </a:spcBef>
              <a:spcAft>
                <a:spcPts val="0"/>
              </a:spcAft>
              <a:buNone/>
            </a:pPr>
            <a:r>
              <a:rPr lang="en"/>
              <a:t>Use Express.js, include input validation, and write tests for the grade calculation logic.</a:t>
            </a:r>
            <a:endParaRPr/>
          </a:p>
          <a:p>
            <a:pPr indent="0" lvl="0" marL="0" marR="0" rtl="0" algn="l">
              <a:lnSpc>
                <a:spcPct val="115000"/>
              </a:lnSpc>
              <a:spcBef>
                <a:spcPts val="1000"/>
              </a:spcBef>
              <a:spcAft>
                <a:spcPts val="1000"/>
              </a:spcAft>
              <a:buNone/>
            </a:pPr>
            <a:r>
              <a:rPr lang="en"/>
              <a:t>Add a simple README explaining the API endpoints.</a:t>
            </a:r>
            <a:endParaRPr/>
          </a:p>
        </p:txBody>
      </p:sp>
      <p:sp>
        <p:nvSpPr>
          <p:cNvPr id="662" name="Google Shape;662;p81"/>
          <p:cNvSpPr txBox="1"/>
          <p:nvPr>
            <p:ph idx="12" type="sldNum"/>
          </p:nvPr>
        </p:nvSpPr>
        <p:spPr>
          <a:xfrm>
            <a:off x="8256725" y="4708927"/>
            <a:ext cx="437100" cy="107400"/>
          </a:xfrm>
          <a:prstGeom prst="rect">
            <a:avLst/>
          </a:prstGeom>
        </p:spPr>
        <p:txBody>
          <a:bodyPr anchorCtr="0" anchor="t" bIns="0" lIns="0" spcFirstLastPara="1" rIns="0" wrap="square" tIns="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9F5"/>
        </a:solidFill>
      </p:bgPr>
    </p:bg>
    <p:spTree>
      <p:nvGrpSpPr>
        <p:cNvPr id="666" name="Shape 666"/>
        <p:cNvGrpSpPr/>
        <p:nvPr/>
      </p:nvGrpSpPr>
      <p:grpSpPr>
        <a:xfrm>
          <a:off x="0" y="0"/>
          <a:ext cx="0" cy="0"/>
          <a:chOff x="0" y="0"/>
          <a:chExt cx="0" cy="0"/>
        </a:xfrm>
      </p:grpSpPr>
      <p:sp>
        <p:nvSpPr>
          <p:cNvPr id="667" name="Google Shape;667;p82"/>
          <p:cNvSpPr txBox="1"/>
          <p:nvPr>
            <p:ph type="title"/>
          </p:nvPr>
        </p:nvSpPr>
        <p:spPr>
          <a:xfrm>
            <a:off x="455775" y="457206"/>
            <a:ext cx="2634300" cy="3887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Code snippet library</a:t>
            </a:r>
            <a:endParaRPr/>
          </a:p>
        </p:txBody>
      </p:sp>
      <p:sp>
        <p:nvSpPr>
          <p:cNvPr id="668" name="Google Shape;668;p82"/>
          <p:cNvSpPr txBox="1"/>
          <p:nvPr>
            <p:ph idx="1" type="body"/>
          </p:nvPr>
        </p:nvSpPr>
        <p:spPr>
          <a:xfrm>
            <a:off x="3254975" y="457206"/>
            <a:ext cx="5439000" cy="38877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0"/>
              </a:spcAft>
              <a:buNone/>
            </a:pPr>
            <a:r>
              <a:rPr lang="en"/>
              <a:t>Create a terminal-based code snippet manager that helps students save useful code snippets.</a:t>
            </a:r>
            <a:endParaRPr/>
          </a:p>
          <a:p>
            <a:pPr indent="0" lvl="0" marL="0" rtl="0" algn="l">
              <a:lnSpc>
                <a:spcPct val="100000"/>
              </a:lnSpc>
              <a:spcBef>
                <a:spcPts val="0"/>
              </a:spcBef>
              <a:spcAft>
                <a:spcPts val="0"/>
              </a:spcAft>
              <a:buNone/>
            </a:pPr>
            <a:r>
              <a:rPr lang="en"/>
              <a:t>Features:</a:t>
            </a:r>
            <a:endParaRPr sz="1000">
              <a:solidFill>
                <a:srgbClr val="000000"/>
              </a:solidFill>
              <a:latin typeface="IBM Plex Mono"/>
              <a:ea typeface="IBM Plex Mono"/>
              <a:cs typeface="IBM Plex Mono"/>
              <a:sym typeface="IBM Plex Mono"/>
            </a:endParaRPr>
          </a:p>
          <a:p>
            <a:pPr indent="-228600" lvl="0" marL="279400" marR="0" rtl="0" algn="l">
              <a:lnSpc>
                <a:spcPct val="115000"/>
              </a:lnSpc>
              <a:spcBef>
                <a:spcPts val="0"/>
              </a:spcBef>
              <a:spcAft>
                <a:spcPts val="0"/>
              </a:spcAft>
              <a:buClr>
                <a:srgbClr val="B0AEA5"/>
              </a:buClr>
              <a:buSzPts val="1400"/>
              <a:buChar char="●"/>
            </a:pPr>
            <a:r>
              <a:rPr lang="en"/>
              <a:t>Add snippets with title, programming language, code, and tags</a:t>
            </a:r>
            <a:endParaRPr/>
          </a:p>
          <a:p>
            <a:pPr indent="-228600" lvl="0" marL="279400" marR="0" rtl="0" algn="l">
              <a:lnSpc>
                <a:spcPct val="115000"/>
              </a:lnSpc>
              <a:spcBef>
                <a:spcPts val="1000"/>
              </a:spcBef>
              <a:spcAft>
                <a:spcPts val="0"/>
              </a:spcAft>
              <a:buClr>
                <a:srgbClr val="B0AEA5"/>
              </a:buClr>
              <a:buSzPts val="1400"/>
              <a:buChar char="●"/>
            </a:pPr>
            <a:r>
              <a:rPr lang="en"/>
              <a:t>Search snippets by keyword or tag</a:t>
            </a:r>
            <a:endParaRPr/>
          </a:p>
          <a:p>
            <a:pPr indent="-228600" lvl="0" marL="279400" marR="0" rtl="0" algn="l">
              <a:lnSpc>
                <a:spcPct val="115000"/>
              </a:lnSpc>
              <a:spcBef>
                <a:spcPts val="1000"/>
              </a:spcBef>
              <a:spcAft>
                <a:spcPts val="0"/>
              </a:spcAft>
              <a:buClr>
                <a:srgbClr val="B0AEA5"/>
              </a:buClr>
              <a:buSzPts val="1400"/>
              <a:buChar char="●"/>
            </a:pPr>
            <a:r>
              <a:rPr lang="en"/>
              <a:t>List all snippets grouped by language</a:t>
            </a:r>
            <a:endParaRPr/>
          </a:p>
          <a:p>
            <a:pPr indent="-228600" lvl="0" marL="279400" marR="0" rtl="0" algn="l">
              <a:lnSpc>
                <a:spcPct val="115000"/>
              </a:lnSpc>
              <a:spcBef>
                <a:spcPts val="1000"/>
              </a:spcBef>
              <a:spcAft>
                <a:spcPts val="0"/>
              </a:spcAft>
              <a:buClr>
                <a:srgbClr val="B0AEA5"/>
              </a:buClr>
              <a:buSzPts val="1400"/>
              <a:buChar char="●"/>
            </a:pPr>
            <a:r>
              <a:rPr lang="en"/>
              <a:t>Display a snippet with syntax highlighting in the terminal</a:t>
            </a:r>
            <a:endParaRPr/>
          </a:p>
          <a:p>
            <a:pPr indent="-228600" lvl="0" marL="279400" marR="0" rtl="0" algn="l">
              <a:lnSpc>
                <a:spcPct val="115000"/>
              </a:lnSpc>
              <a:spcBef>
                <a:spcPts val="1000"/>
              </a:spcBef>
              <a:spcAft>
                <a:spcPts val="0"/>
              </a:spcAft>
              <a:buClr>
                <a:srgbClr val="B0AEA5"/>
              </a:buClr>
              <a:buSzPts val="1400"/>
              <a:buChar char="●"/>
            </a:pPr>
            <a:r>
              <a:rPr lang="en"/>
              <a:t>Export all snippets to a markdown file organized by language</a:t>
            </a:r>
            <a:endParaRPr/>
          </a:p>
          <a:p>
            <a:pPr indent="0" lvl="0" marL="0" marR="0" rtl="0" algn="l">
              <a:lnSpc>
                <a:spcPct val="115000"/>
              </a:lnSpc>
              <a:spcBef>
                <a:spcPts val="1000"/>
              </a:spcBef>
              <a:spcAft>
                <a:spcPts val="0"/>
              </a:spcAft>
              <a:buNone/>
            </a:pPr>
            <a:r>
              <a:rPr lang="en"/>
              <a:t>Store snippets in a local JSON database. Use Node.js and include colorful terminal output.</a:t>
            </a:r>
            <a:endParaRPr sz="1000">
              <a:solidFill>
                <a:srgbClr val="000000"/>
              </a:solidFill>
              <a:latin typeface="IBM Plex Mono"/>
              <a:ea typeface="IBM Plex Mono"/>
              <a:cs typeface="IBM Plex Mono"/>
              <a:sym typeface="IBM Plex Mono"/>
            </a:endParaRPr>
          </a:p>
          <a:p>
            <a:pPr indent="0" lvl="0" marL="0" rtl="0" algn="l">
              <a:lnSpc>
                <a:spcPct val="100000"/>
              </a:lnSpc>
              <a:spcBef>
                <a:spcPts val="1000"/>
              </a:spcBef>
              <a:spcAft>
                <a:spcPts val="0"/>
              </a:spcAft>
              <a:buNone/>
            </a:pPr>
            <a:r>
              <a:t/>
            </a:r>
            <a:endParaRPr sz="1000">
              <a:solidFill>
                <a:srgbClr val="000000"/>
              </a:solidFill>
              <a:latin typeface="IBM Plex Mono"/>
              <a:ea typeface="IBM Plex Mono"/>
              <a:cs typeface="IBM Plex Mono"/>
              <a:sym typeface="IBM Plex Mono"/>
            </a:endParaRPr>
          </a:p>
        </p:txBody>
      </p:sp>
      <p:sp>
        <p:nvSpPr>
          <p:cNvPr id="669" name="Google Shape;669;p82"/>
          <p:cNvSpPr txBox="1"/>
          <p:nvPr>
            <p:ph idx="12" type="sldNum"/>
          </p:nvPr>
        </p:nvSpPr>
        <p:spPr>
          <a:xfrm>
            <a:off x="8256725" y="4708927"/>
            <a:ext cx="437100" cy="107400"/>
          </a:xfrm>
          <a:prstGeom prst="rect">
            <a:avLst/>
          </a:prstGeom>
        </p:spPr>
        <p:txBody>
          <a:bodyPr anchorCtr="0" anchor="t" bIns="0" lIns="0" spcFirstLastPara="1" rIns="0" wrap="square" tIns="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9F5"/>
        </a:solidFill>
      </p:bgPr>
    </p:bg>
    <p:spTree>
      <p:nvGrpSpPr>
        <p:cNvPr id="673" name="Shape 673"/>
        <p:cNvGrpSpPr/>
        <p:nvPr/>
      </p:nvGrpSpPr>
      <p:grpSpPr>
        <a:xfrm>
          <a:off x="0" y="0"/>
          <a:ext cx="0" cy="0"/>
          <a:chOff x="0" y="0"/>
          <a:chExt cx="0" cy="0"/>
        </a:xfrm>
      </p:grpSpPr>
      <p:sp>
        <p:nvSpPr>
          <p:cNvPr id="674" name="Google Shape;674;p83"/>
          <p:cNvSpPr txBox="1"/>
          <p:nvPr>
            <p:ph type="title"/>
          </p:nvPr>
        </p:nvSpPr>
        <p:spPr>
          <a:xfrm>
            <a:off x="455775" y="457206"/>
            <a:ext cx="2634300" cy="3887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GitHub profile README generator</a:t>
            </a:r>
            <a:endParaRPr/>
          </a:p>
        </p:txBody>
      </p:sp>
      <p:sp>
        <p:nvSpPr>
          <p:cNvPr id="675" name="Google Shape;675;p83"/>
          <p:cNvSpPr txBox="1"/>
          <p:nvPr>
            <p:ph idx="1" type="body"/>
          </p:nvPr>
        </p:nvSpPr>
        <p:spPr>
          <a:xfrm>
            <a:off x="3254975" y="457206"/>
            <a:ext cx="5439000" cy="38877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0"/>
              </a:spcAft>
              <a:buNone/>
            </a:pPr>
            <a:r>
              <a:rPr lang="en"/>
              <a:t>Create a Python script that generates an awesome GitHub profile README. The script should: </a:t>
            </a:r>
            <a:endParaRPr/>
          </a:p>
          <a:p>
            <a:pPr indent="0" lvl="0" marL="0" rtl="0" algn="l">
              <a:lnSpc>
                <a:spcPct val="100000"/>
              </a:lnSpc>
              <a:spcBef>
                <a:spcPts val="0"/>
              </a:spcBef>
              <a:spcAft>
                <a:spcPts val="0"/>
              </a:spcAft>
              <a:buNone/>
            </a:pPr>
            <a:r>
              <a:t/>
            </a:r>
            <a:endParaRPr/>
          </a:p>
          <a:p>
            <a:pPr indent="-228600" lvl="0" marL="279400" marR="0" rtl="0" algn="l">
              <a:lnSpc>
                <a:spcPct val="115000"/>
              </a:lnSpc>
              <a:spcBef>
                <a:spcPts val="0"/>
              </a:spcBef>
              <a:spcAft>
                <a:spcPts val="0"/>
              </a:spcAft>
              <a:buClr>
                <a:srgbClr val="B0AEA5"/>
              </a:buClr>
              <a:buSzPts val="1400"/>
              <a:buChar char="●"/>
            </a:pPr>
            <a:r>
              <a:rPr lang="en"/>
              <a:t>Prompt user for their name, major, graduation year, and top 3 skills </a:t>
            </a:r>
            <a:endParaRPr/>
          </a:p>
          <a:p>
            <a:pPr indent="-228600" lvl="0" marL="279400" marR="0" rtl="0" algn="l">
              <a:lnSpc>
                <a:spcPct val="115000"/>
              </a:lnSpc>
              <a:spcBef>
                <a:spcPts val="1000"/>
              </a:spcBef>
              <a:spcAft>
                <a:spcPts val="0"/>
              </a:spcAft>
              <a:buClr>
                <a:srgbClr val="B0AEA5"/>
              </a:buClr>
              <a:buSzPts val="1400"/>
              <a:buChar char="●"/>
            </a:pPr>
            <a:r>
              <a:rPr lang="en"/>
              <a:t>Ask for 2-3 current projects they're working on </a:t>
            </a:r>
            <a:endParaRPr/>
          </a:p>
          <a:p>
            <a:pPr indent="-228600" lvl="0" marL="279400" marR="0" rtl="0" algn="l">
              <a:lnSpc>
                <a:spcPct val="115000"/>
              </a:lnSpc>
              <a:spcBef>
                <a:spcPts val="1000"/>
              </a:spcBef>
              <a:spcAft>
                <a:spcPts val="0"/>
              </a:spcAft>
              <a:buClr>
                <a:srgbClr val="B0AEA5"/>
              </a:buClr>
              <a:buSzPts val="1400"/>
              <a:buChar char="●"/>
            </a:pPr>
            <a:r>
              <a:rPr lang="en"/>
              <a:t>Generate a markdown file with sections: About Me, Skills (with badges), Current Projects, and How to Reach Me </a:t>
            </a:r>
            <a:endParaRPr/>
          </a:p>
          <a:p>
            <a:pPr indent="-228600" lvl="0" marL="279400" marR="0" rtl="0" algn="l">
              <a:lnSpc>
                <a:spcPct val="115000"/>
              </a:lnSpc>
              <a:spcBef>
                <a:spcPts val="1000"/>
              </a:spcBef>
              <a:spcAft>
                <a:spcPts val="0"/>
              </a:spcAft>
              <a:buClr>
                <a:srgbClr val="B0AEA5"/>
              </a:buClr>
              <a:buSzPts val="1400"/>
              <a:buChar char="●"/>
            </a:pPr>
            <a:r>
              <a:rPr lang="en"/>
              <a:t>Include GitHub stats badges using shields.io </a:t>
            </a:r>
            <a:endParaRPr/>
          </a:p>
          <a:p>
            <a:pPr indent="-228600" lvl="0" marL="279400" marR="0" rtl="0" algn="l">
              <a:lnSpc>
                <a:spcPct val="115000"/>
              </a:lnSpc>
              <a:spcBef>
                <a:spcPts val="1000"/>
              </a:spcBef>
              <a:spcAft>
                <a:spcPts val="1000"/>
              </a:spcAft>
              <a:buClr>
                <a:srgbClr val="B0AEA5"/>
              </a:buClr>
              <a:buSzPts val="1400"/>
              <a:buChar char="●"/>
            </a:pPr>
            <a:r>
              <a:rPr lang="en"/>
              <a:t>Create fun, personalized content using the student's info Output the README.md file ready to use.</a:t>
            </a:r>
            <a:endParaRPr/>
          </a:p>
        </p:txBody>
      </p:sp>
      <p:sp>
        <p:nvSpPr>
          <p:cNvPr id="676" name="Google Shape;676;p83"/>
          <p:cNvSpPr txBox="1"/>
          <p:nvPr>
            <p:ph idx="12" type="sldNum"/>
          </p:nvPr>
        </p:nvSpPr>
        <p:spPr>
          <a:xfrm>
            <a:off x="8256725" y="4708927"/>
            <a:ext cx="437100" cy="107400"/>
          </a:xfrm>
          <a:prstGeom prst="rect">
            <a:avLst/>
          </a:prstGeom>
        </p:spPr>
        <p:txBody>
          <a:bodyPr anchorCtr="0" anchor="t" bIns="0" lIns="0" spcFirstLastPara="1" rIns="0" wrap="square" tIns="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9F5"/>
        </a:solidFill>
      </p:bgPr>
    </p:bg>
    <p:spTree>
      <p:nvGrpSpPr>
        <p:cNvPr id="680" name="Shape 680"/>
        <p:cNvGrpSpPr/>
        <p:nvPr/>
      </p:nvGrpSpPr>
      <p:grpSpPr>
        <a:xfrm>
          <a:off x="0" y="0"/>
          <a:ext cx="0" cy="0"/>
          <a:chOff x="0" y="0"/>
          <a:chExt cx="0" cy="0"/>
        </a:xfrm>
      </p:grpSpPr>
      <p:sp>
        <p:nvSpPr>
          <p:cNvPr id="681" name="Google Shape;681;p84"/>
          <p:cNvSpPr txBox="1"/>
          <p:nvPr>
            <p:ph type="title"/>
          </p:nvPr>
        </p:nvSpPr>
        <p:spPr>
          <a:xfrm>
            <a:off x="455775" y="457206"/>
            <a:ext cx="2634300" cy="3887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Terminal dungeon crawler </a:t>
            </a:r>
            <a:endParaRPr/>
          </a:p>
        </p:txBody>
      </p:sp>
      <p:sp>
        <p:nvSpPr>
          <p:cNvPr id="682" name="Google Shape;682;p84"/>
          <p:cNvSpPr txBox="1"/>
          <p:nvPr>
            <p:ph idx="1" type="body"/>
          </p:nvPr>
        </p:nvSpPr>
        <p:spPr>
          <a:xfrm>
            <a:off x="3254975" y="457206"/>
            <a:ext cx="5439000" cy="38877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0"/>
              </a:spcAft>
              <a:buNone/>
            </a:pPr>
            <a:r>
              <a:rPr lang="en"/>
              <a:t>C</a:t>
            </a:r>
            <a:r>
              <a:rPr lang="en" sz="1300"/>
              <a:t>reate a text-based dungeon crawler game in the terminal where players explore rooms, fight monsters, and collect treasure. Include:</a:t>
            </a:r>
            <a:endParaRPr sz="1300"/>
          </a:p>
          <a:p>
            <a:pPr indent="0" lvl="0" marL="0" rtl="0" algn="l">
              <a:lnSpc>
                <a:spcPct val="100000"/>
              </a:lnSpc>
              <a:spcBef>
                <a:spcPts val="0"/>
              </a:spcBef>
              <a:spcAft>
                <a:spcPts val="0"/>
              </a:spcAft>
              <a:buNone/>
            </a:pPr>
            <a:r>
              <a:t/>
            </a:r>
            <a:endParaRPr sz="1300"/>
          </a:p>
          <a:p>
            <a:pPr indent="-222250" lvl="0" marL="279400" marR="0" rtl="0" algn="l">
              <a:lnSpc>
                <a:spcPct val="115000"/>
              </a:lnSpc>
              <a:spcBef>
                <a:spcPts val="0"/>
              </a:spcBef>
              <a:spcAft>
                <a:spcPts val="0"/>
              </a:spcAft>
              <a:buClr>
                <a:srgbClr val="B0AEA5"/>
              </a:buClr>
              <a:buSzPts val="1300"/>
              <a:buChar char="●"/>
            </a:pPr>
            <a:r>
              <a:rPr lang="en" sz="1300"/>
              <a:t>Player with health, attack power, and inventory</a:t>
            </a:r>
            <a:endParaRPr sz="1300"/>
          </a:p>
          <a:p>
            <a:pPr indent="-222250" lvl="0" marL="279400" marR="0" rtl="0" algn="l">
              <a:lnSpc>
                <a:spcPct val="115000"/>
              </a:lnSpc>
              <a:spcBef>
                <a:spcPts val="1000"/>
              </a:spcBef>
              <a:spcAft>
                <a:spcPts val="0"/>
              </a:spcAft>
              <a:buClr>
                <a:srgbClr val="B0AEA5"/>
              </a:buClr>
              <a:buSzPts val="1300"/>
              <a:buChar char="●"/>
            </a:pPr>
            <a:r>
              <a:rPr lang="en" sz="1300"/>
              <a:t>5 different room types (empty, monster, treasure, trap, boss)</a:t>
            </a:r>
            <a:endParaRPr sz="1300"/>
          </a:p>
          <a:p>
            <a:pPr indent="-222250" lvl="0" marL="279400" marR="0" rtl="0" algn="l">
              <a:lnSpc>
                <a:spcPct val="115000"/>
              </a:lnSpc>
              <a:spcBef>
                <a:spcPts val="1000"/>
              </a:spcBef>
              <a:spcAft>
                <a:spcPts val="0"/>
              </a:spcAft>
              <a:buClr>
                <a:srgbClr val="B0AEA5"/>
              </a:buClr>
              <a:buSzPts val="1300"/>
              <a:buChar char="●"/>
            </a:pPr>
            <a:r>
              <a:rPr lang="en" sz="1300"/>
              <a:t>Combat system: player vs monster with turn-based attacks</a:t>
            </a:r>
            <a:endParaRPr sz="1300"/>
          </a:p>
          <a:p>
            <a:pPr indent="-222250" lvl="0" marL="279400" marR="0" rtl="0" algn="l">
              <a:lnSpc>
                <a:spcPct val="115000"/>
              </a:lnSpc>
              <a:spcBef>
                <a:spcPts val="1000"/>
              </a:spcBef>
              <a:spcAft>
                <a:spcPts val="0"/>
              </a:spcAft>
              <a:buClr>
                <a:srgbClr val="B0AEA5"/>
              </a:buClr>
              <a:buSzPts val="1300"/>
              <a:buChar char="●"/>
            </a:pPr>
            <a:r>
              <a:rPr lang="en" sz="1300"/>
              <a:t>At least 3 monster types with different stats</a:t>
            </a:r>
            <a:endParaRPr sz="1300"/>
          </a:p>
          <a:p>
            <a:pPr indent="-222250" lvl="0" marL="279400" marR="0" rtl="0" algn="l">
              <a:lnSpc>
                <a:spcPct val="115000"/>
              </a:lnSpc>
              <a:spcBef>
                <a:spcPts val="1000"/>
              </a:spcBef>
              <a:spcAft>
                <a:spcPts val="0"/>
              </a:spcAft>
              <a:buClr>
                <a:srgbClr val="B0AEA5"/>
              </a:buClr>
              <a:buSzPts val="1300"/>
              <a:buChar char="●"/>
            </a:pPr>
            <a:r>
              <a:rPr lang="en" sz="1300"/>
              <a:t>Items that boost player stats (health potions, weapons, armor)</a:t>
            </a:r>
            <a:endParaRPr sz="1300"/>
          </a:p>
          <a:p>
            <a:pPr indent="-222250" lvl="0" marL="279400" marR="0" rtl="0" algn="l">
              <a:lnSpc>
                <a:spcPct val="115000"/>
              </a:lnSpc>
              <a:spcBef>
                <a:spcPts val="1000"/>
              </a:spcBef>
              <a:spcAft>
                <a:spcPts val="0"/>
              </a:spcAft>
              <a:buClr>
                <a:srgbClr val="B0AEA5"/>
              </a:buClr>
              <a:buSzPts val="1300"/>
              <a:buChar char="●"/>
            </a:pPr>
            <a:r>
              <a:rPr lang="en" sz="1300"/>
              <a:t>Random dungeon generation - each playthrough is different</a:t>
            </a:r>
            <a:endParaRPr sz="1300"/>
          </a:p>
          <a:p>
            <a:pPr indent="-222250" lvl="0" marL="279400" marR="0" rtl="0" algn="l">
              <a:lnSpc>
                <a:spcPct val="115000"/>
              </a:lnSpc>
              <a:spcBef>
                <a:spcPts val="1000"/>
              </a:spcBef>
              <a:spcAft>
                <a:spcPts val="0"/>
              </a:spcAft>
              <a:buClr>
                <a:srgbClr val="B0AEA5"/>
              </a:buClr>
              <a:buSzPts val="1300"/>
              <a:buChar char="●"/>
            </a:pPr>
            <a:r>
              <a:rPr lang="en" sz="1300"/>
              <a:t>Win condition: defeat the boss monster</a:t>
            </a:r>
            <a:endParaRPr sz="1300"/>
          </a:p>
          <a:p>
            <a:pPr indent="-222250" lvl="0" marL="279400" marR="0" rtl="0" algn="l">
              <a:lnSpc>
                <a:spcPct val="115000"/>
              </a:lnSpc>
              <a:spcBef>
                <a:spcPts val="1000"/>
              </a:spcBef>
              <a:spcAft>
                <a:spcPts val="0"/>
              </a:spcAft>
              <a:buClr>
                <a:srgbClr val="B0AEA5"/>
              </a:buClr>
              <a:buSzPts val="1300"/>
              <a:buChar char="●"/>
            </a:pPr>
            <a:r>
              <a:rPr lang="en" sz="1300"/>
              <a:t>Colorful terminal output showing health bars and ASCII art</a:t>
            </a:r>
            <a:endParaRPr sz="1300"/>
          </a:p>
          <a:p>
            <a:pPr indent="-222250" lvl="0" marL="279400" marR="0" rtl="0" algn="l">
              <a:lnSpc>
                <a:spcPct val="115000"/>
              </a:lnSpc>
              <a:spcBef>
                <a:spcPts val="1000"/>
              </a:spcBef>
              <a:spcAft>
                <a:spcPts val="0"/>
              </a:spcAft>
              <a:buClr>
                <a:srgbClr val="B0AEA5"/>
              </a:buClr>
              <a:buSzPts val="1300"/>
              <a:buChar char="●"/>
            </a:pPr>
            <a:r>
              <a:rPr lang="en" sz="1300"/>
              <a:t>Save/load game feature using JSON</a:t>
            </a:r>
            <a:endParaRPr sz="1300"/>
          </a:p>
          <a:p>
            <a:pPr indent="0" lvl="0" marL="0" marR="0" rtl="0" algn="l">
              <a:lnSpc>
                <a:spcPct val="100000"/>
              </a:lnSpc>
              <a:spcBef>
                <a:spcPts val="1000"/>
              </a:spcBef>
              <a:spcAft>
                <a:spcPts val="0"/>
              </a:spcAft>
              <a:buNone/>
            </a:pPr>
            <a:r>
              <a:rPr lang="en" sz="1300"/>
              <a:t>Use Python or Node.js and make it feel exciting with dramatic text descriptions!</a:t>
            </a:r>
            <a:endParaRPr sz="1300"/>
          </a:p>
        </p:txBody>
      </p:sp>
      <p:sp>
        <p:nvSpPr>
          <p:cNvPr id="683" name="Google Shape;683;p84"/>
          <p:cNvSpPr txBox="1"/>
          <p:nvPr>
            <p:ph idx="12" type="sldNum"/>
          </p:nvPr>
        </p:nvSpPr>
        <p:spPr>
          <a:xfrm>
            <a:off x="8256725" y="4708927"/>
            <a:ext cx="437100" cy="107400"/>
          </a:xfrm>
          <a:prstGeom prst="rect">
            <a:avLst/>
          </a:prstGeom>
        </p:spPr>
        <p:txBody>
          <a:bodyPr anchorCtr="0" anchor="t" bIns="0" lIns="0" spcFirstLastPara="1" rIns="0" wrap="square" tIns="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1"/>
        </a:solidFill>
      </p:bgPr>
    </p:bg>
    <p:spTree>
      <p:nvGrpSpPr>
        <p:cNvPr id="687" name="Shape 687"/>
        <p:cNvGrpSpPr/>
        <p:nvPr/>
      </p:nvGrpSpPr>
      <p:grpSpPr>
        <a:xfrm>
          <a:off x="0" y="0"/>
          <a:ext cx="0" cy="0"/>
          <a:chOff x="0" y="0"/>
          <a:chExt cx="0" cy="0"/>
        </a:xfrm>
      </p:grpSpPr>
      <p:sp>
        <p:nvSpPr>
          <p:cNvPr id="688" name="Google Shape;688;p85"/>
          <p:cNvSpPr txBox="1"/>
          <p:nvPr>
            <p:ph type="ctrTitle"/>
          </p:nvPr>
        </p:nvSpPr>
        <p:spPr>
          <a:xfrm>
            <a:off x="455775" y="1554700"/>
            <a:ext cx="5101500" cy="16542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Show &amp; </a:t>
            </a:r>
            <a:r>
              <a:rPr lang="en"/>
              <a:t>Tell</a:t>
            </a:r>
            <a:endParaRPr/>
          </a:p>
        </p:txBody>
      </p:sp>
      <p:sp>
        <p:nvSpPr>
          <p:cNvPr id="689" name="Google Shape;689;p85"/>
          <p:cNvSpPr txBox="1"/>
          <p:nvPr>
            <p:ph idx="12" type="sldNum"/>
          </p:nvPr>
        </p:nvSpPr>
        <p:spPr>
          <a:xfrm>
            <a:off x="8256725" y="4708927"/>
            <a:ext cx="437100" cy="107400"/>
          </a:xfrm>
          <a:prstGeom prst="rect">
            <a:avLst/>
          </a:prstGeom>
        </p:spPr>
        <p:txBody>
          <a:bodyPr anchorCtr="0" anchor="t" bIns="0" lIns="0" spcFirstLastPara="1" rIns="0" wrap="square" tIns="0">
            <a:noAutofit/>
          </a:bodyPr>
          <a:lstStyle/>
          <a:p>
            <a:pPr indent="0" lvl="0" marL="0" rtl="0" algn="r">
              <a:spcBef>
                <a:spcPts val="0"/>
              </a:spcBef>
              <a:spcAft>
                <a:spcPts val="0"/>
              </a:spcAft>
              <a:buNone/>
            </a:pPr>
            <a:fld id="{00000000-1234-1234-1234-123412341234}" type="slidenum">
              <a:rPr lang="en" sz="800">
                <a:solidFill>
                  <a:schemeClr val="dk1"/>
                </a:solidFill>
              </a:rPr>
              <a:t>‹#›</a:t>
            </a:fld>
            <a:endParaRPr sz="800">
              <a:solidFill>
                <a:schemeClr val="dk1"/>
              </a:solidFill>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1"/>
        </a:solidFill>
      </p:bgPr>
    </p:bg>
    <p:spTree>
      <p:nvGrpSpPr>
        <p:cNvPr id="693" name="Shape 693"/>
        <p:cNvGrpSpPr/>
        <p:nvPr/>
      </p:nvGrpSpPr>
      <p:grpSpPr>
        <a:xfrm>
          <a:off x="0" y="0"/>
          <a:ext cx="0" cy="0"/>
          <a:chOff x="0" y="0"/>
          <a:chExt cx="0" cy="0"/>
        </a:xfrm>
      </p:grpSpPr>
      <p:sp>
        <p:nvSpPr>
          <p:cNvPr id="694" name="Google Shape;694;p86"/>
          <p:cNvSpPr txBox="1"/>
          <p:nvPr>
            <p:ph type="ctrTitle"/>
          </p:nvPr>
        </p:nvSpPr>
        <p:spPr>
          <a:xfrm>
            <a:off x="455775" y="1554700"/>
            <a:ext cx="5101500" cy="16542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Appendix</a:t>
            </a:r>
            <a:endParaRPr/>
          </a:p>
        </p:txBody>
      </p:sp>
      <p:sp>
        <p:nvSpPr>
          <p:cNvPr id="695" name="Google Shape;695;p86"/>
          <p:cNvSpPr txBox="1"/>
          <p:nvPr>
            <p:ph idx="12" type="sldNum"/>
          </p:nvPr>
        </p:nvSpPr>
        <p:spPr>
          <a:xfrm>
            <a:off x="8256725" y="4708927"/>
            <a:ext cx="437100" cy="107400"/>
          </a:xfrm>
          <a:prstGeom prst="rect">
            <a:avLst/>
          </a:prstGeom>
        </p:spPr>
        <p:txBody>
          <a:bodyPr anchorCtr="0" anchor="t" bIns="0" lIns="0" spcFirstLastPara="1" rIns="0" wrap="square" tIns="0">
            <a:noAutofit/>
          </a:bodyPr>
          <a:lstStyle/>
          <a:p>
            <a:pPr indent="0" lvl="0" marL="0" rtl="0" algn="r">
              <a:spcBef>
                <a:spcPts val="0"/>
              </a:spcBef>
              <a:spcAft>
                <a:spcPts val="0"/>
              </a:spcAft>
              <a:buNone/>
            </a:pPr>
            <a:fld id="{00000000-1234-1234-1234-123412341234}" type="slidenum">
              <a:rPr lang="en" sz="800">
                <a:solidFill>
                  <a:schemeClr val="dk1"/>
                </a:solidFill>
              </a:rPr>
              <a:t>‹#›</a:t>
            </a:fld>
            <a:endParaRPr sz="800">
              <a:solidFill>
                <a:schemeClr val="dk1"/>
              </a:solidFill>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9" name="Shape 699"/>
        <p:cNvGrpSpPr/>
        <p:nvPr/>
      </p:nvGrpSpPr>
      <p:grpSpPr>
        <a:xfrm>
          <a:off x="0" y="0"/>
          <a:ext cx="0" cy="0"/>
          <a:chOff x="0" y="0"/>
          <a:chExt cx="0" cy="0"/>
        </a:xfrm>
      </p:grpSpPr>
      <p:sp>
        <p:nvSpPr>
          <p:cNvPr id="700" name="Google Shape;700;p87"/>
          <p:cNvSpPr txBox="1"/>
          <p:nvPr>
            <p:ph type="title"/>
          </p:nvPr>
        </p:nvSpPr>
        <p:spPr>
          <a:xfrm>
            <a:off x="455775" y="1371605"/>
            <a:ext cx="6840600" cy="18219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Other important features </a:t>
            </a:r>
            <a:br>
              <a:rPr lang="en"/>
            </a:br>
            <a:endParaRPr/>
          </a:p>
        </p:txBody>
      </p:sp>
      <p:sp>
        <p:nvSpPr>
          <p:cNvPr id="701" name="Google Shape;701;p87"/>
          <p:cNvSpPr txBox="1"/>
          <p:nvPr>
            <p:ph idx="12" type="sldNum"/>
          </p:nvPr>
        </p:nvSpPr>
        <p:spPr>
          <a:xfrm>
            <a:off x="8256725" y="4708927"/>
            <a:ext cx="437100" cy="107400"/>
          </a:xfrm>
          <a:prstGeom prst="rect">
            <a:avLst/>
          </a:prstGeom>
        </p:spPr>
        <p:txBody>
          <a:bodyPr anchorCtr="0" anchor="t" bIns="0" lIns="0" spcFirstLastPara="1" rIns="0" wrap="square" tIns="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5" name="Shape 705"/>
        <p:cNvGrpSpPr/>
        <p:nvPr/>
      </p:nvGrpSpPr>
      <p:grpSpPr>
        <a:xfrm>
          <a:off x="0" y="0"/>
          <a:ext cx="0" cy="0"/>
          <a:chOff x="0" y="0"/>
          <a:chExt cx="0" cy="0"/>
        </a:xfrm>
      </p:grpSpPr>
      <p:sp>
        <p:nvSpPr>
          <p:cNvPr id="706" name="Google Shape;706;p88"/>
          <p:cNvSpPr txBox="1"/>
          <p:nvPr>
            <p:ph type="title"/>
          </p:nvPr>
        </p:nvSpPr>
        <p:spPr>
          <a:xfrm>
            <a:off x="455775" y="457206"/>
            <a:ext cx="2634300" cy="3887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Agent skills</a:t>
            </a:r>
            <a:endParaRPr/>
          </a:p>
        </p:txBody>
      </p:sp>
      <p:sp>
        <p:nvSpPr>
          <p:cNvPr id="707" name="Google Shape;707;p88"/>
          <p:cNvSpPr txBox="1"/>
          <p:nvPr>
            <p:ph idx="1" type="body"/>
          </p:nvPr>
        </p:nvSpPr>
        <p:spPr>
          <a:xfrm>
            <a:off x="3254975" y="457206"/>
            <a:ext cx="5439000" cy="3887700"/>
          </a:xfrm>
          <a:prstGeom prst="rect">
            <a:avLst/>
          </a:prstGeom>
        </p:spPr>
        <p:txBody>
          <a:bodyPr anchorCtr="0" anchor="t" bIns="0" lIns="0" spcFirstLastPara="1" rIns="0" wrap="square" tIns="0">
            <a:noAutofit/>
          </a:bodyPr>
          <a:lstStyle/>
          <a:p>
            <a:pPr indent="0" lvl="0" marL="0" rtl="0" algn="l">
              <a:spcBef>
                <a:spcPts val="1200"/>
              </a:spcBef>
              <a:spcAft>
                <a:spcPts val="0"/>
              </a:spcAft>
              <a:buClr>
                <a:srgbClr val="000000"/>
              </a:buClr>
              <a:buSzPts val="1500"/>
              <a:buFont typeface="Arial"/>
              <a:buNone/>
            </a:pPr>
            <a:r>
              <a:rPr lang="en">
                <a:solidFill>
                  <a:srgbClr val="000000"/>
                </a:solidFill>
              </a:rPr>
              <a:t>Skills are model-invoked capabilities that extend Claude Code. Claude autonomously decides when to activate them based on your request and the Skill’s description — no manual trigger needed.</a:t>
            </a:r>
            <a:endParaRPr>
              <a:solidFill>
                <a:srgbClr val="000000"/>
              </a:solidFill>
              <a:latin typeface="Arial"/>
              <a:ea typeface="Arial"/>
              <a:cs typeface="Arial"/>
              <a:sym typeface="Arial"/>
            </a:endParaRPr>
          </a:p>
          <a:p>
            <a:pPr indent="0" lvl="0" marL="0" rtl="0" algn="l">
              <a:spcBef>
                <a:spcPts val="1200"/>
              </a:spcBef>
              <a:spcAft>
                <a:spcPts val="0"/>
              </a:spcAft>
              <a:buClr>
                <a:srgbClr val="000000"/>
              </a:buClr>
              <a:buSzPts val="1200"/>
              <a:buFont typeface="Arial"/>
              <a:buNone/>
            </a:pPr>
            <a:r>
              <a:rPr lang="en" sz="1200">
                <a:solidFill>
                  <a:schemeClr val="dk2"/>
                </a:solidFill>
                <a:latin typeface="IBM Plex Mono"/>
                <a:ea typeface="IBM Plex Mono"/>
                <a:cs typeface="IBM Plex Mono"/>
                <a:sym typeface="IBM Plex Mono"/>
              </a:rPr>
              <a:t># .claude/skills/code-reviewer/SKILL.md</a:t>
            </a:r>
            <a:endParaRPr>
              <a:solidFill>
                <a:schemeClr val="dk2"/>
              </a:solidFill>
              <a:latin typeface="Arial"/>
              <a:ea typeface="Arial"/>
              <a:cs typeface="Arial"/>
              <a:sym typeface="Arial"/>
            </a:endParaRPr>
          </a:p>
          <a:p>
            <a:pPr indent="0" lvl="0" marL="0" rtl="0" algn="l">
              <a:spcBef>
                <a:spcPts val="400"/>
              </a:spcBef>
              <a:spcAft>
                <a:spcPts val="0"/>
              </a:spcAft>
              <a:buClr>
                <a:srgbClr val="000000"/>
              </a:buClr>
              <a:buSzPts val="1200"/>
              <a:buFont typeface="Arial"/>
              <a:buNone/>
            </a:pPr>
            <a:r>
              <a:rPr lang="en" sz="1200">
                <a:solidFill>
                  <a:schemeClr val="dk2"/>
                </a:solidFill>
                <a:latin typeface="IBM Plex Mono"/>
                <a:ea typeface="IBM Plex Mono"/>
                <a:cs typeface="IBM Plex Mono"/>
                <a:sym typeface="IBM Plex Mono"/>
              </a:rPr>
              <a:t>---</a:t>
            </a:r>
            <a:endParaRPr>
              <a:solidFill>
                <a:schemeClr val="dk2"/>
              </a:solidFill>
              <a:latin typeface="Arial"/>
              <a:ea typeface="Arial"/>
              <a:cs typeface="Arial"/>
              <a:sym typeface="Arial"/>
            </a:endParaRPr>
          </a:p>
          <a:p>
            <a:pPr indent="0" lvl="0" marL="0" rtl="0" algn="l">
              <a:spcBef>
                <a:spcPts val="400"/>
              </a:spcBef>
              <a:spcAft>
                <a:spcPts val="0"/>
              </a:spcAft>
              <a:buClr>
                <a:srgbClr val="000000"/>
              </a:buClr>
              <a:buSzPts val="1200"/>
              <a:buFont typeface="Arial"/>
              <a:buNone/>
            </a:pPr>
            <a:r>
              <a:rPr lang="en" sz="1200">
                <a:solidFill>
                  <a:schemeClr val="dk2"/>
                </a:solidFill>
                <a:latin typeface="IBM Plex Mono"/>
                <a:ea typeface="IBM Plex Mono"/>
                <a:cs typeface="IBM Plex Mono"/>
                <a:sym typeface="IBM Plex Mono"/>
              </a:rPr>
              <a:t>name: code-reviewer</a:t>
            </a:r>
            <a:endParaRPr>
              <a:solidFill>
                <a:schemeClr val="dk2"/>
              </a:solidFill>
              <a:latin typeface="Arial"/>
              <a:ea typeface="Arial"/>
              <a:cs typeface="Arial"/>
              <a:sym typeface="Arial"/>
            </a:endParaRPr>
          </a:p>
          <a:p>
            <a:pPr indent="0" lvl="0" marL="0" rtl="0" algn="l">
              <a:spcBef>
                <a:spcPts val="400"/>
              </a:spcBef>
              <a:spcAft>
                <a:spcPts val="0"/>
              </a:spcAft>
              <a:buClr>
                <a:srgbClr val="000000"/>
              </a:buClr>
              <a:buSzPts val="1200"/>
              <a:buFont typeface="Arial"/>
              <a:buNone/>
            </a:pPr>
            <a:r>
              <a:rPr lang="en" sz="1200">
                <a:solidFill>
                  <a:schemeClr val="dk2"/>
                </a:solidFill>
                <a:latin typeface="IBM Plex Mono"/>
                <a:ea typeface="IBM Plex Mono"/>
                <a:cs typeface="IBM Plex Mono"/>
                <a:sym typeface="IBM Plex Mono"/>
              </a:rPr>
              <a:t>description: Review code for best practices and potential issues.</a:t>
            </a:r>
            <a:endParaRPr>
              <a:solidFill>
                <a:schemeClr val="dk2"/>
              </a:solidFill>
              <a:latin typeface="Arial"/>
              <a:ea typeface="Arial"/>
              <a:cs typeface="Arial"/>
              <a:sym typeface="Arial"/>
            </a:endParaRPr>
          </a:p>
          <a:p>
            <a:pPr indent="0" lvl="0" marL="0" rtl="0" algn="l">
              <a:spcBef>
                <a:spcPts val="400"/>
              </a:spcBef>
              <a:spcAft>
                <a:spcPts val="0"/>
              </a:spcAft>
              <a:buClr>
                <a:srgbClr val="000000"/>
              </a:buClr>
              <a:buSzPts val="1200"/>
              <a:buFont typeface="Arial"/>
              <a:buNone/>
            </a:pPr>
            <a:r>
              <a:rPr lang="en" sz="1200">
                <a:solidFill>
                  <a:schemeClr val="dk2"/>
                </a:solidFill>
                <a:latin typeface="IBM Plex Mono"/>
                <a:ea typeface="IBM Plex Mono"/>
                <a:cs typeface="IBM Plex Mono"/>
                <a:sym typeface="IBM Plex Mono"/>
              </a:rPr>
              <a:t>  Use when reviewing code, checking PRs, or analyzing code quality.</a:t>
            </a:r>
            <a:endParaRPr>
              <a:solidFill>
                <a:schemeClr val="dk2"/>
              </a:solidFill>
              <a:latin typeface="Arial"/>
              <a:ea typeface="Arial"/>
              <a:cs typeface="Arial"/>
              <a:sym typeface="Arial"/>
            </a:endParaRPr>
          </a:p>
          <a:p>
            <a:pPr indent="0" lvl="0" marL="0" rtl="0" algn="l">
              <a:spcBef>
                <a:spcPts val="400"/>
              </a:spcBef>
              <a:spcAft>
                <a:spcPts val="0"/>
              </a:spcAft>
              <a:buClr>
                <a:srgbClr val="000000"/>
              </a:buClr>
              <a:buSzPts val="1200"/>
              <a:buFont typeface="Arial"/>
              <a:buNone/>
            </a:pPr>
            <a:r>
              <a:rPr lang="en" sz="1200">
                <a:solidFill>
                  <a:schemeClr val="dk2"/>
                </a:solidFill>
                <a:latin typeface="IBM Plex Mono"/>
                <a:ea typeface="IBM Plex Mono"/>
                <a:cs typeface="IBM Plex Mono"/>
                <a:sym typeface="IBM Plex Mono"/>
              </a:rPr>
              <a:t>---</a:t>
            </a:r>
            <a:endParaRPr>
              <a:solidFill>
                <a:schemeClr val="dk2"/>
              </a:solidFill>
              <a:latin typeface="Arial"/>
              <a:ea typeface="Arial"/>
              <a:cs typeface="Arial"/>
              <a:sym typeface="Arial"/>
            </a:endParaRPr>
          </a:p>
          <a:p>
            <a:pPr indent="0" lvl="0" marL="0" rtl="0" algn="l">
              <a:spcBef>
                <a:spcPts val="400"/>
              </a:spcBef>
              <a:spcAft>
                <a:spcPts val="0"/>
              </a:spcAft>
              <a:buClr>
                <a:srgbClr val="000000"/>
              </a:buClr>
              <a:buSzPts val="1400"/>
              <a:buFont typeface="Arial"/>
              <a:buNone/>
            </a:pPr>
            <a:r>
              <a:t/>
            </a:r>
            <a:endParaRPr>
              <a:solidFill>
                <a:schemeClr val="dk2"/>
              </a:solidFill>
              <a:latin typeface="Arial"/>
              <a:ea typeface="Arial"/>
              <a:cs typeface="Arial"/>
              <a:sym typeface="Arial"/>
            </a:endParaRPr>
          </a:p>
          <a:p>
            <a:pPr indent="0" lvl="0" marL="0" rtl="0" algn="l">
              <a:spcBef>
                <a:spcPts val="400"/>
              </a:spcBef>
              <a:spcAft>
                <a:spcPts val="0"/>
              </a:spcAft>
              <a:buClr>
                <a:srgbClr val="000000"/>
              </a:buClr>
              <a:buSzPts val="1200"/>
              <a:buFont typeface="Arial"/>
              <a:buNone/>
            </a:pPr>
            <a:r>
              <a:rPr lang="en" sz="1200">
                <a:solidFill>
                  <a:schemeClr val="dk2"/>
                </a:solidFill>
                <a:latin typeface="IBM Plex Mono"/>
                <a:ea typeface="IBM Plex Mono"/>
                <a:cs typeface="IBM Plex Mono"/>
                <a:sym typeface="IBM Plex Mono"/>
              </a:rPr>
              <a:t># Code Reviewer</a:t>
            </a:r>
            <a:endParaRPr>
              <a:solidFill>
                <a:schemeClr val="dk2"/>
              </a:solidFill>
              <a:latin typeface="Arial"/>
              <a:ea typeface="Arial"/>
              <a:cs typeface="Arial"/>
              <a:sym typeface="Arial"/>
            </a:endParaRPr>
          </a:p>
          <a:p>
            <a:pPr indent="0" lvl="0" marL="0" rtl="0" algn="l">
              <a:spcBef>
                <a:spcPts val="400"/>
              </a:spcBef>
              <a:spcAft>
                <a:spcPts val="0"/>
              </a:spcAft>
              <a:buClr>
                <a:srgbClr val="000000"/>
              </a:buClr>
              <a:buSzPts val="1200"/>
              <a:buFont typeface="Arial"/>
              <a:buNone/>
            </a:pPr>
            <a:r>
              <a:rPr lang="en" sz="1200">
                <a:solidFill>
                  <a:schemeClr val="dk2"/>
                </a:solidFill>
                <a:latin typeface="IBM Plex Mono"/>
                <a:ea typeface="IBM Plex Mono"/>
                <a:cs typeface="IBM Plex Mono"/>
                <a:sym typeface="IBM Plex Mono"/>
              </a:rPr>
              <a:t>Review files for style, security, and performance.</a:t>
            </a:r>
            <a:endParaRPr>
              <a:solidFill>
                <a:schemeClr val="dk2"/>
              </a:solidFill>
            </a:endParaRPr>
          </a:p>
          <a:p>
            <a:pPr indent="0" lvl="0" marL="0" rtl="0" algn="l">
              <a:spcBef>
                <a:spcPts val="0"/>
              </a:spcBef>
              <a:spcAft>
                <a:spcPts val="0"/>
              </a:spcAft>
              <a:buNone/>
            </a:pPr>
            <a:r>
              <a:t/>
            </a:r>
            <a:endParaRPr>
              <a:solidFill>
                <a:schemeClr val="dk1"/>
              </a:solidFill>
            </a:endParaRPr>
          </a:p>
          <a:p>
            <a:pPr indent="0" lvl="0" marL="0" rtl="0" algn="l">
              <a:spcBef>
                <a:spcPts val="1000"/>
              </a:spcBef>
              <a:spcAft>
                <a:spcPts val="1000"/>
              </a:spcAft>
              <a:buNone/>
            </a:pPr>
            <a:r>
              <a:t/>
            </a:r>
            <a:endParaRPr/>
          </a:p>
        </p:txBody>
      </p:sp>
      <p:sp>
        <p:nvSpPr>
          <p:cNvPr id="708" name="Google Shape;708;p88"/>
          <p:cNvSpPr txBox="1"/>
          <p:nvPr>
            <p:ph idx="12" type="sldNum"/>
          </p:nvPr>
        </p:nvSpPr>
        <p:spPr>
          <a:xfrm>
            <a:off x="8256725" y="4708927"/>
            <a:ext cx="437100" cy="107400"/>
          </a:xfrm>
          <a:prstGeom prst="rect">
            <a:avLst/>
          </a:prstGeom>
        </p:spPr>
        <p:txBody>
          <a:bodyPr anchorCtr="0" anchor="t" bIns="0" lIns="0" spcFirstLastPara="1" rIns="0" wrap="square" tIns="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2" name="Shape 712"/>
        <p:cNvGrpSpPr/>
        <p:nvPr/>
      </p:nvGrpSpPr>
      <p:grpSpPr>
        <a:xfrm>
          <a:off x="0" y="0"/>
          <a:ext cx="0" cy="0"/>
          <a:chOff x="0" y="0"/>
          <a:chExt cx="0" cy="0"/>
        </a:xfrm>
      </p:grpSpPr>
      <p:sp>
        <p:nvSpPr>
          <p:cNvPr id="713" name="Google Shape;713;p89"/>
          <p:cNvSpPr txBox="1"/>
          <p:nvPr>
            <p:ph type="title"/>
          </p:nvPr>
        </p:nvSpPr>
        <p:spPr>
          <a:xfrm>
            <a:off x="455775" y="457202"/>
            <a:ext cx="6831900" cy="5073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Writing a skill</a:t>
            </a:r>
            <a:endParaRPr/>
          </a:p>
        </p:txBody>
      </p:sp>
      <p:sp>
        <p:nvSpPr>
          <p:cNvPr id="714" name="Google Shape;714;p89"/>
          <p:cNvSpPr txBox="1"/>
          <p:nvPr>
            <p:ph idx="1" type="body"/>
          </p:nvPr>
        </p:nvSpPr>
        <p:spPr>
          <a:xfrm>
            <a:off x="455775" y="1085255"/>
            <a:ext cx="6831900" cy="2973000"/>
          </a:xfrm>
          <a:prstGeom prst="rect">
            <a:avLst/>
          </a:prstGeom>
        </p:spPr>
        <p:txBody>
          <a:bodyPr anchorCtr="0" anchor="t" bIns="0" lIns="0" spcFirstLastPara="1" rIns="0" wrap="square" tIns="0">
            <a:noAutofit/>
          </a:bodyPr>
          <a:lstStyle/>
          <a:p>
            <a:pPr indent="0" lvl="0" marL="0" rtl="0" algn="l">
              <a:spcBef>
                <a:spcPts val="1200"/>
              </a:spcBef>
              <a:spcAft>
                <a:spcPts val="0"/>
              </a:spcAft>
              <a:buNone/>
            </a:pPr>
            <a:r>
              <a:rPr lang="en"/>
              <a:t>The description field is how Claude discovers when to use a Skill</a:t>
            </a:r>
            <a:endParaRPr/>
          </a:p>
          <a:p>
            <a:pPr indent="0" lvl="0" marL="0" rtl="0" algn="l">
              <a:spcBef>
                <a:spcPts val="1200"/>
              </a:spcBef>
              <a:spcAft>
                <a:spcPts val="0"/>
              </a:spcAft>
              <a:buNone/>
            </a:pPr>
            <a:r>
              <a:rPr lang="en" sz="1200">
                <a:solidFill>
                  <a:schemeClr val="dk2"/>
                </a:solidFill>
                <a:latin typeface="IBM Plex Mono"/>
                <a:ea typeface="IBM Plex Mono"/>
                <a:cs typeface="IBM Plex Mono"/>
                <a:sym typeface="IBM Plex Mono"/>
              </a:rPr>
              <a:t># Specific — Claude knows when to activate this</a:t>
            </a:r>
            <a:endParaRPr>
              <a:solidFill>
                <a:schemeClr val="dk2"/>
              </a:solidFill>
              <a:latin typeface="Arial"/>
              <a:ea typeface="Arial"/>
              <a:cs typeface="Arial"/>
              <a:sym typeface="Arial"/>
            </a:endParaRPr>
          </a:p>
          <a:p>
            <a:pPr indent="0" lvl="0" marL="0" rtl="0" algn="l">
              <a:spcBef>
                <a:spcPts val="1000"/>
              </a:spcBef>
              <a:spcAft>
                <a:spcPts val="0"/>
              </a:spcAft>
              <a:buNone/>
            </a:pPr>
            <a:r>
              <a:rPr lang="en" sz="1200">
                <a:solidFill>
                  <a:schemeClr val="dk2"/>
                </a:solidFill>
                <a:latin typeface="IBM Plex Mono"/>
                <a:ea typeface="IBM Plex Mono"/>
                <a:cs typeface="IBM Plex Mono"/>
                <a:sym typeface="IBM Plex Mono"/>
              </a:rPr>
              <a:t>---</a:t>
            </a:r>
            <a:endParaRPr>
              <a:solidFill>
                <a:schemeClr val="dk2"/>
              </a:solidFill>
              <a:latin typeface="Arial"/>
              <a:ea typeface="Arial"/>
              <a:cs typeface="Arial"/>
              <a:sym typeface="Arial"/>
            </a:endParaRPr>
          </a:p>
          <a:p>
            <a:pPr indent="0" lvl="0" marL="0" rtl="0" algn="l">
              <a:spcBef>
                <a:spcPts val="400"/>
              </a:spcBef>
              <a:spcAft>
                <a:spcPts val="0"/>
              </a:spcAft>
              <a:buNone/>
            </a:pPr>
            <a:r>
              <a:rPr lang="en" sz="1200">
                <a:solidFill>
                  <a:schemeClr val="dk2"/>
                </a:solidFill>
                <a:latin typeface="IBM Plex Mono"/>
                <a:ea typeface="IBM Plex Mono"/>
                <a:cs typeface="IBM Plex Mono"/>
                <a:sym typeface="IBM Plex Mono"/>
              </a:rPr>
              <a:t>name: code-reviewer</a:t>
            </a:r>
            <a:endParaRPr>
              <a:solidFill>
                <a:schemeClr val="dk2"/>
              </a:solidFill>
              <a:latin typeface="Arial"/>
              <a:ea typeface="Arial"/>
              <a:cs typeface="Arial"/>
              <a:sym typeface="Arial"/>
            </a:endParaRPr>
          </a:p>
          <a:p>
            <a:pPr indent="0" lvl="0" marL="0" rtl="0" algn="l">
              <a:spcBef>
                <a:spcPts val="400"/>
              </a:spcBef>
              <a:spcAft>
                <a:spcPts val="0"/>
              </a:spcAft>
              <a:buNone/>
            </a:pPr>
            <a:r>
              <a:rPr lang="en" sz="1200">
                <a:solidFill>
                  <a:schemeClr val="dk2"/>
                </a:solidFill>
                <a:latin typeface="IBM Plex Mono"/>
                <a:ea typeface="IBM Plex Mono"/>
                <a:cs typeface="IBM Plex Mono"/>
                <a:sym typeface="IBM Plex Mono"/>
              </a:rPr>
              <a:t>description: Review code for best practices. Use when reviewing code or PRs.</a:t>
            </a:r>
            <a:endParaRPr>
              <a:solidFill>
                <a:schemeClr val="dk2"/>
              </a:solidFill>
              <a:latin typeface="Arial"/>
              <a:ea typeface="Arial"/>
              <a:cs typeface="Arial"/>
              <a:sym typeface="Arial"/>
            </a:endParaRPr>
          </a:p>
          <a:p>
            <a:pPr indent="0" lvl="0" marL="0" rtl="0" algn="l">
              <a:spcBef>
                <a:spcPts val="400"/>
              </a:spcBef>
              <a:spcAft>
                <a:spcPts val="0"/>
              </a:spcAft>
              <a:buNone/>
            </a:pPr>
            <a:r>
              <a:rPr lang="en" sz="1200">
                <a:solidFill>
                  <a:schemeClr val="dk2"/>
                </a:solidFill>
                <a:latin typeface="IBM Plex Mono"/>
                <a:ea typeface="IBM Plex Mono"/>
                <a:cs typeface="IBM Plex Mono"/>
                <a:sym typeface="IBM Plex Mono"/>
              </a:rPr>
              <a:t>---</a:t>
            </a:r>
            <a:endParaRPr>
              <a:solidFill>
                <a:schemeClr val="dk2"/>
              </a:solidFill>
              <a:latin typeface="Arial"/>
              <a:ea typeface="Arial"/>
              <a:cs typeface="Arial"/>
              <a:sym typeface="Arial"/>
            </a:endParaRPr>
          </a:p>
          <a:p>
            <a:pPr indent="0" lvl="0" marL="0" rtl="0" algn="l">
              <a:spcBef>
                <a:spcPts val="400"/>
              </a:spcBef>
              <a:spcAft>
                <a:spcPts val="0"/>
              </a:spcAft>
              <a:buNone/>
            </a:pPr>
            <a:r>
              <a:rPr lang="en" sz="1200">
                <a:solidFill>
                  <a:schemeClr val="dk2"/>
                </a:solidFill>
                <a:latin typeface="IBM Plex Mono"/>
                <a:ea typeface="IBM Plex Mono"/>
                <a:cs typeface="IBM Plex Mono"/>
                <a:sym typeface="IBM Plex Mono"/>
              </a:rPr>
              <a:t># Vague — Claude can’t discover this</a:t>
            </a:r>
            <a:endParaRPr>
              <a:solidFill>
                <a:schemeClr val="dk2"/>
              </a:solidFill>
              <a:latin typeface="Arial"/>
              <a:ea typeface="Arial"/>
              <a:cs typeface="Arial"/>
              <a:sym typeface="Arial"/>
            </a:endParaRPr>
          </a:p>
          <a:p>
            <a:pPr indent="0" lvl="0" marL="0" rtl="0" algn="l">
              <a:spcBef>
                <a:spcPts val="400"/>
              </a:spcBef>
              <a:spcAft>
                <a:spcPts val="0"/>
              </a:spcAft>
              <a:buNone/>
            </a:pPr>
            <a:r>
              <a:rPr lang="en" sz="1200">
                <a:solidFill>
                  <a:schemeClr val="dk2"/>
                </a:solidFill>
                <a:latin typeface="IBM Plex Mono"/>
                <a:ea typeface="IBM Plex Mono"/>
                <a:cs typeface="IBM Plex Mono"/>
                <a:sym typeface="IBM Plex Mono"/>
              </a:rPr>
              <a:t>---</a:t>
            </a:r>
            <a:endParaRPr>
              <a:solidFill>
                <a:schemeClr val="dk2"/>
              </a:solidFill>
              <a:latin typeface="Arial"/>
              <a:ea typeface="Arial"/>
              <a:cs typeface="Arial"/>
              <a:sym typeface="Arial"/>
            </a:endParaRPr>
          </a:p>
          <a:p>
            <a:pPr indent="0" lvl="0" marL="0" rtl="0" algn="l">
              <a:spcBef>
                <a:spcPts val="400"/>
              </a:spcBef>
              <a:spcAft>
                <a:spcPts val="0"/>
              </a:spcAft>
              <a:buNone/>
            </a:pPr>
            <a:r>
              <a:rPr lang="en" sz="1200">
                <a:solidFill>
                  <a:schemeClr val="dk2"/>
                </a:solidFill>
                <a:latin typeface="IBM Plex Mono"/>
                <a:ea typeface="IBM Plex Mono"/>
                <a:cs typeface="IBM Plex Mono"/>
                <a:sym typeface="IBM Plex Mono"/>
              </a:rPr>
              <a:t>name: helper</a:t>
            </a:r>
            <a:endParaRPr>
              <a:solidFill>
                <a:schemeClr val="dk2"/>
              </a:solidFill>
              <a:latin typeface="Arial"/>
              <a:ea typeface="Arial"/>
              <a:cs typeface="Arial"/>
              <a:sym typeface="Arial"/>
            </a:endParaRPr>
          </a:p>
          <a:p>
            <a:pPr indent="0" lvl="0" marL="0" rtl="0" algn="l">
              <a:spcBef>
                <a:spcPts val="400"/>
              </a:spcBef>
              <a:spcAft>
                <a:spcPts val="0"/>
              </a:spcAft>
              <a:buNone/>
            </a:pPr>
            <a:r>
              <a:rPr lang="en" sz="1200">
                <a:solidFill>
                  <a:schemeClr val="dk2"/>
                </a:solidFill>
                <a:latin typeface="IBM Plex Mono"/>
                <a:ea typeface="IBM Plex Mono"/>
                <a:cs typeface="IBM Plex Mono"/>
                <a:sym typeface="IBM Plex Mono"/>
              </a:rPr>
              <a:t>description: Helps with stuff</a:t>
            </a:r>
            <a:endParaRPr sz="1200">
              <a:solidFill>
                <a:schemeClr val="dk2"/>
              </a:solidFill>
              <a:latin typeface="IBM Plex Mono"/>
              <a:ea typeface="IBM Plex Mono"/>
              <a:cs typeface="IBM Plex Mono"/>
              <a:sym typeface="IBM Plex Mono"/>
            </a:endParaRPr>
          </a:p>
          <a:p>
            <a:pPr indent="0" lvl="0" marL="0" rtl="0" algn="l">
              <a:spcBef>
                <a:spcPts val="400"/>
              </a:spcBef>
              <a:spcAft>
                <a:spcPts val="0"/>
              </a:spcAft>
              <a:buNone/>
            </a:pPr>
            <a:r>
              <a:rPr lang="en" sz="1200">
                <a:solidFill>
                  <a:schemeClr val="dk2"/>
                </a:solidFill>
                <a:latin typeface="IBM Plex Mono"/>
                <a:ea typeface="IBM Plex Mono"/>
                <a:cs typeface="IBM Plex Mono"/>
                <a:sym typeface="IBM Plex Mono"/>
              </a:rPr>
              <a:t>---</a:t>
            </a:r>
            <a:endParaRPr>
              <a:solidFill>
                <a:schemeClr val="dk2"/>
              </a:solidFill>
            </a:endParaRPr>
          </a:p>
          <a:p>
            <a:pPr indent="0" lvl="0" marL="0" rtl="0" algn="l">
              <a:spcBef>
                <a:spcPts val="0"/>
              </a:spcBef>
              <a:spcAft>
                <a:spcPts val="1000"/>
              </a:spcAft>
              <a:buNone/>
            </a:pPr>
            <a:r>
              <a:rPr lang="en"/>
              <a:t>Include both what the Skill does AND when to use it</a:t>
            </a:r>
            <a:endParaRPr sz="1200">
              <a:solidFill>
                <a:srgbClr val="85200C"/>
              </a:solidFill>
              <a:latin typeface="IBM Plex Mono"/>
              <a:ea typeface="IBM Plex Mono"/>
              <a:cs typeface="IBM Plex Mono"/>
              <a:sym typeface="IBM Plex Mono"/>
            </a:endParaRPr>
          </a:p>
        </p:txBody>
      </p:sp>
      <p:sp>
        <p:nvSpPr>
          <p:cNvPr id="715" name="Google Shape;715;p89"/>
          <p:cNvSpPr txBox="1"/>
          <p:nvPr>
            <p:ph idx="12" type="sldNum"/>
          </p:nvPr>
        </p:nvSpPr>
        <p:spPr>
          <a:xfrm>
            <a:off x="8256725" y="4708927"/>
            <a:ext cx="437100" cy="107400"/>
          </a:xfrm>
          <a:prstGeom prst="rect">
            <a:avLst/>
          </a:prstGeom>
        </p:spPr>
        <p:txBody>
          <a:bodyPr anchorCtr="0" anchor="t" bIns="0" lIns="0" spcFirstLastPara="1" rIns="0" wrap="square" tIns="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9" name="Shape 719"/>
        <p:cNvGrpSpPr/>
        <p:nvPr/>
      </p:nvGrpSpPr>
      <p:grpSpPr>
        <a:xfrm>
          <a:off x="0" y="0"/>
          <a:ext cx="0" cy="0"/>
          <a:chOff x="0" y="0"/>
          <a:chExt cx="0" cy="0"/>
        </a:xfrm>
      </p:grpSpPr>
      <p:sp>
        <p:nvSpPr>
          <p:cNvPr id="720" name="Google Shape;720;p90"/>
          <p:cNvSpPr txBox="1"/>
          <p:nvPr>
            <p:ph type="title"/>
          </p:nvPr>
        </p:nvSpPr>
        <p:spPr>
          <a:xfrm>
            <a:off x="455775" y="457206"/>
            <a:ext cx="2634300" cy="3887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Skill scopes</a:t>
            </a:r>
            <a:endParaRPr/>
          </a:p>
        </p:txBody>
      </p:sp>
      <p:sp>
        <p:nvSpPr>
          <p:cNvPr id="721" name="Google Shape;721;p90"/>
          <p:cNvSpPr txBox="1"/>
          <p:nvPr>
            <p:ph idx="1" type="body"/>
          </p:nvPr>
        </p:nvSpPr>
        <p:spPr>
          <a:xfrm>
            <a:off x="3254975" y="457206"/>
            <a:ext cx="5439000" cy="3887700"/>
          </a:xfrm>
          <a:prstGeom prst="rect">
            <a:avLst/>
          </a:prstGeom>
        </p:spPr>
        <p:txBody>
          <a:bodyPr anchorCtr="0" anchor="t" bIns="0" lIns="0" spcFirstLastPara="1" rIns="0" wrap="square" tIns="0">
            <a:noAutofit/>
          </a:bodyPr>
          <a:lstStyle/>
          <a:p>
            <a:pPr indent="0" lvl="0" marL="0" rtl="0" algn="l">
              <a:spcBef>
                <a:spcPts val="1200"/>
              </a:spcBef>
              <a:spcAft>
                <a:spcPts val="0"/>
              </a:spcAft>
              <a:buNone/>
            </a:pPr>
            <a:r>
              <a:rPr lang="en">
                <a:solidFill>
                  <a:srgbClr val="000000"/>
                </a:solidFill>
              </a:rPr>
              <a:t>Skills can live in three places, each with a different reach:</a:t>
            </a:r>
            <a:endParaRPr>
              <a:solidFill>
                <a:srgbClr val="000000"/>
              </a:solidFill>
            </a:endParaRPr>
          </a:p>
          <a:p>
            <a:pPr indent="0" lvl="0" marL="0" rtl="0" algn="l">
              <a:spcBef>
                <a:spcPts val="1000"/>
              </a:spcBef>
              <a:spcAft>
                <a:spcPts val="0"/>
              </a:spcAft>
              <a:buClr>
                <a:srgbClr val="000000"/>
              </a:buClr>
              <a:buSzPts val="1200"/>
              <a:buFont typeface="Arial"/>
              <a:buNone/>
            </a:pPr>
            <a:r>
              <a:rPr b="1" lang="en">
                <a:solidFill>
                  <a:srgbClr val="000000"/>
                </a:solidFill>
              </a:rPr>
              <a:t>Personal Skills</a:t>
            </a:r>
            <a:r>
              <a:rPr lang="en">
                <a:solidFill>
                  <a:srgbClr val="000000"/>
                </a:solidFill>
              </a:rPr>
              <a:t> — </a:t>
            </a:r>
            <a:r>
              <a:rPr lang="en">
                <a:solidFill>
                  <a:schemeClr val="dk2"/>
                </a:solidFill>
              </a:rPr>
              <a:t>~/.claude/skills/</a:t>
            </a:r>
            <a:endParaRPr>
              <a:solidFill>
                <a:schemeClr val="dk2"/>
              </a:solidFill>
            </a:endParaRPr>
          </a:p>
          <a:p>
            <a:pPr indent="0" lvl="0" marL="0" rtl="0" algn="l">
              <a:spcBef>
                <a:spcPts val="200"/>
              </a:spcBef>
              <a:spcAft>
                <a:spcPts val="0"/>
              </a:spcAft>
              <a:buNone/>
            </a:pPr>
            <a:r>
              <a:rPr lang="en">
                <a:solidFill>
                  <a:srgbClr val="000000"/>
                </a:solidFill>
              </a:rPr>
              <a:t>Your individual workflows and preferences. Available across all projects.</a:t>
            </a:r>
            <a:endParaRPr>
              <a:solidFill>
                <a:srgbClr val="000000"/>
              </a:solidFill>
            </a:endParaRPr>
          </a:p>
          <a:p>
            <a:pPr indent="0" lvl="0" marL="0" rtl="0" algn="l">
              <a:spcBef>
                <a:spcPts val="1000"/>
              </a:spcBef>
              <a:spcAft>
                <a:spcPts val="0"/>
              </a:spcAft>
              <a:buClr>
                <a:srgbClr val="000000"/>
              </a:buClr>
              <a:buSzPts val="1200"/>
              <a:buFont typeface="Arial"/>
              <a:buNone/>
            </a:pPr>
            <a:r>
              <a:rPr b="1" lang="en">
                <a:solidFill>
                  <a:srgbClr val="000000"/>
                </a:solidFill>
              </a:rPr>
              <a:t>Project Skills</a:t>
            </a:r>
            <a:r>
              <a:rPr lang="en">
                <a:solidFill>
                  <a:srgbClr val="000000"/>
                </a:solidFill>
              </a:rPr>
              <a:t> — </a:t>
            </a:r>
            <a:r>
              <a:rPr lang="en">
                <a:solidFill>
                  <a:schemeClr val="dk2"/>
                </a:solidFill>
              </a:rPr>
              <a:t>.claude/skills/</a:t>
            </a:r>
            <a:endParaRPr>
              <a:solidFill>
                <a:schemeClr val="dk2"/>
              </a:solidFill>
            </a:endParaRPr>
          </a:p>
          <a:p>
            <a:pPr indent="0" lvl="0" marL="0" rtl="0" algn="l">
              <a:spcBef>
                <a:spcPts val="200"/>
              </a:spcBef>
              <a:spcAft>
                <a:spcPts val="0"/>
              </a:spcAft>
              <a:buNone/>
            </a:pPr>
            <a:r>
              <a:rPr lang="en">
                <a:solidFill>
                  <a:srgbClr val="000000"/>
                </a:solidFill>
              </a:rPr>
              <a:t>Shared with your team. Committed to git and automatically available on pull.</a:t>
            </a:r>
            <a:endParaRPr>
              <a:solidFill>
                <a:srgbClr val="000000"/>
              </a:solidFill>
            </a:endParaRPr>
          </a:p>
          <a:p>
            <a:pPr indent="0" lvl="0" marL="0" rtl="0" algn="l">
              <a:spcBef>
                <a:spcPts val="1000"/>
              </a:spcBef>
              <a:spcAft>
                <a:spcPts val="0"/>
              </a:spcAft>
              <a:buClr>
                <a:srgbClr val="000000"/>
              </a:buClr>
              <a:buSzPts val="1200"/>
              <a:buFont typeface="Arial"/>
              <a:buNone/>
            </a:pPr>
            <a:r>
              <a:rPr b="1" lang="en">
                <a:solidFill>
                  <a:srgbClr val="000000"/>
                </a:solidFill>
              </a:rPr>
              <a:t>Plugin Skills</a:t>
            </a:r>
            <a:endParaRPr b="1">
              <a:solidFill>
                <a:srgbClr val="000000"/>
              </a:solidFill>
            </a:endParaRPr>
          </a:p>
          <a:p>
            <a:pPr indent="0" lvl="0" marL="0" rtl="0" algn="l">
              <a:spcBef>
                <a:spcPts val="200"/>
              </a:spcBef>
              <a:spcAft>
                <a:spcPts val="0"/>
              </a:spcAft>
              <a:buNone/>
            </a:pPr>
            <a:r>
              <a:rPr lang="en">
                <a:solidFill>
                  <a:srgbClr val="000000"/>
                </a:solidFill>
              </a:rPr>
              <a:t>Bundled with installed Claude Code plugins. Work the same as other Skills.</a:t>
            </a:r>
            <a:endParaRPr>
              <a:solidFill>
                <a:srgbClr val="000000"/>
              </a:solidFill>
            </a:endParaRPr>
          </a:p>
          <a:p>
            <a:pPr indent="0" lvl="0" marL="0" marR="0" rtl="0" algn="l">
              <a:lnSpc>
                <a:spcPct val="115000"/>
              </a:lnSpc>
              <a:spcBef>
                <a:spcPts val="1000"/>
              </a:spcBef>
              <a:spcAft>
                <a:spcPts val="0"/>
              </a:spcAft>
              <a:buNone/>
            </a:pPr>
            <a:r>
              <a:rPr lang="en">
                <a:solidFill>
                  <a:srgbClr val="000000"/>
                </a:solidFill>
              </a:rPr>
              <a:t>Project Skills are committed to git — teammates get them automatically on pull</a:t>
            </a:r>
            <a:endParaRPr>
              <a:solidFill>
                <a:srgbClr val="000000"/>
              </a:solidFill>
            </a:endParaRPr>
          </a:p>
          <a:p>
            <a:pPr indent="0" lvl="0" marL="0" rtl="0" algn="l">
              <a:spcBef>
                <a:spcPts val="400"/>
              </a:spcBef>
              <a:spcAft>
                <a:spcPts val="0"/>
              </a:spcAft>
              <a:buNone/>
            </a:pPr>
            <a:r>
              <a:t/>
            </a:r>
            <a:endParaRPr>
              <a:solidFill>
                <a:schemeClr val="dk2"/>
              </a:solidFill>
            </a:endParaRPr>
          </a:p>
          <a:p>
            <a:pPr indent="0" lvl="0" marL="0" rtl="0" algn="l">
              <a:spcBef>
                <a:spcPts val="0"/>
              </a:spcBef>
              <a:spcAft>
                <a:spcPts val="0"/>
              </a:spcAft>
              <a:buNone/>
            </a:pPr>
            <a:r>
              <a:t/>
            </a:r>
            <a:endParaRPr>
              <a:solidFill>
                <a:schemeClr val="dk1"/>
              </a:solidFill>
            </a:endParaRPr>
          </a:p>
          <a:p>
            <a:pPr indent="0" lvl="0" marL="0" rtl="0" algn="l">
              <a:spcBef>
                <a:spcPts val="1000"/>
              </a:spcBef>
              <a:spcAft>
                <a:spcPts val="1000"/>
              </a:spcAft>
              <a:buNone/>
            </a:pPr>
            <a:r>
              <a:t/>
            </a:r>
            <a:endParaRPr/>
          </a:p>
        </p:txBody>
      </p:sp>
      <p:sp>
        <p:nvSpPr>
          <p:cNvPr id="722" name="Google Shape;722;p90"/>
          <p:cNvSpPr txBox="1"/>
          <p:nvPr>
            <p:ph idx="12" type="sldNum"/>
          </p:nvPr>
        </p:nvSpPr>
        <p:spPr>
          <a:xfrm>
            <a:off x="8256725" y="4708927"/>
            <a:ext cx="437100" cy="107400"/>
          </a:xfrm>
          <a:prstGeom prst="rect">
            <a:avLst/>
          </a:prstGeom>
        </p:spPr>
        <p:txBody>
          <a:bodyPr anchorCtr="0" anchor="t" bIns="0" lIns="0" spcFirstLastPara="1" rIns="0" wrap="square" tIns="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6" name="Shape 726"/>
        <p:cNvGrpSpPr/>
        <p:nvPr/>
      </p:nvGrpSpPr>
      <p:grpSpPr>
        <a:xfrm>
          <a:off x="0" y="0"/>
          <a:ext cx="0" cy="0"/>
          <a:chOff x="0" y="0"/>
          <a:chExt cx="0" cy="0"/>
        </a:xfrm>
      </p:grpSpPr>
      <p:sp>
        <p:nvSpPr>
          <p:cNvPr id="727" name="Google Shape;727;p91"/>
          <p:cNvSpPr txBox="1"/>
          <p:nvPr>
            <p:ph type="title"/>
          </p:nvPr>
        </p:nvSpPr>
        <p:spPr>
          <a:xfrm>
            <a:off x="455775" y="457206"/>
            <a:ext cx="2634300" cy="3887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Supporting files &amp; tool control</a:t>
            </a:r>
            <a:endParaRPr/>
          </a:p>
        </p:txBody>
      </p:sp>
      <p:sp>
        <p:nvSpPr>
          <p:cNvPr id="728" name="Google Shape;728;p91"/>
          <p:cNvSpPr txBox="1"/>
          <p:nvPr>
            <p:ph idx="1" type="body"/>
          </p:nvPr>
        </p:nvSpPr>
        <p:spPr>
          <a:xfrm>
            <a:off x="3254975" y="457206"/>
            <a:ext cx="5439000" cy="3887700"/>
          </a:xfrm>
          <a:prstGeom prst="rect">
            <a:avLst/>
          </a:prstGeom>
        </p:spPr>
        <p:txBody>
          <a:bodyPr anchorCtr="0" anchor="t" bIns="0" lIns="0" spcFirstLastPara="1" rIns="0" wrap="square" tIns="0">
            <a:noAutofit/>
          </a:bodyPr>
          <a:lstStyle/>
          <a:p>
            <a:pPr indent="0" lvl="0" marL="0" rtl="0" algn="l">
              <a:spcBef>
                <a:spcPts val="1200"/>
              </a:spcBef>
              <a:spcAft>
                <a:spcPts val="0"/>
              </a:spcAft>
              <a:buNone/>
            </a:pPr>
            <a:r>
              <a:rPr lang="en">
                <a:solidFill>
                  <a:srgbClr val="000000"/>
                </a:solidFill>
              </a:rPr>
              <a:t>Skills can bundle scripts, templates, and docs alongside SKILL.md</a:t>
            </a:r>
            <a:endParaRPr>
              <a:solidFill>
                <a:srgbClr val="000000"/>
              </a:solidFill>
              <a:latin typeface="Arial"/>
              <a:ea typeface="Arial"/>
              <a:cs typeface="Arial"/>
              <a:sym typeface="Arial"/>
            </a:endParaRPr>
          </a:p>
          <a:p>
            <a:pPr indent="0" lvl="0" marL="0" rtl="0" algn="l">
              <a:spcBef>
                <a:spcPts val="600"/>
              </a:spcBef>
              <a:spcAft>
                <a:spcPts val="0"/>
              </a:spcAft>
              <a:buNone/>
            </a:pPr>
            <a:r>
              <a:rPr lang="en" sz="1200">
                <a:solidFill>
                  <a:schemeClr val="dk2"/>
                </a:solidFill>
                <a:latin typeface="IBM Plex Mono"/>
                <a:ea typeface="IBM Plex Mono"/>
                <a:cs typeface="IBM Plex Mono"/>
                <a:sym typeface="IBM Plex Mono"/>
              </a:rPr>
              <a:t># Supporting files are loaded only when needed</a:t>
            </a:r>
            <a:endParaRPr>
              <a:solidFill>
                <a:schemeClr val="dk2"/>
              </a:solidFill>
              <a:latin typeface="Arial"/>
              <a:ea typeface="Arial"/>
              <a:cs typeface="Arial"/>
              <a:sym typeface="Arial"/>
            </a:endParaRPr>
          </a:p>
          <a:p>
            <a:pPr indent="0" lvl="0" marL="0" rtl="0" algn="l">
              <a:spcBef>
                <a:spcPts val="400"/>
              </a:spcBef>
              <a:spcAft>
                <a:spcPts val="0"/>
              </a:spcAft>
              <a:buNone/>
            </a:pPr>
            <a:r>
              <a:rPr lang="en" sz="1200">
                <a:solidFill>
                  <a:schemeClr val="dk2"/>
                </a:solidFill>
                <a:latin typeface="IBM Plex Mono"/>
                <a:ea typeface="IBM Plex Mono"/>
                <a:cs typeface="IBM Plex Mono"/>
                <a:sym typeface="IBM Plex Mono"/>
              </a:rPr>
              <a:t>code-reviewer/</a:t>
            </a:r>
            <a:endParaRPr>
              <a:solidFill>
                <a:schemeClr val="dk2"/>
              </a:solidFill>
              <a:latin typeface="Arial"/>
              <a:ea typeface="Arial"/>
              <a:cs typeface="Arial"/>
              <a:sym typeface="Arial"/>
            </a:endParaRPr>
          </a:p>
          <a:p>
            <a:pPr indent="0" lvl="0" marL="0" rtl="0" algn="l">
              <a:spcBef>
                <a:spcPts val="400"/>
              </a:spcBef>
              <a:spcAft>
                <a:spcPts val="0"/>
              </a:spcAft>
              <a:buNone/>
            </a:pPr>
            <a:r>
              <a:rPr lang="en" sz="1200">
                <a:solidFill>
                  <a:schemeClr val="dk2"/>
                </a:solidFill>
                <a:latin typeface="IBM Plex Mono"/>
                <a:ea typeface="IBM Plex Mono"/>
                <a:cs typeface="IBM Plex Mono"/>
                <a:sym typeface="IBM Plex Mono"/>
              </a:rPr>
              <a:t>├── SKILL.md          ← required</a:t>
            </a:r>
            <a:endParaRPr>
              <a:solidFill>
                <a:schemeClr val="dk2"/>
              </a:solidFill>
              <a:latin typeface="Arial"/>
              <a:ea typeface="Arial"/>
              <a:cs typeface="Arial"/>
              <a:sym typeface="Arial"/>
            </a:endParaRPr>
          </a:p>
          <a:p>
            <a:pPr indent="0" lvl="0" marL="0" rtl="0" algn="l">
              <a:spcBef>
                <a:spcPts val="400"/>
              </a:spcBef>
              <a:spcAft>
                <a:spcPts val="0"/>
              </a:spcAft>
              <a:buNone/>
            </a:pPr>
            <a:r>
              <a:rPr lang="en" sz="1200">
                <a:solidFill>
                  <a:schemeClr val="dk2"/>
                </a:solidFill>
                <a:latin typeface="IBM Plex Mono"/>
                <a:ea typeface="IBM Plex Mono"/>
                <a:cs typeface="IBM Plex Mono"/>
                <a:sym typeface="IBM Plex Mono"/>
              </a:rPr>
              <a:t>├── checklist.md      ← reference docs</a:t>
            </a:r>
            <a:endParaRPr>
              <a:solidFill>
                <a:schemeClr val="dk2"/>
              </a:solidFill>
              <a:latin typeface="Arial"/>
              <a:ea typeface="Arial"/>
              <a:cs typeface="Arial"/>
              <a:sym typeface="Arial"/>
            </a:endParaRPr>
          </a:p>
          <a:p>
            <a:pPr indent="0" lvl="0" marL="0" rtl="0" algn="l">
              <a:spcBef>
                <a:spcPts val="400"/>
              </a:spcBef>
              <a:spcAft>
                <a:spcPts val="0"/>
              </a:spcAft>
              <a:buNone/>
            </a:pPr>
            <a:r>
              <a:rPr lang="en" sz="1200">
                <a:solidFill>
                  <a:schemeClr val="dk2"/>
                </a:solidFill>
                <a:latin typeface="IBM Plex Mono"/>
                <a:ea typeface="IBM Plex Mono"/>
                <a:cs typeface="IBM Plex Mono"/>
                <a:sym typeface="IBM Plex Mono"/>
              </a:rPr>
              <a:t>└── scripts/</a:t>
            </a:r>
            <a:endParaRPr>
              <a:solidFill>
                <a:schemeClr val="dk2"/>
              </a:solidFill>
              <a:latin typeface="Arial"/>
              <a:ea typeface="Arial"/>
              <a:cs typeface="Arial"/>
              <a:sym typeface="Arial"/>
            </a:endParaRPr>
          </a:p>
          <a:p>
            <a:pPr indent="0" lvl="0" marL="0" rtl="0" algn="l">
              <a:spcBef>
                <a:spcPts val="400"/>
              </a:spcBef>
              <a:spcAft>
                <a:spcPts val="0"/>
              </a:spcAft>
              <a:buNone/>
            </a:pPr>
            <a:r>
              <a:rPr lang="en" sz="1200">
                <a:solidFill>
                  <a:schemeClr val="dk2"/>
                </a:solidFill>
                <a:latin typeface="IBM Plex Mono"/>
                <a:ea typeface="IBM Plex Mono"/>
                <a:cs typeface="IBM Plex Mono"/>
                <a:sym typeface="IBM Plex Mono"/>
              </a:rPr>
              <a:t>    └── lint.py       ← utility script</a:t>
            </a:r>
            <a:endParaRPr>
              <a:solidFill>
                <a:schemeClr val="dk2"/>
              </a:solidFill>
              <a:latin typeface="Arial"/>
              <a:ea typeface="Arial"/>
              <a:cs typeface="Arial"/>
              <a:sym typeface="Arial"/>
            </a:endParaRPr>
          </a:p>
          <a:p>
            <a:pPr indent="0" lvl="0" marL="0" rtl="0" algn="l">
              <a:spcBef>
                <a:spcPts val="400"/>
              </a:spcBef>
              <a:spcAft>
                <a:spcPts val="0"/>
              </a:spcAft>
              <a:buClr>
                <a:srgbClr val="000000"/>
              </a:buClr>
              <a:buSzPts val="1400"/>
              <a:buFont typeface="Arial"/>
              <a:buNone/>
            </a:pPr>
            <a:r>
              <a:t/>
            </a:r>
            <a:endParaRPr>
              <a:solidFill>
                <a:schemeClr val="dk2"/>
              </a:solidFill>
              <a:latin typeface="Arial"/>
              <a:ea typeface="Arial"/>
              <a:cs typeface="Arial"/>
              <a:sym typeface="Arial"/>
            </a:endParaRPr>
          </a:p>
          <a:p>
            <a:pPr indent="0" lvl="0" marL="0" rtl="0" algn="l">
              <a:spcBef>
                <a:spcPts val="400"/>
              </a:spcBef>
              <a:spcAft>
                <a:spcPts val="0"/>
              </a:spcAft>
              <a:buNone/>
            </a:pPr>
            <a:r>
              <a:rPr lang="en" sz="1200">
                <a:solidFill>
                  <a:schemeClr val="dk2"/>
                </a:solidFill>
                <a:latin typeface="IBM Plex Mono"/>
                <a:ea typeface="IBM Plex Mono"/>
                <a:cs typeface="IBM Plex Mono"/>
                <a:sym typeface="IBM Plex Mono"/>
              </a:rPr>
              <a:t># Restrict tool access with allowed-tools</a:t>
            </a:r>
            <a:endParaRPr>
              <a:solidFill>
                <a:schemeClr val="dk2"/>
              </a:solidFill>
              <a:latin typeface="Arial"/>
              <a:ea typeface="Arial"/>
              <a:cs typeface="Arial"/>
              <a:sym typeface="Arial"/>
            </a:endParaRPr>
          </a:p>
          <a:p>
            <a:pPr indent="0" lvl="0" marL="0" rtl="0" algn="l">
              <a:spcBef>
                <a:spcPts val="400"/>
              </a:spcBef>
              <a:spcAft>
                <a:spcPts val="0"/>
              </a:spcAft>
              <a:buNone/>
            </a:pPr>
            <a:r>
              <a:rPr lang="en" sz="1200">
                <a:solidFill>
                  <a:schemeClr val="dk2"/>
                </a:solidFill>
                <a:latin typeface="IBM Plex Mono"/>
                <a:ea typeface="IBM Plex Mono"/>
                <a:cs typeface="IBM Plex Mono"/>
                <a:sym typeface="IBM Plex Mono"/>
              </a:rPr>
              <a:t>---</a:t>
            </a:r>
            <a:endParaRPr>
              <a:solidFill>
                <a:schemeClr val="dk2"/>
              </a:solidFill>
              <a:latin typeface="Arial"/>
              <a:ea typeface="Arial"/>
              <a:cs typeface="Arial"/>
              <a:sym typeface="Arial"/>
            </a:endParaRPr>
          </a:p>
          <a:p>
            <a:pPr indent="0" lvl="0" marL="0" rtl="0" algn="l">
              <a:spcBef>
                <a:spcPts val="400"/>
              </a:spcBef>
              <a:spcAft>
                <a:spcPts val="0"/>
              </a:spcAft>
              <a:buNone/>
            </a:pPr>
            <a:r>
              <a:rPr lang="en" sz="1200">
                <a:solidFill>
                  <a:schemeClr val="dk2"/>
                </a:solidFill>
                <a:latin typeface="IBM Plex Mono"/>
                <a:ea typeface="IBM Plex Mono"/>
                <a:cs typeface="IBM Plex Mono"/>
                <a:sym typeface="IBM Plex Mono"/>
              </a:rPr>
              <a:t>name: safe-reader</a:t>
            </a:r>
            <a:endParaRPr>
              <a:solidFill>
                <a:schemeClr val="dk2"/>
              </a:solidFill>
              <a:latin typeface="Arial"/>
              <a:ea typeface="Arial"/>
              <a:cs typeface="Arial"/>
              <a:sym typeface="Arial"/>
            </a:endParaRPr>
          </a:p>
          <a:p>
            <a:pPr indent="0" lvl="0" marL="0" rtl="0" algn="l">
              <a:spcBef>
                <a:spcPts val="400"/>
              </a:spcBef>
              <a:spcAft>
                <a:spcPts val="0"/>
              </a:spcAft>
              <a:buNone/>
            </a:pPr>
            <a:r>
              <a:rPr lang="en" sz="1200">
                <a:solidFill>
                  <a:schemeClr val="dk2"/>
                </a:solidFill>
                <a:latin typeface="IBM Plex Mono"/>
                <a:ea typeface="IBM Plex Mono"/>
                <a:cs typeface="IBM Plex Mono"/>
                <a:sym typeface="IBM Plex Mono"/>
              </a:rPr>
              <a:t>description: Read-only file access. Use for code auditing.</a:t>
            </a:r>
            <a:endParaRPr>
              <a:solidFill>
                <a:schemeClr val="dk2"/>
              </a:solidFill>
              <a:latin typeface="Arial"/>
              <a:ea typeface="Arial"/>
              <a:cs typeface="Arial"/>
              <a:sym typeface="Arial"/>
            </a:endParaRPr>
          </a:p>
          <a:p>
            <a:pPr indent="0" lvl="0" marL="0" rtl="0" algn="l">
              <a:spcBef>
                <a:spcPts val="400"/>
              </a:spcBef>
              <a:spcAft>
                <a:spcPts val="0"/>
              </a:spcAft>
              <a:buNone/>
            </a:pPr>
            <a:r>
              <a:rPr lang="en" sz="1200">
                <a:solidFill>
                  <a:schemeClr val="dk2"/>
                </a:solidFill>
                <a:latin typeface="IBM Plex Mono"/>
                <a:ea typeface="IBM Plex Mono"/>
                <a:cs typeface="IBM Plex Mono"/>
                <a:sym typeface="IBM Plex Mono"/>
              </a:rPr>
              <a:t>allowed-tools: Read, Grep, Glob</a:t>
            </a:r>
            <a:endParaRPr>
              <a:solidFill>
                <a:srgbClr val="000000"/>
              </a:solidFill>
            </a:endParaRPr>
          </a:p>
          <a:p>
            <a:pPr indent="0" lvl="0" marL="0" rtl="0" algn="l">
              <a:spcBef>
                <a:spcPts val="1000"/>
              </a:spcBef>
              <a:spcAft>
                <a:spcPts val="0"/>
              </a:spcAft>
              <a:buNone/>
            </a:pPr>
            <a:r>
              <a:rPr lang="en">
                <a:solidFill>
                  <a:srgbClr val="000000"/>
                </a:solidFill>
              </a:rPr>
              <a:t>allowed-tools restricts which tools Claude can use when a Skill is active</a:t>
            </a:r>
            <a:endParaRPr sz="1200">
              <a:solidFill>
                <a:schemeClr val="dk2"/>
              </a:solidFill>
              <a:latin typeface="IBM Plex Mono"/>
              <a:ea typeface="IBM Plex Mono"/>
              <a:cs typeface="IBM Plex Mono"/>
              <a:sym typeface="IBM Plex Mono"/>
            </a:endParaRPr>
          </a:p>
          <a:p>
            <a:pPr indent="0" lvl="0" marL="0" rtl="0" algn="l">
              <a:spcBef>
                <a:spcPts val="1000"/>
              </a:spcBef>
              <a:spcAft>
                <a:spcPts val="0"/>
              </a:spcAft>
              <a:buNone/>
            </a:pPr>
            <a:r>
              <a:t/>
            </a:r>
            <a:endParaRPr sz="1200">
              <a:solidFill>
                <a:schemeClr val="dk2"/>
              </a:solidFill>
              <a:latin typeface="IBM Plex Mono"/>
              <a:ea typeface="IBM Plex Mono"/>
              <a:cs typeface="IBM Plex Mono"/>
              <a:sym typeface="IBM Plex Mono"/>
            </a:endParaRPr>
          </a:p>
          <a:p>
            <a:pPr indent="0" lvl="0" marL="0" rtl="0" algn="l">
              <a:spcBef>
                <a:spcPts val="0"/>
              </a:spcBef>
              <a:spcAft>
                <a:spcPts val="0"/>
              </a:spcAft>
              <a:buNone/>
            </a:pPr>
            <a:r>
              <a:t/>
            </a:r>
            <a:endParaRPr>
              <a:solidFill>
                <a:schemeClr val="dk1"/>
              </a:solidFill>
            </a:endParaRPr>
          </a:p>
          <a:p>
            <a:pPr indent="0" lvl="0" marL="0" rtl="0" algn="l">
              <a:spcBef>
                <a:spcPts val="1000"/>
              </a:spcBef>
              <a:spcAft>
                <a:spcPts val="1000"/>
              </a:spcAft>
              <a:buNone/>
            </a:pPr>
            <a:r>
              <a:t/>
            </a:r>
            <a:endParaRPr/>
          </a:p>
        </p:txBody>
      </p:sp>
      <p:sp>
        <p:nvSpPr>
          <p:cNvPr id="729" name="Google Shape;729;p91"/>
          <p:cNvSpPr txBox="1"/>
          <p:nvPr>
            <p:ph idx="12" type="sldNum"/>
          </p:nvPr>
        </p:nvSpPr>
        <p:spPr>
          <a:xfrm>
            <a:off x="8256725" y="4708927"/>
            <a:ext cx="437100" cy="107400"/>
          </a:xfrm>
          <a:prstGeom prst="rect">
            <a:avLst/>
          </a:prstGeom>
        </p:spPr>
        <p:txBody>
          <a:bodyPr anchorCtr="0" anchor="t" bIns="0" lIns="0" spcFirstLastPara="1" rIns="0" wrap="square" tIns="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3" name="Shape 733"/>
        <p:cNvGrpSpPr/>
        <p:nvPr/>
      </p:nvGrpSpPr>
      <p:grpSpPr>
        <a:xfrm>
          <a:off x="0" y="0"/>
          <a:ext cx="0" cy="0"/>
          <a:chOff x="0" y="0"/>
          <a:chExt cx="0" cy="0"/>
        </a:xfrm>
      </p:grpSpPr>
      <p:sp>
        <p:nvSpPr>
          <p:cNvPr id="734" name="Google Shape;734;p92"/>
          <p:cNvSpPr txBox="1"/>
          <p:nvPr>
            <p:ph type="title"/>
          </p:nvPr>
        </p:nvSpPr>
        <p:spPr>
          <a:xfrm>
            <a:off x="455775" y="457206"/>
            <a:ext cx="6831900" cy="8082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MCP + Skills: scaling tool access</a:t>
            </a:r>
            <a:endParaRPr/>
          </a:p>
        </p:txBody>
      </p:sp>
      <p:sp>
        <p:nvSpPr>
          <p:cNvPr id="735" name="Google Shape;735;p92"/>
          <p:cNvSpPr txBox="1"/>
          <p:nvPr>
            <p:ph idx="1" type="body"/>
          </p:nvPr>
        </p:nvSpPr>
        <p:spPr>
          <a:xfrm>
            <a:off x="455775" y="977824"/>
            <a:ext cx="6831900" cy="37311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sz="1300"/>
              <a:t>Direct tool calls bloat context as you connect more MCP servers</a:t>
            </a:r>
            <a:endParaRPr sz="1300"/>
          </a:p>
          <a:p>
            <a:pPr indent="0" lvl="0" marL="0" rtl="0" algn="l">
              <a:spcBef>
                <a:spcPts val="1000"/>
              </a:spcBef>
              <a:spcAft>
                <a:spcPts val="0"/>
              </a:spcAft>
              <a:buClr>
                <a:srgbClr val="000000"/>
              </a:buClr>
              <a:buSzPts val="1200"/>
              <a:buFont typeface="Arial"/>
              <a:buNone/>
            </a:pPr>
            <a:r>
              <a:rPr lang="en" sz="1100">
                <a:solidFill>
                  <a:schemeClr val="dk2"/>
                </a:solidFill>
                <a:latin typeface="IBM Plex Mono"/>
                <a:ea typeface="IBM Plex Mono"/>
                <a:cs typeface="IBM Plex Mono"/>
                <a:sym typeface="IBM Plex Mono"/>
              </a:rPr>
              <a:t># Before: full document flows through context twice</a:t>
            </a:r>
            <a:endParaRPr sz="1300">
              <a:solidFill>
                <a:schemeClr val="dk2"/>
              </a:solidFill>
              <a:latin typeface="Arial"/>
              <a:ea typeface="Arial"/>
              <a:cs typeface="Arial"/>
              <a:sym typeface="Arial"/>
            </a:endParaRPr>
          </a:p>
          <a:p>
            <a:pPr indent="0" lvl="0" marL="0" rtl="0" algn="l">
              <a:spcBef>
                <a:spcPts val="400"/>
              </a:spcBef>
              <a:spcAft>
                <a:spcPts val="0"/>
              </a:spcAft>
              <a:buClr>
                <a:srgbClr val="000000"/>
              </a:buClr>
              <a:buSzPts val="1200"/>
              <a:buFont typeface="Arial"/>
              <a:buNone/>
            </a:pPr>
            <a:r>
              <a:rPr lang="en" sz="1100">
                <a:solidFill>
                  <a:schemeClr val="dk2"/>
                </a:solidFill>
                <a:latin typeface="IBM Plex Mono"/>
                <a:ea typeface="IBM Plex Mono"/>
                <a:cs typeface="IBM Plex Mono"/>
                <a:sym typeface="IBM Plex Mono"/>
              </a:rPr>
              <a:t>TOOL CALL: gdrive.getDocument(documentId: "abc123")</a:t>
            </a:r>
            <a:endParaRPr sz="1300">
              <a:solidFill>
                <a:schemeClr val="dk2"/>
              </a:solidFill>
              <a:latin typeface="Arial"/>
              <a:ea typeface="Arial"/>
              <a:cs typeface="Arial"/>
              <a:sym typeface="Arial"/>
            </a:endParaRPr>
          </a:p>
          <a:p>
            <a:pPr indent="0" lvl="0" marL="0" rtl="0" algn="l">
              <a:spcBef>
                <a:spcPts val="400"/>
              </a:spcBef>
              <a:spcAft>
                <a:spcPts val="0"/>
              </a:spcAft>
              <a:buClr>
                <a:srgbClr val="000000"/>
              </a:buClr>
              <a:buSzPts val="1200"/>
              <a:buFont typeface="Arial"/>
              <a:buNone/>
            </a:pPr>
            <a:r>
              <a:rPr lang="en" sz="1100">
                <a:solidFill>
                  <a:schemeClr val="dk2"/>
                </a:solidFill>
                <a:latin typeface="IBM Plex Mono"/>
                <a:ea typeface="IBM Plex Mono"/>
                <a:cs typeface="IBM Plex Mono"/>
                <a:sym typeface="IBM Plex Mono"/>
              </a:rPr>
              <a:t>  ← full transcript (50K+ tokens) loaded into context</a:t>
            </a:r>
            <a:endParaRPr sz="1300">
              <a:solidFill>
                <a:schemeClr val="dk2"/>
              </a:solidFill>
              <a:latin typeface="Arial"/>
              <a:ea typeface="Arial"/>
              <a:cs typeface="Arial"/>
              <a:sym typeface="Arial"/>
            </a:endParaRPr>
          </a:p>
          <a:p>
            <a:pPr indent="0" lvl="0" marL="0" rtl="0" algn="l">
              <a:spcBef>
                <a:spcPts val="400"/>
              </a:spcBef>
              <a:spcAft>
                <a:spcPts val="0"/>
              </a:spcAft>
              <a:buClr>
                <a:srgbClr val="000000"/>
              </a:buClr>
              <a:buSzPts val="1200"/>
              <a:buFont typeface="Arial"/>
              <a:buNone/>
            </a:pPr>
            <a:r>
              <a:rPr lang="en" sz="1100">
                <a:solidFill>
                  <a:schemeClr val="dk2"/>
                </a:solidFill>
                <a:latin typeface="IBM Plex Mono"/>
                <a:ea typeface="IBM Plex Mono"/>
                <a:cs typeface="IBM Plex Mono"/>
                <a:sym typeface="IBM Plex Mono"/>
              </a:rPr>
              <a:t>TOOL CALL: salesforce.updateRecord({ Notes: "..." })</a:t>
            </a:r>
            <a:endParaRPr sz="1300">
              <a:solidFill>
                <a:schemeClr val="dk2"/>
              </a:solidFill>
              <a:latin typeface="Arial"/>
              <a:ea typeface="Arial"/>
              <a:cs typeface="Arial"/>
              <a:sym typeface="Arial"/>
            </a:endParaRPr>
          </a:p>
          <a:p>
            <a:pPr indent="0" lvl="0" marL="0" rtl="0" algn="l">
              <a:spcBef>
                <a:spcPts val="400"/>
              </a:spcBef>
              <a:spcAft>
                <a:spcPts val="0"/>
              </a:spcAft>
              <a:buClr>
                <a:srgbClr val="000000"/>
              </a:buClr>
              <a:buSzPts val="1200"/>
              <a:buFont typeface="Arial"/>
              <a:buNone/>
            </a:pPr>
            <a:r>
              <a:rPr lang="en" sz="1100">
                <a:solidFill>
                  <a:schemeClr val="dk2"/>
                </a:solidFill>
                <a:latin typeface="IBM Plex Mono"/>
                <a:ea typeface="IBM Plex Mono"/>
                <a:cs typeface="IBM Plex Mono"/>
                <a:sym typeface="IBM Plex Mono"/>
              </a:rPr>
              <a:t>  ← model writes full transcript into context again</a:t>
            </a:r>
            <a:endParaRPr sz="1300">
              <a:solidFill>
                <a:schemeClr val="dk2"/>
              </a:solidFill>
              <a:latin typeface="Arial"/>
              <a:ea typeface="Arial"/>
              <a:cs typeface="Arial"/>
              <a:sym typeface="Arial"/>
            </a:endParaRPr>
          </a:p>
          <a:p>
            <a:pPr indent="0" lvl="0" marL="0" rtl="0" algn="l">
              <a:spcBef>
                <a:spcPts val="400"/>
              </a:spcBef>
              <a:spcAft>
                <a:spcPts val="0"/>
              </a:spcAft>
              <a:buClr>
                <a:srgbClr val="000000"/>
              </a:buClr>
              <a:buSzPts val="1400"/>
              <a:buFont typeface="Arial"/>
              <a:buNone/>
            </a:pPr>
            <a:r>
              <a:t/>
            </a:r>
            <a:endParaRPr sz="1300">
              <a:solidFill>
                <a:schemeClr val="dk2"/>
              </a:solidFill>
              <a:latin typeface="Arial"/>
              <a:ea typeface="Arial"/>
              <a:cs typeface="Arial"/>
              <a:sym typeface="Arial"/>
            </a:endParaRPr>
          </a:p>
          <a:p>
            <a:pPr indent="0" lvl="0" marL="0" rtl="0" algn="l">
              <a:spcBef>
                <a:spcPts val="400"/>
              </a:spcBef>
              <a:spcAft>
                <a:spcPts val="0"/>
              </a:spcAft>
              <a:buClr>
                <a:srgbClr val="000000"/>
              </a:buClr>
              <a:buSzPts val="1200"/>
              <a:buFont typeface="Arial"/>
              <a:buNone/>
            </a:pPr>
            <a:r>
              <a:rPr lang="en" sz="1100">
                <a:solidFill>
                  <a:schemeClr val="dk2"/>
                </a:solidFill>
                <a:latin typeface="IBM Plex Mono"/>
                <a:ea typeface="IBM Plex Mono"/>
                <a:cs typeface="IBM Plex Mono"/>
                <a:sym typeface="IBM Plex Mono"/>
              </a:rPr>
              <a:t># After: code calls MCP tools, data stays out of context</a:t>
            </a:r>
            <a:endParaRPr sz="1300">
              <a:solidFill>
                <a:schemeClr val="dk2"/>
              </a:solidFill>
              <a:latin typeface="Arial"/>
              <a:ea typeface="Arial"/>
              <a:cs typeface="Arial"/>
              <a:sym typeface="Arial"/>
            </a:endParaRPr>
          </a:p>
          <a:p>
            <a:pPr indent="0" lvl="0" marL="0" rtl="0" algn="l">
              <a:spcBef>
                <a:spcPts val="400"/>
              </a:spcBef>
              <a:spcAft>
                <a:spcPts val="0"/>
              </a:spcAft>
              <a:buClr>
                <a:srgbClr val="000000"/>
              </a:buClr>
              <a:buSzPts val="1200"/>
              <a:buFont typeface="Arial"/>
              <a:buNone/>
            </a:pPr>
            <a:r>
              <a:rPr lang="en" sz="1100">
                <a:solidFill>
                  <a:schemeClr val="dk2"/>
                </a:solidFill>
                <a:latin typeface="IBM Plex Mono"/>
                <a:ea typeface="IBM Plex Mono"/>
                <a:cs typeface="IBM Plex Mono"/>
                <a:sym typeface="IBM Plex Mono"/>
              </a:rPr>
              <a:t>import * as gdrive from './servers/google-drive';</a:t>
            </a:r>
            <a:endParaRPr sz="1300">
              <a:solidFill>
                <a:schemeClr val="dk2"/>
              </a:solidFill>
              <a:latin typeface="Arial"/>
              <a:ea typeface="Arial"/>
              <a:cs typeface="Arial"/>
              <a:sym typeface="Arial"/>
            </a:endParaRPr>
          </a:p>
          <a:p>
            <a:pPr indent="0" lvl="0" marL="0" rtl="0" algn="l">
              <a:spcBef>
                <a:spcPts val="400"/>
              </a:spcBef>
              <a:spcAft>
                <a:spcPts val="0"/>
              </a:spcAft>
              <a:buClr>
                <a:srgbClr val="000000"/>
              </a:buClr>
              <a:buSzPts val="1200"/>
              <a:buFont typeface="Arial"/>
              <a:buNone/>
            </a:pPr>
            <a:r>
              <a:rPr lang="en" sz="1100">
                <a:solidFill>
                  <a:schemeClr val="dk2"/>
                </a:solidFill>
                <a:latin typeface="IBM Plex Mono"/>
                <a:ea typeface="IBM Plex Mono"/>
                <a:cs typeface="IBM Plex Mono"/>
                <a:sym typeface="IBM Plex Mono"/>
              </a:rPr>
              <a:t>import * as salesforce from './servers/salesforce';</a:t>
            </a:r>
            <a:endParaRPr sz="1300">
              <a:solidFill>
                <a:schemeClr val="dk2"/>
              </a:solidFill>
              <a:latin typeface="Arial"/>
              <a:ea typeface="Arial"/>
              <a:cs typeface="Arial"/>
              <a:sym typeface="Arial"/>
            </a:endParaRPr>
          </a:p>
          <a:p>
            <a:pPr indent="0" lvl="0" marL="0" rtl="0" algn="l">
              <a:spcBef>
                <a:spcPts val="400"/>
              </a:spcBef>
              <a:spcAft>
                <a:spcPts val="0"/>
              </a:spcAft>
              <a:buClr>
                <a:srgbClr val="000000"/>
              </a:buClr>
              <a:buSzPts val="1200"/>
              <a:buFont typeface="Arial"/>
              <a:buNone/>
            </a:pPr>
            <a:r>
              <a:rPr lang="en" sz="1100">
                <a:solidFill>
                  <a:schemeClr val="dk2"/>
                </a:solidFill>
                <a:latin typeface="IBM Plex Mono"/>
                <a:ea typeface="IBM Plex Mono"/>
                <a:cs typeface="IBM Plex Mono"/>
                <a:sym typeface="IBM Plex Mono"/>
              </a:rPr>
              <a:t>const doc = await gdrive.getDocument({ documentId: 'abc123' });</a:t>
            </a:r>
            <a:endParaRPr sz="1300">
              <a:solidFill>
                <a:schemeClr val="dk2"/>
              </a:solidFill>
              <a:latin typeface="Arial"/>
              <a:ea typeface="Arial"/>
              <a:cs typeface="Arial"/>
              <a:sym typeface="Arial"/>
            </a:endParaRPr>
          </a:p>
          <a:p>
            <a:pPr indent="0" lvl="0" marL="0" rtl="0" algn="l">
              <a:spcBef>
                <a:spcPts val="400"/>
              </a:spcBef>
              <a:spcAft>
                <a:spcPts val="0"/>
              </a:spcAft>
              <a:buClr>
                <a:srgbClr val="000000"/>
              </a:buClr>
              <a:buSzPts val="1200"/>
              <a:buFont typeface="Arial"/>
              <a:buNone/>
            </a:pPr>
            <a:r>
              <a:rPr lang="en" sz="1100">
                <a:solidFill>
                  <a:schemeClr val="dk2"/>
                </a:solidFill>
                <a:latin typeface="IBM Plex Mono"/>
                <a:ea typeface="IBM Plex Mono"/>
                <a:cs typeface="IBM Plex Mono"/>
                <a:sym typeface="IBM Plex Mono"/>
              </a:rPr>
              <a:t>await salesforce.updateRecord({ data: { Notes: doc.content } });</a:t>
            </a:r>
            <a:endParaRPr sz="1300">
              <a:solidFill>
                <a:schemeClr val="dk2"/>
              </a:solidFill>
              <a:latin typeface="Arial"/>
              <a:ea typeface="Arial"/>
              <a:cs typeface="Arial"/>
              <a:sym typeface="Arial"/>
            </a:endParaRPr>
          </a:p>
          <a:p>
            <a:pPr indent="0" lvl="0" marL="0" rtl="0" algn="l">
              <a:spcBef>
                <a:spcPts val="400"/>
              </a:spcBef>
              <a:spcAft>
                <a:spcPts val="0"/>
              </a:spcAft>
              <a:buNone/>
            </a:pPr>
            <a:r>
              <a:rPr lang="en" sz="1100">
                <a:solidFill>
                  <a:schemeClr val="dk2"/>
                </a:solidFill>
                <a:latin typeface="IBM Plex Mono"/>
                <a:ea typeface="IBM Plex Mono"/>
                <a:cs typeface="IBM Plex Mono"/>
                <a:sym typeface="IBM Plex Mono"/>
              </a:rPr>
              <a:t>// Transcript never passes through the model</a:t>
            </a:r>
            <a:endParaRPr sz="1100">
              <a:solidFill>
                <a:schemeClr val="dk2"/>
              </a:solidFill>
              <a:latin typeface="IBM Plex Mono"/>
              <a:ea typeface="IBM Plex Mono"/>
              <a:cs typeface="IBM Plex Mono"/>
              <a:sym typeface="IBM Plex Mono"/>
            </a:endParaRPr>
          </a:p>
          <a:p>
            <a:pPr indent="0" lvl="0" marL="0" rtl="0" algn="l">
              <a:spcBef>
                <a:spcPts val="1000"/>
              </a:spcBef>
              <a:spcAft>
                <a:spcPts val="0"/>
              </a:spcAft>
              <a:buNone/>
            </a:pPr>
            <a:r>
              <a:rPr lang="en" sz="1300">
                <a:solidFill>
                  <a:srgbClr val="030712"/>
                </a:solidFill>
              </a:rPr>
              <a:t>150K → 2K tokens: 98.7% reduction by writing code to call MCP tools</a:t>
            </a:r>
            <a:endParaRPr sz="1000">
              <a:solidFill>
                <a:schemeClr val="dk2"/>
              </a:solidFill>
              <a:latin typeface="IBM Plex Mono"/>
              <a:ea typeface="IBM Plex Mono"/>
              <a:cs typeface="IBM Plex Mono"/>
              <a:sym typeface="IBM Plex Mono"/>
            </a:endParaRPr>
          </a:p>
          <a:p>
            <a:pPr indent="0" lvl="0" marL="0" rtl="0" algn="l">
              <a:spcBef>
                <a:spcPts val="1000"/>
              </a:spcBef>
              <a:spcAft>
                <a:spcPts val="1000"/>
              </a:spcAft>
              <a:buNone/>
            </a:pPr>
            <a:r>
              <a:t/>
            </a:r>
            <a:endParaRPr/>
          </a:p>
        </p:txBody>
      </p:sp>
      <p:sp>
        <p:nvSpPr>
          <p:cNvPr id="736" name="Google Shape;736;p92"/>
          <p:cNvSpPr txBox="1"/>
          <p:nvPr>
            <p:ph idx="12" type="sldNum"/>
          </p:nvPr>
        </p:nvSpPr>
        <p:spPr>
          <a:xfrm>
            <a:off x="8256725" y="4708927"/>
            <a:ext cx="437100" cy="107400"/>
          </a:xfrm>
          <a:prstGeom prst="rect">
            <a:avLst/>
          </a:prstGeom>
        </p:spPr>
        <p:txBody>
          <a:bodyPr anchorCtr="0" anchor="t" bIns="0" lIns="0" spcFirstLastPara="1" rIns="0" wrap="square" tIns="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0" name="Shape 740"/>
        <p:cNvGrpSpPr/>
        <p:nvPr/>
      </p:nvGrpSpPr>
      <p:grpSpPr>
        <a:xfrm>
          <a:off x="0" y="0"/>
          <a:ext cx="0" cy="0"/>
          <a:chOff x="0" y="0"/>
          <a:chExt cx="0" cy="0"/>
        </a:xfrm>
      </p:grpSpPr>
      <p:sp>
        <p:nvSpPr>
          <p:cNvPr id="741" name="Google Shape;741;p93"/>
          <p:cNvSpPr txBox="1"/>
          <p:nvPr>
            <p:ph type="title"/>
          </p:nvPr>
        </p:nvSpPr>
        <p:spPr>
          <a:xfrm>
            <a:off x="455775" y="457202"/>
            <a:ext cx="6831900" cy="464400"/>
          </a:xfrm>
          <a:prstGeom prst="rect">
            <a:avLst/>
          </a:prstGeom>
        </p:spPr>
        <p:txBody>
          <a:bodyPr anchorCtr="0" anchor="t" bIns="0" lIns="0" spcFirstLastPara="1" rIns="0" wrap="square" tIns="0">
            <a:noAutofit/>
          </a:bodyPr>
          <a:lstStyle/>
          <a:p>
            <a:pPr indent="0" lvl="0" marL="0" rtl="0" algn="l">
              <a:spcBef>
                <a:spcPts val="0"/>
              </a:spcBef>
              <a:spcAft>
                <a:spcPts val="0"/>
              </a:spcAft>
              <a:buClr>
                <a:srgbClr val="000000"/>
              </a:buClr>
              <a:buSzPts val="2400"/>
              <a:buFont typeface="Arial"/>
              <a:buNone/>
            </a:pPr>
            <a:r>
              <a:rPr lang="en"/>
              <a:t>Skills wrap MCP into reusable patterns</a:t>
            </a:r>
            <a:endParaRPr/>
          </a:p>
        </p:txBody>
      </p:sp>
      <p:sp>
        <p:nvSpPr>
          <p:cNvPr id="742" name="Google Shape;742;p93"/>
          <p:cNvSpPr txBox="1"/>
          <p:nvPr>
            <p:ph idx="1" type="body"/>
          </p:nvPr>
        </p:nvSpPr>
        <p:spPr>
          <a:xfrm>
            <a:off x="455775" y="1006595"/>
            <a:ext cx="6831900" cy="39459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sz="1300"/>
              <a:t>Save working MCP code as a Skill — Claude discovers and reuses it</a:t>
            </a:r>
            <a:endParaRPr sz="1300"/>
          </a:p>
          <a:p>
            <a:pPr indent="0" lvl="0" marL="0" rtl="0" algn="l">
              <a:spcBef>
                <a:spcPts val="1000"/>
              </a:spcBef>
              <a:spcAft>
                <a:spcPts val="0"/>
              </a:spcAft>
              <a:buClr>
                <a:srgbClr val="000000"/>
              </a:buClr>
              <a:buSzPts val="1200"/>
              <a:buFont typeface="Arial"/>
              <a:buNone/>
            </a:pPr>
            <a:r>
              <a:rPr lang="en" sz="1100">
                <a:solidFill>
                  <a:schemeClr val="dk2"/>
                </a:solidFill>
                <a:latin typeface="IBM Plex Mono"/>
                <a:ea typeface="IBM Plex Mono"/>
                <a:cs typeface="IBM Plex Mono"/>
                <a:sym typeface="IBM Plex Mono"/>
              </a:rPr>
              <a:t># skills/gdrive-to-csv/</a:t>
            </a:r>
            <a:endParaRPr sz="1300">
              <a:solidFill>
                <a:schemeClr val="dk2"/>
              </a:solidFill>
              <a:latin typeface="Arial"/>
              <a:ea typeface="Arial"/>
              <a:cs typeface="Arial"/>
              <a:sym typeface="Arial"/>
            </a:endParaRPr>
          </a:p>
          <a:p>
            <a:pPr indent="0" lvl="0" marL="0" rtl="0" algn="l">
              <a:spcBef>
                <a:spcPts val="400"/>
              </a:spcBef>
              <a:spcAft>
                <a:spcPts val="0"/>
              </a:spcAft>
              <a:buClr>
                <a:srgbClr val="000000"/>
              </a:buClr>
              <a:buSzPts val="1200"/>
              <a:buFont typeface="Arial"/>
              <a:buNone/>
            </a:pPr>
            <a:r>
              <a:rPr lang="en" sz="1100">
                <a:solidFill>
                  <a:schemeClr val="dk2"/>
                </a:solidFill>
                <a:latin typeface="IBM Plex Mono"/>
                <a:ea typeface="IBM Plex Mono"/>
                <a:cs typeface="IBM Plex Mono"/>
                <a:sym typeface="IBM Plex Mono"/>
              </a:rPr>
              <a:t>#   ├── SKILL.md              ← Claude discovers this</a:t>
            </a:r>
            <a:endParaRPr sz="1300">
              <a:solidFill>
                <a:schemeClr val="dk2"/>
              </a:solidFill>
              <a:latin typeface="Arial"/>
              <a:ea typeface="Arial"/>
              <a:cs typeface="Arial"/>
              <a:sym typeface="Arial"/>
            </a:endParaRPr>
          </a:p>
          <a:p>
            <a:pPr indent="0" lvl="0" marL="0" rtl="0" algn="l">
              <a:spcBef>
                <a:spcPts val="400"/>
              </a:spcBef>
              <a:spcAft>
                <a:spcPts val="0"/>
              </a:spcAft>
              <a:buClr>
                <a:srgbClr val="000000"/>
              </a:buClr>
              <a:buSzPts val="1200"/>
              <a:buFont typeface="Arial"/>
              <a:buNone/>
            </a:pPr>
            <a:r>
              <a:rPr lang="en" sz="1100">
                <a:solidFill>
                  <a:schemeClr val="dk2"/>
                </a:solidFill>
                <a:latin typeface="IBM Plex Mono"/>
                <a:ea typeface="IBM Plex Mono"/>
                <a:cs typeface="IBM Plex Mono"/>
                <a:sym typeface="IBM Plex Mono"/>
              </a:rPr>
              <a:t>#   └── save-sheet-as-csv.ts  ← wraps gdrive + fs</a:t>
            </a:r>
            <a:endParaRPr sz="1300">
              <a:solidFill>
                <a:schemeClr val="dk2"/>
              </a:solidFill>
              <a:latin typeface="Arial"/>
              <a:ea typeface="Arial"/>
              <a:cs typeface="Arial"/>
              <a:sym typeface="Arial"/>
            </a:endParaRPr>
          </a:p>
          <a:p>
            <a:pPr indent="0" lvl="0" marL="0" rtl="0" algn="l">
              <a:spcBef>
                <a:spcPts val="400"/>
              </a:spcBef>
              <a:spcAft>
                <a:spcPts val="0"/>
              </a:spcAft>
              <a:buClr>
                <a:srgbClr val="000000"/>
              </a:buClr>
              <a:buSzPts val="1200"/>
              <a:buFont typeface="Arial"/>
              <a:buNone/>
            </a:pPr>
            <a:r>
              <a:rPr lang="en" sz="1100">
                <a:solidFill>
                  <a:schemeClr val="dk2"/>
                </a:solidFill>
                <a:latin typeface="IBM Plex Mono"/>
                <a:ea typeface="IBM Plex Mono"/>
                <a:cs typeface="IBM Plex Mono"/>
                <a:sym typeface="IBM Plex Mono"/>
              </a:rPr>
              <a:t>---</a:t>
            </a:r>
            <a:endParaRPr sz="1300">
              <a:solidFill>
                <a:schemeClr val="dk2"/>
              </a:solidFill>
              <a:latin typeface="Arial"/>
              <a:ea typeface="Arial"/>
              <a:cs typeface="Arial"/>
              <a:sym typeface="Arial"/>
            </a:endParaRPr>
          </a:p>
          <a:p>
            <a:pPr indent="0" lvl="0" marL="0" rtl="0" algn="l">
              <a:spcBef>
                <a:spcPts val="400"/>
              </a:spcBef>
              <a:spcAft>
                <a:spcPts val="0"/>
              </a:spcAft>
              <a:buClr>
                <a:srgbClr val="000000"/>
              </a:buClr>
              <a:buSzPts val="1200"/>
              <a:buFont typeface="Arial"/>
              <a:buNone/>
            </a:pPr>
            <a:r>
              <a:rPr lang="en" sz="1100">
                <a:solidFill>
                  <a:schemeClr val="dk2"/>
                </a:solidFill>
                <a:latin typeface="IBM Plex Mono"/>
                <a:ea typeface="IBM Plex Mono"/>
                <a:cs typeface="IBM Plex Mono"/>
                <a:sym typeface="IBM Plex Mono"/>
              </a:rPr>
              <a:t>name: gdrive-to-csv</a:t>
            </a:r>
            <a:endParaRPr sz="1300">
              <a:solidFill>
                <a:schemeClr val="dk2"/>
              </a:solidFill>
              <a:latin typeface="Arial"/>
              <a:ea typeface="Arial"/>
              <a:cs typeface="Arial"/>
              <a:sym typeface="Arial"/>
            </a:endParaRPr>
          </a:p>
          <a:p>
            <a:pPr indent="0" lvl="0" marL="0" rtl="0" algn="l">
              <a:spcBef>
                <a:spcPts val="400"/>
              </a:spcBef>
              <a:spcAft>
                <a:spcPts val="0"/>
              </a:spcAft>
              <a:buClr>
                <a:srgbClr val="000000"/>
              </a:buClr>
              <a:buSzPts val="1200"/>
              <a:buFont typeface="Arial"/>
              <a:buNone/>
            </a:pPr>
            <a:r>
              <a:rPr lang="en" sz="1100">
                <a:solidFill>
                  <a:schemeClr val="dk2"/>
                </a:solidFill>
                <a:latin typeface="IBM Plex Mono"/>
                <a:ea typeface="IBM Plex Mono"/>
                <a:cs typeface="IBM Plex Mono"/>
                <a:sym typeface="IBM Plex Mono"/>
              </a:rPr>
              <a:t>description: Export Google Sheets to CSV.</a:t>
            </a:r>
            <a:endParaRPr sz="1300">
              <a:solidFill>
                <a:schemeClr val="dk2"/>
              </a:solidFill>
              <a:latin typeface="Arial"/>
              <a:ea typeface="Arial"/>
              <a:cs typeface="Arial"/>
              <a:sym typeface="Arial"/>
            </a:endParaRPr>
          </a:p>
          <a:p>
            <a:pPr indent="0" lvl="0" marL="0" rtl="0" algn="l">
              <a:spcBef>
                <a:spcPts val="400"/>
              </a:spcBef>
              <a:spcAft>
                <a:spcPts val="0"/>
              </a:spcAft>
              <a:buClr>
                <a:srgbClr val="000000"/>
              </a:buClr>
              <a:buSzPts val="1200"/>
              <a:buFont typeface="Arial"/>
              <a:buNone/>
            </a:pPr>
            <a:r>
              <a:rPr lang="en" sz="1100">
                <a:solidFill>
                  <a:schemeClr val="dk2"/>
                </a:solidFill>
                <a:latin typeface="IBM Plex Mono"/>
                <a:ea typeface="IBM Plex Mono"/>
                <a:cs typeface="IBM Plex Mono"/>
                <a:sym typeface="IBM Plex Mono"/>
              </a:rPr>
              <a:t>  Use when saving spreadsheet data to a file.</a:t>
            </a:r>
            <a:endParaRPr sz="1300">
              <a:solidFill>
                <a:schemeClr val="dk2"/>
              </a:solidFill>
              <a:latin typeface="Arial"/>
              <a:ea typeface="Arial"/>
              <a:cs typeface="Arial"/>
              <a:sym typeface="Arial"/>
            </a:endParaRPr>
          </a:p>
          <a:p>
            <a:pPr indent="0" lvl="0" marL="0" rtl="0" algn="l">
              <a:spcBef>
                <a:spcPts val="400"/>
              </a:spcBef>
              <a:spcAft>
                <a:spcPts val="0"/>
              </a:spcAft>
              <a:buNone/>
            </a:pPr>
            <a:r>
              <a:rPr lang="en" sz="1100">
                <a:solidFill>
                  <a:schemeClr val="dk2"/>
                </a:solidFill>
                <a:latin typeface="IBM Plex Mono"/>
                <a:ea typeface="IBM Plex Mono"/>
                <a:cs typeface="IBM Plex Mono"/>
                <a:sym typeface="IBM Plex Mono"/>
              </a:rPr>
              <a:t>---</a:t>
            </a:r>
            <a:endParaRPr sz="1300">
              <a:solidFill>
                <a:schemeClr val="dk2"/>
              </a:solidFill>
              <a:latin typeface="Arial"/>
              <a:ea typeface="Arial"/>
              <a:cs typeface="Arial"/>
              <a:sym typeface="Arial"/>
            </a:endParaRPr>
          </a:p>
          <a:p>
            <a:pPr indent="0" lvl="0" marL="0" rtl="0" algn="l">
              <a:spcBef>
                <a:spcPts val="400"/>
              </a:spcBef>
              <a:spcAft>
                <a:spcPts val="0"/>
              </a:spcAft>
              <a:buClr>
                <a:srgbClr val="000000"/>
              </a:buClr>
              <a:buSzPts val="1200"/>
              <a:buFont typeface="Arial"/>
              <a:buNone/>
            </a:pPr>
            <a:r>
              <a:rPr lang="en" sz="1100">
                <a:solidFill>
                  <a:schemeClr val="dk2"/>
                </a:solidFill>
                <a:latin typeface="IBM Plex Mono"/>
                <a:ea typeface="IBM Plex Mono"/>
                <a:cs typeface="IBM Plex Mono"/>
                <a:sym typeface="IBM Plex Mono"/>
              </a:rPr>
              <a:t># Once saved, Claude reuses this Skill automatically:</a:t>
            </a:r>
            <a:endParaRPr sz="1300">
              <a:solidFill>
                <a:schemeClr val="dk2"/>
              </a:solidFill>
              <a:latin typeface="Arial"/>
              <a:ea typeface="Arial"/>
              <a:cs typeface="Arial"/>
              <a:sym typeface="Arial"/>
            </a:endParaRPr>
          </a:p>
          <a:p>
            <a:pPr indent="0" lvl="0" marL="0" rtl="0" algn="l">
              <a:spcBef>
                <a:spcPts val="400"/>
              </a:spcBef>
              <a:spcAft>
                <a:spcPts val="0"/>
              </a:spcAft>
              <a:buClr>
                <a:srgbClr val="000000"/>
              </a:buClr>
              <a:buSzPts val="1200"/>
              <a:buFont typeface="Arial"/>
              <a:buNone/>
            </a:pPr>
            <a:r>
              <a:rPr lang="en" sz="1100">
                <a:solidFill>
                  <a:schemeClr val="dk2"/>
                </a:solidFill>
                <a:latin typeface="IBM Plex Mono"/>
                <a:ea typeface="IBM Plex Mono"/>
                <a:cs typeface="IBM Plex Mono"/>
                <a:sym typeface="IBM Plex Mono"/>
              </a:rPr>
              <a:t>import { saveSheetAsCsv } from './skills/gdrive-to-csv';</a:t>
            </a:r>
            <a:endParaRPr sz="1300">
              <a:solidFill>
                <a:schemeClr val="dk2"/>
              </a:solidFill>
              <a:latin typeface="Arial"/>
              <a:ea typeface="Arial"/>
              <a:cs typeface="Arial"/>
              <a:sym typeface="Arial"/>
            </a:endParaRPr>
          </a:p>
          <a:p>
            <a:pPr indent="0" lvl="0" marL="0" rtl="0" algn="l">
              <a:spcBef>
                <a:spcPts val="400"/>
              </a:spcBef>
              <a:spcAft>
                <a:spcPts val="0"/>
              </a:spcAft>
              <a:buNone/>
            </a:pPr>
            <a:r>
              <a:rPr lang="en" sz="1100">
                <a:solidFill>
                  <a:schemeClr val="dk2"/>
                </a:solidFill>
                <a:latin typeface="IBM Plex Mono"/>
                <a:ea typeface="IBM Plex Mono"/>
                <a:cs typeface="IBM Plex Mono"/>
                <a:sym typeface="IBM Plex Mono"/>
              </a:rPr>
              <a:t>const path = await saveSheetAsCsv('abc123');</a:t>
            </a:r>
            <a:endParaRPr sz="1100">
              <a:solidFill>
                <a:schemeClr val="dk2"/>
              </a:solidFill>
              <a:latin typeface="IBM Plex Mono"/>
              <a:ea typeface="IBM Plex Mono"/>
              <a:cs typeface="IBM Plex Mono"/>
              <a:sym typeface="IBM Plex Mono"/>
            </a:endParaRPr>
          </a:p>
          <a:p>
            <a:pPr indent="0" lvl="0" marL="0" rtl="0" algn="l">
              <a:spcBef>
                <a:spcPts val="400"/>
              </a:spcBef>
              <a:spcAft>
                <a:spcPts val="0"/>
              </a:spcAft>
              <a:buNone/>
            </a:pPr>
            <a:r>
              <a:t/>
            </a:r>
            <a:endParaRPr sz="1300"/>
          </a:p>
          <a:p>
            <a:pPr indent="0" lvl="0" marL="0" rtl="0" algn="l">
              <a:spcBef>
                <a:spcPts val="0"/>
              </a:spcBef>
              <a:spcAft>
                <a:spcPts val="1000"/>
              </a:spcAft>
              <a:buNone/>
            </a:pPr>
            <a:r>
              <a:rPr lang="en" sz="1300"/>
              <a:t>Over time, agents build a toolbox of higher-level MCP capabilities</a:t>
            </a:r>
            <a:endParaRPr sz="1100">
              <a:solidFill>
                <a:schemeClr val="dk2"/>
              </a:solidFill>
              <a:latin typeface="IBM Plex Mono"/>
              <a:ea typeface="IBM Plex Mono"/>
              <a:cs typeface="IBM Plex Mono"/>
              <a:sym typeface="IBM Plex Mono"/>
            </a:endParaRPr>
          </a:p>
        </p:txBody>
      </p:sp>
      <p:sp>
        <p:nvSpPr>
          <p:cNvPr id="743" name="Google Shape;743;p93"/>
          <p:cNvSpPr txBox="1"/>
          <p:nvPr>
            <p:ph idx="12" type="sldNum"/>
          </p:nvPr>
        </p:nvSpPr>
        <p:spPr>
          <a:xfrm>
            <a:off x="8256725" y="4708927"/>
            <a:ext cx="437100" cy="107400"/>
          </a:xfrm>
          <a:prstGeom prst="rect">
            <a:avLst/>
          </a:prstGeom>
        </p:spPr>
        <p:txBody>
          <a:bodyPr anchorCtr="0" anchor="t" bIns="0" lIns="0" spcFirstLastPara="1" rIns="0" wrap="square" tIns="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7" name="Shape 747"/>
        <p:cNvGrpSpPr/>
        <p:nvPr/>
      </p:nvGrpSpPr>
      <p:grpSpPr>
        <a:xfrm>
          <a:off x="0" y="0"/>
          <a:ext cx="0" cy="0"/>
          <a:chOff x="0" y="0"/>
          <a:chExt cx="0" cy="0"/>
        </a:xfrm>
      </p:grpSpPr>
      <p:sp>
        <p:nvSpPr>
          <p:cNvPr id="748" name="Google Shape;748;p94"/>
          <p:cNvSpPr txBox="1"/>
          <p:nvPr>
            <p:ph idx="12" type="sldNum"/>
          </p:nvPr>
        </p:nvSpPr>
        <p:spPr>
          <a:xfrm>
            <a:off x="8256725" y="4708927"/>
            <a:ext cx="437100" cy="107400"/>
          </a:xfrm>
          <a:prstGeom prst="rect">
            <a:avLst/>
          </a:prstGeom>
        </p:spPr>
        <p:txBody>
          <a:bodyPr anchorCtr="0" anchor="t" bIns="0" lIns="0" spcFirstLastPara="1" rIns="0" wrap="square" tIns="0">
            <a:noAutofit/>
          </a:bodyPr>
          <a:lstStyle/>
          <a:p>
            <a:pPr indent="0" lvl="0" marL="0" rtl="0" algn="r">
              <a:spcBef>
                <a:spcPts val="0"/>
              </a:spcBef>
              <a:spcAft>
                <a:spcPts val="0"/>
              </a:spcAft>
              <a:buNone/>
            </a:pPr>
            <a:fld id="{00000000-1234-1234-1234-123412341234}" type="slidenum">
              <a:rPr lang="en"/>
              <a:t>‹#›</a:t>
            </a:fld>
            <a:endParaRPr/>
          </a:p>
        </p:txBody>
      </p:sp>
      <p:sp>
        <p:nvSpPr>
          <p:cNvPr id="749" name="Google Shape;749;p94"/>
          <p:cNvSpPr txBox="1"/>
          <p:nvPr>
            <p:ph type="title"/>
          </p:nvPr>
        </p:nvSpPr>
        <p:spPr>
          <a:xfrm>
            <a:off x="455775" y="457206"/>
            <a:ext cx="2634300" cy="3887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Hooks: keeping Claude in check</a:t>
            </a:r>
            <a:endParaRPr/>
          </a:p>
          <a:p>
            <a:pPr indent="0" lvl="0" marL="0" rtl="0" algn="l">
              <a:lnSpc>
                <a:spcPct val="115000"/>
              </a:lnSpc>
              <a:spcBef>
                <a:spcPts val="1300"/>
              </a:spcBef>
              <a:spcAft>
                <a:spcPts val="0"/>
              </a:spcAft>
              <a:buNone/>
            </a:pPr>
            <a:r>
              <a:rPr lang="en" sz="1400">
                <a:latin typeface="Lora"/>
                <a:ea typeface="Lora"/>
                <a:cs typeface="Lora"/>
                <a:sym typeface="Lora"/>
              </a:rPr>
              <a:t>Customize and extend Claude Code behavior by registering shell commands at various points in Claude’s lifecycle</a:t>
            </a:r>
            <a:endParaRPr sz="1400">
              <a:latin typeface="Lora"/>
              <a:ea typeface="Lora"/>
              <a:cs typeface="Lora"/>
              <a:sym typeface="Lora"/>
            </a:endParaRPr>
          </a:p>
          <a:p>
            <a:pPr indent="0" lvl="0" marL="0" rtl="0" algn="l">
              <a:lnSpc>
                <a:spcPct val="115000"/>
              </a:lnSpc>
              <a:spcBef>
                <a:spcPts val="1200"/>
              </a:spcBef>
              <a:spcAft>
                <a:spcPts val="0"/>
              </a:spcAft>
              <a:buNone/>
            </a:pPr>
            <a:r>
              <a:rPr lang="en" sz="1400">
                <a:latin typeface="Lora"/>
                <a:ea typeface="Lora"/>
                <a:cs typeface="Lora"/>
                <a:sym typeface="Lora"/>
              </a:rPr>
              <a:t>/hooks to get started!</a:t>
            </a:r>
            <a:endParaRPr sz="1200">
              <a:solidFill>
                <a:srgbClr val="000000"/>
              </a:solidFill>
              <a:latin typeface="Lora"/>
              <a:ea typeface="Lora"/>
              <a:cs typeface="Lora"/>
              <a:sym typeface="Lora"/>
            </a:endParaRPr>
          </a:p>
          <a:p>
            <a:pPr indent="0" lvl="0" marL="0" rtl="0" algn="l">
              <a:lnSpc>
                <a:spcPct val="115000"/>
              </a:lnSpc>
              <a:spcBef>
                <a:spcPts val="1200"/>
              </a:spcBef>
              <a:spcAft>
                <a:spcPts val="0"/>
              </a:spcAft>
              <a:buNone/>
            </a:pPr>
            <a:r>
              <a:t/>
            </a:r>
            <a:endParaRPr sz="1400">
              <a:latin typeface="Lora"/>
              <a:ea typeface="Lora"/>
              <a:cs typeface="Lora"/>
              <a:sym typeface="Lora"/>
            </a:endParaRPr>
          </a:p>
          <a:p>
            <a:pPr indent="0" lvl="0" marL="0" rtl="0" algn="l">
              <a:lnSpc>
                <a:spcPct val="115000"/>
              </a:lnSpc>
              <a:spcBef>
                <a:spcPts val="1000"/>
              </a:spcBef>
              <a:spcAft>
                <a:spcPts val="0"/>
              </a:spcAft>
              <a:buNone/>
            </a:pPr>
            <a:r>
              <a:t/>
            </a:r>
            <a:endParaRPr sz="1400">
              <a:latin typeface="Lora"/>
              <a:ea typeface="Lora"/>
              <a:cs typeface="Lora"/>
              <a:sym typeface="Lora"/>
            </a:endParaRPr>
          </a:p>
          <a:p>
            <a:pPr indent="0" lvl="0" marL="0" rtl="0" algn="l">
              <a:lnSpc>
                <a:spcPct val="115000"/>
              </a:lnSpc>
              <a:spcBef>
                <a:spcPts val="1000"/>
              </a:spcBef>
              <a:spcAft>
                <a:spcPts val="1000"/>
              </a:spcAft>
              <a:buNone/>
            </a:pPr>
            <a:r>
              <a:t/>
            </a:r>
            <a:endParaRPr sz="1400">
              <a:latin typeface="Lora"/>
              <a:ea typeface="Lora"/>
              <a:cs typeface="Lora"/>
              <a:sym typeface="Lora"/>
            </a:endParaRPr>
          </a:p>
        </p:txBody>
      </p:sp>
      <p:pic>
        <p:nvPicPr>
          <p:cNvPr id="750" name="Google Shape;750;p94" title="Screenshot 2025-07-24 at 7.21.42 AM.png"/>
          <p:cNvPicPr preferRelativeResize="0"/>
          <p:nvPr/>
        </p:nvPicPr>
        <p:blipFill>
          <a:blip r:embed="rId3">
            <a:alphaModFix/>
          </a:blip>
          <a:stretch>
            <a:fillRect/>
          </a:stretch>
        </p:blipFill>
        <p:spPr>
          <a:xfrm>
            <a:off x="3954500" y="857676"/>
            <a:ext cx="4817874" cy="3262900"/>
          </a:xfrm>
          <a:prstGeom prst="rect">
            <a:avLst/>
          </a:prstGeom>
          <a:noFill/>
          <a:ln>
            <a:noFill/>
          </a:ln>
        </p:spPr>
      </p:pic>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4" name="Shape 754"/>
        <p:cNvGrpSpPr/>
        <p:nvPr/>
      </p:nvGrpSpPr>
      <p:grpSpPr>
        <a:xfrm>
          <a:off x="0" y="0"/>
          <a:ext cx="0" cy="0"/>
          <a:chOff x="0" y="0"/>
          <a:chExt cx="0" cy="0"/>
        </a:xfrm>
      </p:grpSpPr>
      <p:sp>
        <p:nvSpPr>
          <p:cNvPr id="755" name="Google Shape;755;p95"/>
          <p:cNvSpPr txBox="1"/>
          <p:nvPr>
            <p:ph type="title"/>
          </p:nvPr>
        </p:nvSpPr>
        <p:spPr>
          <a:xfrm>
            <a:off x="455775" y="457206"/>
            <a:ext cx="6831900" cy="8082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Hooks use cases</a:t>
            </a:r>
            <a:endParaRPr/>
          </a:p>
        </p:txBody>
      </p:sp>
      <p:sp>
        <p:nvSpPr>
          <p:cNvPr id="756" name="Google Shape;756;p95"/>
          <p:cNvSpPr txBox="1"/>
          <p:nvPr>
            <p:ph idx="1" type="body"/>
          </p:nvPr>
        </p:nvSpPr>
        <p:spPr>
          <a:xfrm>
            <a:off x="455775" y="1371605"/>
            <a:ext cx="6831900" cy="2973000"/>
          </a:xfrm>
          <a:prstGeom prst="rect">
            <a:avLst/>
          </a:prstGeom>
        </p:spPr>
        <p:txBody>
          <a:bodyPr anchorCtr="0" anchor="t" bIns="0" lIns="0" spcFirstLastPara="1" rIns="0" wrap="square" tIns="0">
            <a:noAutofit/>
          </a:bodyPr>
          <a:lstStyle/>
          <a:p>
            <a:pPr indent="-323850" lvl="0" marL="457200" rtl="0" algn="l">
              <a:spcBef>
                <a:spcPts val="1200"/>
              </a:spcBef>
              <a:spcAft>
                <a:spcPts val="0"/>
              </a:spcAft>
              <a:buSzPts val="1500"/>
              <a:buAutoNum type="arabicPeriod"/>
            </a:pPr>
            <a:r>
              <a:rPr lang="en" sz="1500">
                <a:solidFill>
                  <a:srgbClr val="000000"/>
                </a:solidFill>
              </a:rPr>
              <a:t>Notifications: Customize how you get notified. Slack, text, carrier pigeon (as long as there’s an api?)</a:t>
            </a:r>
            <a:endParaRPr sz="1500">
              <a:solidFill>
                <a:srgbClr val="000000"/>
              </a:solidFill>
            </a:endParaRPr>
          </a:p>
          <a:p>
            <a:pPr indent="-323850" lvl="0" marL="457200" rtl="0" algn="l">
              <a:spcBef>
                <a:spcPts val="1000"/>
              </a:spcBef>
              <a:spcAft>
                <a:spcPts val="0"/>
              </a:spcAft>
              <a:buSzPts val="1500"/>
              <a:buAutoNum type="arabicPeriod"/>
            </a:pPr>
            <a:r>
              <a:rPr lang="en" sz="1500">
                <a:solidFill>
                  <a:srgbClr val="000000"/>
                </a:solidFill>
              </a:rPr>
              <a:t>Automatic formatting: Run </a:t>
            </a:r>
            <a:r>
              <a:rPr lang="en" sz="1500">
                <a:solidFill>
                  <a:schemeClr val="dk2"/>
                </a:solidFill>
                <a:latin typeface="Roboto Mono"/>
                <a:ea typeface="Roboto Mono"/>
                <a:cs typeface="Roboto Mono"/>
                <a:sym typeface="Roboto Mono"/>
              </a:rPr>
              <a:t>prettier</a:t>
            </a:r>
            <a:r>
              <a:rPr lang="en" sz="1500">
                <a:solidFill>
                  <a:srgbClr val="000000"/>
                </a:solidFill>
              </a:rPr>
              <a:t> on .ts files automatically, </a:t>
            </a:r>
            <a:r>
              <a:rPr lang="en" sz="1500">
                <a:solidFill>
                  <a:schemeClr val="dk2"/>
                </a:solidFill>
                <a:latin typeface="Roboto Mono"/>
                <a:ea typeface="Roboto Mono"/>
                <a:cs typeface="Roboto Mono"/>
                <a:sym typeface="Roboto Mono"/>
              </a:rPr>
              <a:t>gofmt</a:t>
            </a:r>
            <a:r>
              <a:rPr lang="en" sz="1500">
                <a:solidFill>
                  <a:schemeClr val="dk2"/>
                </a:solidFill>
              </a:rPr>
              <a:t> </a:t>
            </a:r>
            <a:r>
              <a:rPr lang="en" sz="1500">
                <a:solidFill>
                  <a:srgbClr val="000000"/>
                </a:solidFill>
              </a:rPr>
              <a:t>on go files</a:t>
            </a:r>
            <a:endParaRPr sz="1500">
              <a:solidFill>
                <a:srgbClr val="000000"/>
              </a:solidFill>
            </a:endParaRPr>
          </a:p>
          <a:p>
            <a:pPr indent="-323850" lvl="0" marL="457200" rtl="0" algn="l">
              <a:spcBef>
                <a:spcPts val="1000"/>
              </a:spcBef>
              <a:spcAft>
                <a:spcPts val="0"/>
              </a:spcAft>
              <a:buSzPts val="1500"/>
              <a:buAutoNum type="arabicPeriod"/>
            </a:pPr>
            <a:r>
              <a:rPr lang="en" sz="1500">
                <a:solidFill>
                  <a:srgbClr val="000000"/>
                </a:solidFill>
              </a:rPr>
              <a:t>Logging</a:t>
            </a:r>
            <a:endParaRPr sz="1500">
              <a:solidFill>
                <a:srgbClr val="000000"/>
              </a:solidFill>
            </a:endParaRPr>
          </a:p>
          <a:p>
            <a:pPr indent="-323850" lvl="0" marL="457200" rtl="0" algn="l">
              <a:spcBef>
                <a:spcPts val="1000"/>
              </a:spcBef>
              <a:spcAft>
                <a:spcPts val="0"/>
              </a:spcAft>
              <a:buSzPts val="1500"/>
              <a:buAutoNum type="arabicPeriod"/>
            </a:pPr>
            <a:r>
              <a:rPr lang="en" sz="1500">
                <a:solidFill>
                  <a:srgbClr val="000000"/>
                </a:solidFill>
              </a:rPr>
              <a:t>Correcting Claude behavior</a:t>
            </a:r>
            <a:endParaRPr/>
          </a:p>
        </p:txBody>
      </p:sp>
      <p:sp>
        <p:nvSpPr>
          <p:cNvPr id="757" name="Google Shape;757;p95"/>
          <p:cNvSpPr txBox="1"/>
          <p:nvPr>
            <p:ph idx="12" type="sldNum"/>
          </p:nvPr>
        </p:nvSpPr>
        <p:spPr>
          <a:xfrm>
            <a:off x="8256725" y="4708927"/>
            <a:ext cx="437100" cy="107400"/>
          </a:xfrm>
          <a:prstGeom prst="rect">
            <a:avLst/>
          </a:prstGeom>
        </p:spPr>
        <p:txBody>
          <a:bodyPr anchorCtr="0" anchor="t" bIns="0" lIns="0" spcFirstLastPara="1" rIns="0" wrap="square" tIns="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1" name="Shape 761"/>
        <p:cNvGrpSpPr/>
        <p:nvPr/>
      </p:nvGrpSpPr>
      <p:grpSpPr>
        <a:xfrm>
          <a:off x="0" y="0"/>
          <a:ext cx="0" cy="0"/>
          <a:chOff x="0" y="0"/>
          <a:chExt cx="0" cy="0"/>
        </a:xfrm>
      </p:grpSpPr>
      <p:sp>
        <p:nvSpPr>
          <p:cNvPr id="762" name="Google Shape;762;p96"/>
          <p:cNvSpPr txBox="1"/>
          <p:nvPr>
            <p:ph type="title"/>
          </p:nvPr>
        </p:nvSpPr>
        <p:spPr>
          <a:xfrm>
            <a:off x="455775" y="457206"/>
            <a:ext cx="6831900" cy="8082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Hooks: under the hood</a:t>
            </a:r>
            <a:endParaRPr/>
          </a:p>
        </p:txBody>
      </p:sp>
      <p:sp>
        <p:nvSpPr>
          <p:cNvPr id="763" name="Google Shape;763;p96"/>
          <p:cNvSpPr txBox="1"/>
          <p:nvPr>
            <p:ph idx="1" type="body"/>
          </p:nvPr>
        </p:nvSpPr>
        <p:spPr>
          <a:xfrm>
            <a:off x="455775" y="1371605"/>
            <a:ext cx="6831900" cy="2973000"/>
          </a:xfrm>
          <a:prstGeom prst="rect">
            <a:avLst/>
          </a:prstGeom>
        </p:spPr>
        <p:txBody>
          <a:bodyPr anchorCtr="0" anchor="t" bIns="0" lIns="0" spcFirstLastPara="1" rIns="0" wrap="square" tIns="0">
            <a:noAutofit/>
          </a:bodyPr>
          <a:lstStyle/>
          <a:p>
            <a:pPr indent="-323850" lvl="0" marL="457200" rtl="0" algn="l">
              <a:spcBef>
                <a:spcPts val="1200"/>
              </a:spcBef>
              <a:spcAft>
                <a:spcPts val="0"/>
              </a:spcAft>
              <a:buClr>
                <a:schemeClr val="dk2"/>
              </a:buClr>
              <a:buSzPts val="1500"/>
              <a:buAutoNum type="arabicPeriod"/>
            </a:pPr>
            <a:r>
              <a:rPr lang="en" sz="1500">
                <a:solidFill>
                  <a:srgbClr val="000000"/>
                </a:solidFill>
              </a:rPr>
              <a:t>Receive JSON objects that describe the action being taken through stdin</a:t>
            </a:r>
            <a:endParaRPr sz="1500">
              <a:solidFill>
                <a:srgbClr val="000000"/>
              </a:solidFill>
            </a:endParaRPr>
          </a:p>
          <a:p>
            <a:pPr indent="-323850" lvl="1" marL="914400" rtl="0" algn="l">
              <a:spcBef>
                <a:spcPts val="1000"/>
              </a:spcBef>
              <a:spcAft>
                <a:spcPts val="0"/>
              </a:spcAft>
              <a:buClr>
                <a:srgbClr val="000000"/>
              </a:buClr>
              <a:buSzPts val="1500"/>
              <a:buAutoNum type="alphaLcPeriod"/>
            </a:pPr>
            <a:r>
              <a:rPr lang="en" sz="1500">
                <a:solidFill>
                  <a:srgbClr val="000000"/>
                </a:solidFill>
              </a:rPr>
              <a:t>Eg. tool_name, tool_input, notification_text, etc</a:t>
            </a:r>
            <a:endParaRPr sz="1500">
              <a:solidFill>
                <a:srgbClr val="000000"/>
              </a:solidFill>
            </a:endParaRPr>
          </a:p>
          <a:p>
            <a:pPr indent="-323850" lvl="0" marL="457200" rtl="0" algn="l">
              <a:spcBef>
                <a:spcPts val="1000"/>
              </a:spcBef>
              <a:spcAft>
                <a:spcPts val="0"/>
              </a:spcAft>
              <a:buClr>
                <a:schemeClr val="dk2"/>
              </a:buClr>
              <a:buSzPts val="1500"/>
              <a:buAutoNum type="arabicPeriod"/>
            </a:pPr>
            <a:r>
              <a:rPr lang="en" sz="1500">
                <a:solidFill>
                  <a:srgbClr val="000000"/>
                </a:solidFill>
              </a:rPr>
              <a:t>Exit code 2 -&gt; Passes stderr directly to Claude</a:t>
            </a:r>
            <a:endParaRPr sz="1500">
              <a:solidFill>
                <a:srgbClr val="000000"/>
              </a:solidFill>
            </a:endParaRPr>
          </a:p>
          <a:p>
            <a:pPr indent="-323850" lvl="0" marL="457200" rtl="0" algn="l">
              <a:spcBef>
                <a:spcPts val="1000"/>
              </a:spcBef>
              <a:spcAft>
                <a:spcPts val="0"/>
              </a:spcAft>
              <a:buClr>
                <a:schemeClr val="dk2"/>
              </a:buClr>
              <a:buSzPts val="1500"/>
              <a:buAutoNum type="arabicPeriod"/>
            </a:pPr>
            <a:r>
              <a:rPr lang="en" sz="1500">
                <a:solidFill>
                  <a:srgbClr val="000000"/>
                </a:solidFill>
              </a:rPr>
              <a:t>Exit Code 0 -&gt; Passes through successfully</a:t>
            </a:r>
            <a:endParaRPr sz="1500">
              <a:solidFill>
                <a:srgbClr val="000000"/>
              </a:solidFill>
            </a:endParaRPr>
          </a:p>
          <a:p>
            <a:pPr indent="-323850" lvl="0" marL="457200" rtl="0" algn="l">
              <a:spcBef>
                <a:spcPts val="1200"/>
              </a:spcBef>
              <a:spcAft>
                <a:spcPts val="1000"/>
              </a:spcAft>
              <a:buClr>
                <a:schemeClr val="dk2"/>
              </a:buClr>
              <a:buSzPts val="1500"/>
              <a:buAutoNum type="arabicPeriod"/>
            </a:pPr>
            <a:r>
              <a:rPr lang="en" sz="1500">
                <a:solidFill>
                  <a:srgbClr val="000000"/>
                </a:solidFill>
              </a:rPr>
              <a:t> Other exit codes -&gt; Error shown to user, but process continues execution</a:t>
            </a:r>
            <a:endParaRPr sz="1500">
              <a:solidFill>
                <a:srgbClr val="000000"/>
              </a:solidFill>
            </a:endParaRPr>
          </a:p>
        </p:txBody>
      </p:sp>
      <p:sp>
        <p:nvSpPr>
          <p:cNvPr id="764" name="Google Shape;764;p96"/>
          <p:cNvSpPr txBox="1"/>
          <p:nvPr>
            <p:ph idx="12" type="sldNum"/>
          </p:nvPr>
        </p:nvSpPr>
        <p:spPr>
          <a:xfrm>
            <a:off x="8256725" y="4708927"/>
            <a:ext cx="437100" cy="107400"/>
          </a:xfrm>
          <a:prstGeom prst="rect">
            <a:avLst/>
          </a:prstGeom>
        </p:spPr>
        <p:txBody>
          <a:bodyPr anchorCtr="0" anchor="t" bIns="0" lIns="0" spcFirstLastPara="1" rIns="0" wrap="square" tIns="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8" name="Shape 768"/>
        <p:cNvGrpSpPr/>
        <p:nvPr/>
      </p:nvGrpSpPr>
      <p:grpSpPr>
        <a:xfrm>
          <a:off x="0" y="0"/>
          <a:ext cx="0" cy="0"/>
          <a:chOff x="0" y="0"/>
          <a:chExt cx="0" cy="0"/>
        </a:xfrm>
      </p:grpSpPr>
      <p:sp>
        <p:nvSpPr>
          <p:cNvPr id="769" name="Google Shape;769;p97"/>
          <p:cNvSpPr txBox="1"/>
          <p:nvPr>
            <p:ph idx="12" type="sldNum"/>
          </p:nvPr>
        </p:nvSpPr>
        <p:spPr>
          <a:xfrm>
            <a:off x="8256725" y="4708927"/>
            <a:ext cx="437100" cy="107400"/>
          </a:xfrm>
          <a:prstGeom prst="rect">
            <a:avLst/>
          </a:prstGeom>
        </p:spPr>
        <p:txBody>
          <a:bodyPr anchorCtr="0" anchor="t" bIns="0" lIns="0" spcFirstLastPara="1" rIns="0" wrap="square" tIns="0">
            <a:noAutofit/>
          </a:bodyPr>
          <a:lstStyle/>
          <a:p>
            <a:pPr indent="0" lvl="0" marL="0" rtl="0" algn="r">
              <a:spcBef>
                <a:spcPts val="0"/>
              </a:spcBef>
              <a:spcAft>
                <a:spcPts val="0"/>
              </a:spcAft>
              <a:buNone/>
            </a:pPr>
            <a:fld id="{00000000-1234-1234-1234-123412341234}" type="slidenum">
              <a:rPr lang="en"/>
              <a:t>‹#›</a:t>
            </a:fld>
            <a:endParaRPr/>
          </a:p>
        </p:txBody>
      </p:sp>
      <p:sp>
        <p:nvSpPr>
          <p:cNvPr id="770" name="Google Shape;770;p97"/>
          <p:cNvSpPr txBox="1"/>
          <p:nvPr>
            <p:ph type="title"/>
          </p:nvPr>
        </p:nvSpPr>
        <p:spPr>
          <a:xfrm>
            <a:off x="455775" y="457206"/>
            <a:ext cx="2634300" cy="3887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Hooks: keeping Claude in check</a:t>
            </a:r>
            <a:endParaRPr/>
          </a:p>
          <a:p>
            <a:pPr indent="0" lvl="0" marL="0" rtl="0" algn="l">
              <a:lnSpc>
                <a:spcPct val="115000"/>
              </a:lnSpc>
              <a:spcBef>
                <a:spcPts val="1300"/>
              </a:spcBef>
              <a:spcAft>
                <a:spcPts val="0"/>
              </a:spcAft>
              <a:buNone/>
            </a:pPr>
            <a:r>
              <a:rPr lang="en" sz="1400">
                <a:latin typeface="Lora"/>
                <a:ea typeface="Lora"/>
                <a:cs typeface="Lora"/>
                <a:sym typeface="Lora"/>
              </a:rPr>
              <a:t>To</a:t>
            </a:r>
            <a:r>
              <a:rPr lang="en" sz="1400">
                <a:latin typeface="Lora"/>
                <a:ea typeface="Lora"/>
                <a:cs typeface="Lora"/>
                <a:sym typeface="Lora"/>
              </a:rPr>
              <a:t> </a:t>
            </a:r>
            <a:r>
              <a:rPr lang="en" sz="1400">
                <a:latin typeface="Lora"/>
                <a:ea typeface="Lora"/>
                <a:cs typeface="Lora"/>
                <a:sym typeface="Lora"/>
              </a:rPr>
              <a:t>Run scripts through hooks to customize behavior. Eg. https://github.com/anthropics/claude-code/tree/main/examples/hooks</a:t>
            </a:r>
            <a:endParaRPr sz="1400">
              <a:solidFill>
                <a:srgbClr val="000000"/>
              </a:solidFill>
              <a:latin typeface="Arial"/>
              <a:ea typeface="Arial"/>
              <a:cs typeface="Arial"/>
              <a:sym typeface="Arial"/>
            </a:endParaRPr>
          </a:p>
          <a:p>
            <a:pPr indent="0" lvl="0" marL="0" rtl="0" algn="l">
              <a:lnSpc>
                <a:spcPct val="115000"/>
              </a:lnSpc>
              <a:spcBef>
                <a:spcPts val="1000"/>
              </a:spcBef>
              <a:spcAft>
                <a:spcPts val="1000"/>
              </a:spcAft>
              <a:buNone/>
            </a:pPr>
            <a:r>
              <a:t/>
            </a:r>
            <a:endParaRPr sz="1400">
              <a:latin typeface="Lora"/>
              <a:ea typeface="Lora"/>
              <a:cs typeface="Lora"/>
              <a:sym typeface="Lora"/>
            </a:endParaRPr>
          </a:p>
        </p:txBody>
      </p:sp>
      <p:pic>
        <p:nvPicPr>
          <p:cNvPr id="771" name="Google Shape;771;p97" title="CleanShot 2025-07-08 at 00.00.59@2x.png"/>
          <p:cNvPicPr preferRelativeResize="0"/>
          <p:nvPr/>
        </p:nvPicPr>
        <p:blipFill>
          <a:blip r:embed="rId3">
            <a:alphaModFix/>
          </a:blip>
          <a:stretch>
            <a:fillRect/>
          </a:stretch>
        </p:blipFill>
        <p:spPr>
          <a:xfrm>
            <a:off x="3666950" y="822050"/>
            <a:ext cx="5357199" cy="3662152"/>
          </a:xfrm>
          <a:prstGeom prst="rect">
            <a:avLst/>
          </a:prstGeom>
          <a:noFill/>
          <a:ln>
            <a:noFill/>
          </a:ln>
        </p:spPr>
      </p:pic>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5" name="Shape 775"/>
        <p:cNvGrpSpPr/>
        <p:nvPr/>
      </p:nvGrpSpPr>
      <p:grpSpPr>
        <a:xfrm>
          <a:off x="0" y="0"/>
          <a:ext cx="0" cy="0"/>
          <a:chOff x="0" y="0"/>
          <a:chExt cx="0" cy="0"/>
        </a:xfrm>
      </p:grpSpPr>
      <p:sp>
        <p:nvSpPr>
          <p:cNvPr id="776" name="Google Shape;776;p98"/>
          <p:cNvSpPr txBox="1"/>
          <p:nvPr>
            <p:ph type="title"/>
          </p:nvPr>
        </p:nvSpPr>
        <p:spPr>
          <a:xfrm>
            <a:off x="455775" y="457206"/>
            <a:ext cx="6831900" cy="8082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Sub agents</a:t>
            </a:r>
            <a:endParaRPr/>
          </a:p>
        </p:txBody>
      </p:sp>
      <p:sp>
        <p:nvSpPr>
          <p:cNvPr id="777" name="Google Shape;777;p98"/>
          <p:cNvSpPr txBox="1"/>
          <p:nvPr>
            <p:ph idx="12" type="sldNum"/>
          </p:nvPr>
        </p:nvSpPr>
        <p:spPr>
          <a:xfrm>
            <a:off x="8256725" y="4708927"/>
            <a:ext cx="437100" cy="107400"/>
          </a:xfrm>
          <a:prstGeom prst="rect">
            <a:avLst/>
          </a:prstGeom>
        </p:spPr>
        <p:txBody>
          <a:bodyPr anchorCtr="0" anchor="t" bIns="0" lIns="0" spcFirstLastPara="1" rIns="0" wrap="square" tIns="0">
            <a:noAutofit/>
          </a:bodyPr>
          <a:lstStyle/>
          <a:p>
            <a:pPr indent="0" lvl="0" marL="0" rtl="0" algn="r">
              <a:spcBef>
                <a:spcPts val="0"/>
              </a:spcBef>
              <a:spcAft>
                <a:spcPts val="0"/>
              </a:spcAft>
              <a:buNone/>
            </a:pPr>
            <a:fld id="{00000000-1234-1234-1234-123412341234}" type="slidenum">
              <a:rPr lang="en"/>
              <a:t>‹#›</a:t>
            </a:fld>
            <a:endParaRPr/>
          </a:p>
        </p:txBody>
      </p:sp>
      <p:pic>
        <p:nvPicPr>
          <p:cNvPr id="778" name="Google Shape;778;p98" title="Screenshot 2025-08-13 at 8.07.42 AM.png"/>
          <p:cNvPicPr preferRelativeResize="0"/>
          <p:nvPr/>
        </p:nvPicPr>
        <p:blipFill>
          <a:blip r:embed="rId3">
            <a:alphaModFix/>
          </a:blip>
          <a:stretch>
            <a:fillRect/>
          </a:stretch>
        </p:blipFill>
        <p:spPr>
          <a:xfrm>
            <a:off x="1095438" y="1106925"/>
            <a:ext cx="7117373" cy="3426626"/>
          </a:xfrm>
          <a:prstGeom prst="rect">
            <a:avLst/>
          </a:prstGeom>
          <a:noFill/>
          <a:ln>
            <a:noFill/>
          </a:ln>
        </p:spPr>
      </p:pic>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2" name="Shape 782"/>
        <p:cNvGrpSpPr/>
        <p:nvPr/>
      </p:nvGrpSpPr>
      <p:grpSpPr>
        <a:xfrm>
          <a:off x="0" y="0"/>
          <a:ext cx="0" cy="0"/>
          <a:chOff x="0" y="0"/>
          <a:chExt cx="0" cy="0"/>
        </a:xfrm>
      </p:grpSpPr>
      <p:sp>
        <p:nvSpPr>
          <p:cNvPr id="783" name="Google Shape;783;p99"/>
          <p:cNvSpPr txBox="1"/>
          <p:nvPr>
            <p:ph idx="1" type="body"/>
          </p:nvPr>
        </p:nvSpPr>
        <p:spPr>
          <a:xfrm>
            <a:off x="455775" y="3036100"/>
            <a:ext cx="2634300" cy="1309200"/>
          </a:xfrm>
          <a:prstGeom prst="rect">
            <a:avLst/>
          </a:prstGeom>
        </p:spPr>
        <p:txBody>
          <a:bodyPr anchorCtr="0" anchor="t" bIns="91450" lIns="91450" spcFirstLastPara="1" rIns="91450" wrap="square" tIns="91450">
            <a:noAutofit/>
          </a:bodyPr>
          <a:lstStyle/>
          <a:p>
            <a:pPr indent="0" lvl="0" marL="0" rtl="0" algn="ctr">
              <a:spcBef>
                <a:spcPts val="0"/>
              </a:spcBef>
              <a:spcAft>
                <a:spcPts val="0"/>
              </a:spcAft>
              <a:buNone/>
            </a:pPr>
            <a:r>
              <a:rPr b="1" lang="en"/>
              <a:t>PDF Support</a:t>
            </a:r>
            <a:endParaRPr b="1"/>
          </a:p>
          <a:p>
            <a:pPr indent="0" lvl="0" marL="0" rtl="0" algn="ctr">
              <a:spcBef>
                <a:spcPts val="1000"/>
              </a:spcBef>
              <a:spcAft>
                <a:spcPts val="0"/>
              </a:spcAft>
              <a:buNone/>
            </a:pPr>
            <a:r>
              <a:t/>
            </a:r>
            <a:endParaRPr sz="1200"/>
          </a:p>
          <a:p>
            <a:pPr indent="0" lvl="0" marL="0" rtl="0" algn="ctr">
              <a:spcBef>
                <a:spcPts val="1000"/>
              </a:spcBef>
              <a:spcAft>
                <a:spcPts val="0"/>
              </a:spcAft>
              <a:buNone/>
            </a:pPr>
            <a:r>
              <a:t/>
            </a:r>
            <a:endParaRPr/>
          </a:p>
          <a:p>
            <a:pPr indent="0" lvl="0" marL="0" rtl="0" algn="ctr">
              <a:spcBef>
                <a:spcPts val="1000"/>
              </a:spcBef>
              <a:spcAft>
                <a:spcPts val="1000"/>
              </a:spcAft>
              <a:buNone/>
            </a:pPr>
            <a:r>
              <a:t/>
            </a:r>
            <a:endParaRPr/>
          </a:p>
        </p:txBody>
      </p:sp>
      <p:sp>
        <p:nvSpPr>
          <p:cNvPr id="784" name="Google Shape;784;p99"/>
          <p:cNvSpPr txBox="1"/>
          <p:nvPr>
            <p:ph idx="2" type="body"/>
          </p:nvPr>
        </p:nvSpPr>
        <p:spPr>
          <a:xfrm>
            <a:off x="3254975" y="3036100"/>
            <a:ext cx="2634300" cy="1309200"/>
          </a:xfrm>
          <a:prstGeom prst="rect">
            <a:avLst/>
          </a:prstGeom>
        </p:spPr>
        <p:txBody>
          <a:bodyPr anchorCtr="0" anchor="t" bIns="91450" lIns="91450" spcFirstLastPara="1" rIns="91450" wrap="square" tIns="91450">
            <a:noAutofit/>
          </a:bodyPr>
          <a:lstStyle/>
          <a:p>
            <a:pPr indent="0" lvl="0" marL="0" rtl="0" algn="ctr">
              <a:spcBef>
                <a:spcPts val="0"/>
              </a:spcBef>
              <a:spcAft>
                <a:spcPts val="0"/>
              </a:spcAft>
              <a:buNone/>
            </a:pPr>
            <a:r>
              <a:rPr b="1" lang="en"/>
              <a:t>Ctrl+z</a:t>
            </a:r>
            <a:endParaRPr b="1"/>
          </a:p>
          <a:p>
            <a:pPr indent="0" lvl="0" marL="0" rtl="0" algn="ctr">
              <a:spcBef>
                <a:spcPts val="1000"/>
              </a:spcBef>
              <a:spcAft>
                <a:spcPts val="1000"/>
              </a:spcAft>
              <a:buNone/>
            </a:pPr>
            <a:r>
              <a:t/>
            </a:r>
            <a:endParaRPr b="1"/>
          </a:p>
        </p:txBody>
      </p:sp>
      <p:sp>
        <p:nvSpPr>
          <p:cNvPr id="785" name="Google Shape;785;p99"/>
          <p:cNvSpPr txBox="1"/>
          <p:nvPr>
            <p:ph type="title"/>
          </p:nvPr>
        </p:nvSpPr>
        <p:spPr>
          <a:xfrm>
            <a:off x="456825" y="457199"/>
            <a:ext cx="8230200" cy="9144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rPr lang="en"/>
              <a:t>New-ish quality of life features!</a:t>
            </a:r>
            <a:endParaRPr/>
          </a:p>
          <a:p>
            <a:pPr indent="0" lvl="0" marL="0" rtl="0" algn="ctr">
              <a:lnSpc>
                <a:spcPct val="115000"/>
              </a:lnSpc>
              <a:spcBef>
                <a:spcPts val="1300"/>
              </a:spcBef>
              <a:spcAft>
                <a:spcPts val="1000"/>
              </a:spcAft>
              <a:buNone/>
            </a:pPr>
            <a:r>
              <a:t/>
            </a:r>
            <a:endParaRPr sz="1400">
              <a:latin typeface="Lora"/>
              <a:ea typeface="Lora"/>
              <a:cs typeface="Lora"/>
              <a:sym typeface="Lora"/>
            </a:endParaRPr>
          </a:p>
        </p:txBody>
      </p:sp>
      <p:sp>
        <p:nvSpPr>
          <p:cNvPr id="786" name="Google Shape;786;p99"/>
          <p:cNvSpPr txBox="1"/>
          <p:nvPr>
            <p:ph idx="12" type="sldNum"/>
          </p:nvPr>
        </p:nvSpPr>
        <p:spPr>
          <a:xfrm>
            <a:off x="8256725" y="4708927"/>
            <a:ext cx="437100" cy="107400"/>
          </a:xfrm>
          <a:prstGeom prst="rect">
            <a:avLst/>
          </a:prstGeom>
        </p:spPr>
        <p:txBody>
          <a:bodyPr anchorCtr="0" anchor="t" bIns="0" lIns="0" spcFirstLastPara="1" rIns="0" wrap="square" tIns="0">
            <a:noAutofit/>
          </a:bodyPr>
          <a:lstStyle/>
          <a:p>
            <a:pPr indent="0" lvl="0" marL="0" rtl="0" algn="r">
              <a:spcBef>
                <a:spcPts val="0"/>
              </a:spcBef>
              <a:spcAft>
                <a:spcPts val="0"/>
              </a:spcAft>
              <a:buNone/>
            </a:pPr>
            <a:fld id="{00000000-1234-1234-1234-123412341234}" type="slidenum">
              <a:rPr lang="en"/>
              <a:t>‹#›</a:t>
            </a:fld>
            <a:endParaRPr/>
          </a:p>
        </p:txBody>
      </p:sp>
      <p:pic>
        <p:nvPicPr>
          <p:cNvPr id="787" name="Google Shape;787;p99" title="Objects-Flowers-1.png"/>
          <p:cNvPicPr preferRelativeResize="0"/>
          <p:nvPr>
            <p:ph idx="3" type="pic"/>
          </p:nvPr>
        </p:nvPicPr>
        <p:blipFill rotWithShape="1">
          <a:blip r:embed="rId3">
            <a:alphaModFix/>
          </a:blip>
          <a:srcRect b="0" l="0" r="0" t="0"/>
          <a:stretch/>
        </p:blipFill>
        <p:spPr>
          <a:xfrm>
            <a:off x="1298775" y="2003650"/>
            <a:ext cx="948300" cy="948300"/>
          </a:xfrm>
          <a:prstGeom prst="rect">
            <a:avLst/>
          </a:prstGeom>
        </p:spPr>
      </p:pic>
      <p:pic>
        <p:nvPicPr>
          <p:cNvPr id="788" name="Google Shape;788;p99" title="Objects-Lightbulb-1.png"/>
          <p:cNvPicPr preferRelativeResize="0"/>
          <p:nvPr>
            <p:ph idx="4" type="pic"/>
          </p:nvPr>
        </p:nvPicPr>
        <p:blipFill rotWithShape="1">
          <a:blip r:embed="rId4">
            <a:alphaModFix/>
          </a:blip>
          <a:srcRect b="0" l="0" r="0" t="0"/>
          <a:stretch/>
        </p:blipFill>
        <p:spPr>
          <a:xfrm>
            <a:off x="4097975" y="2003650"/>
            <a:ext cx="948300" cy="948300"/>
          </a:xfrm>
          <a:prstGeom prst="rect">
            <a:avLst/>
          </a:prstGeom>
        </p:spPr>
      </p:pic>
      <p:pic>
        <p:nvPicPr>
          <p:cNvPr id="789" name="Google Shape;789;p99" title="Objects-Build-1.png"/>
          <p:cNvPicPr preferRelativeResize="0"/>
          <p:nvPr>
            <p:ph idx="5" type="pic"/>
          </p:nvPr>
        </p:nvPicPr>
        <p:blipFill rotWithShape="1">
          <a:blip r:embed="rId5">
            <a:alphaModFix/>
          </a:blip>
          <a:srcRect b="0" l="0" r="0" t="0"/>
          <a:stretch/>
        </p:blipFill>
        <p:spPr>
          <a:xfrm>
            <a:off x="6897175" y="2003650"/>
            <a:ext cx="948300" cy="948300"/>
          </a:xfrm>
          <a:prstGeom prst="rect">
            <a:avLst/>
          </a:prstGeom>
        </p:spPr>
      </p:pic>
      <p:sp>
        <p:nvSpPr>
          <p:cNvPr id="790" name="Google Shape;790;p99"/>
          <p:cNvSpPr txBox="1"/>
          <p:nvPr>
            <p:ph idx="6" type="body"/>
          </p:nvPr>
        </p:nvSpPr>
        <p:spPr>
          <a:xfrm>
            <a:off x="6054175" y="3036100"/>
            <a:ext cx="2634300" cy="1309200"/>
          </a:xfrm>
          <a:prstGeom prst="rect">
            <a:avLst/>
          </a:prstGeom>
        </p:spPr>
        <p:txBody>
          <a:bodyPr anchorCtr="0" anchor="t" bIns="91450" lIns="91450" spcFirstLastPara="1" rIns="91450" wrap="square" tIns="91450">
            <a:noAutofit/>
          </a:bodyPr>
          <a:lstStyle/>
          <a:p>
            <a:pPr indent="0" lvl="0" marL="0" rtl="0" algn="ctr">
              <a:spcBef>
                <a:spcPts val="0"/>
              </a:spcBef>
              <a:spcAft>
                <a:spcPts val="0"/>
              </a:spcAft>
              <a:buNone/>
            </a:pPr>
            <a:r>
              <a:rPr b="1" lang="en"/>
              <a:t>/add-dir</a:t>
            </a:r>
            <a:endParaRPr b="1"/>
          </a:p>
          <a:p>
            <a:pPr indent="0" lvl="0" marL="0" rtl="0" algn="ctr">
              <a:spcBef>
                <a:spcPts val="1000"/>
              </a:spcBef>
              <a:spcAft>
                <a:spcPts val="0"/>
              </a:spcAft>
              <a:buNone/>
            </a:pPr>
            <a:r>
              <a:t/>
            </a:r>
            <a:endParaRPr sz="1200"/>
          </a:p>
          <a:p>
            <a:pPr indent="0" lvl="0" marL="0" rtl="0" algn="ctr">
              <a:spcBef>
                <a:spcPts val="1000"/>
              </a:spcBef>
              <a:spcAft>
                <a:spcPts val="1000"/>
              </a:spcAft>
              <a:buNone/>
            </a:pPr>
            <a:r>
              <a:t/>
            </a:r>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4" name="Shape 794"/>
        <p:cNvGrpSpPr/>
        <p:nvPr/>
      </p:nvGrpSpPr>
      <p:grpSpPr>
        <a:xfrm>
          <a:off x="0" y="0"/>
          <a:ext cx="0" cy="0"/>
          <a:chOff x="0" y="0"/>
          <a:chExt cx="0" cy="0"/>
        </a:xfrm>
      </p:grpSpPr>
      <p:sp>
        <p:nvSpPr>
          <p:cNvPr id="795" name="Google Shape;795;p100"/>
          <p:cNvSpPr txBox="1"/>
          <p:nvPr>
            <p:ph type="title"/>
          </p:nvPr>
        </p:nvSpPr>
        <p:spPr>
          <a:xfrm>
            <a:off x="455775" y="1371605"/>
            <a:ext cx="6840600" cy="18219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Getting the most out of Claude Code </a:t>
            </a:r>
            <a:br>
              <a:rPr lang="en"/>
            </a:br>
            <a:endParaRPr/>
          </a:p>
        </p:txBody>
      </p:sp>
      <p:sp>
        <p:nvSpPr>
          <p:cNvPr id="796" name="Google Shape;796;p100"/>
          <p:cNvSpPr txBox="1"/>
          <p:nvPr>
            <p:ph idx="12" type="sldNum"/>
          </p:nvPr>
        </p:nvSpPr>
        <p:spPr>
          <a:xfrm>
            <a:off x="8256725" y="4708927"/>
            <a:ext cx="437100" cy="107400"/>
          </a:xfrm>
          <a:prstGeom prst="rect">
            <a:avLst/>
          </a:prstGeom>
        </p:spPr>
        <p:txBody>
          <a:bodyPr anchorCtr="0" anchor="t" bIns="0" lIns="0" spcFirstLastPara="1" rIns="0" wrap="square" tIns="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9F5"/>
        </a:solidFill>
      </p:bgPr>
    </p:bg>
    <p:spTree>
      <p:nvGrpSpPr>
        <p:cNvPr id="800" name="Shape 800"/>
        <p:cNvGrpSpPr/>
        <p:nvPr/>
      </p:nvGrpSpPr>
      <p:grpSpPr>
        <a:xfrm>
          <a:off x="0" y="0"/>
          <a:ext cx="0" cy="0"/>
          <a:chOff x="0" y="0"/>
          <a:chExt cx="0" cy="0"/>
        </a:xfrm>
      </p:grpSpPr>
      <p:sp>
        <p:nvSpPr>
          <p:cNvPr id="801" name="Google Shape;801;p101"/>
          <p:cNvSpPr txBox="1"/>
          <p:nvPr>
            <p:ph type="title"/>
          </p:nvPr>
        </p:nvSpPr>
        <p:spPr>
          <a:xfrm>
            <a:off x="456825" y="457206"/>
            <a:ext cx="8230200" cy="8154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Same as prior but with subheading sections</a:t>
            </a:r>
            <a:endParaRPr/>
          </a:p>
          <a:p>
            <a:pPr indent="0" lvl="0" marL="0" rtl="0" algn="l">
              <a:spcBef>
                <a:spcPts val="0"/>
              </a:spcBef>
              <a:spcAft>
                <a:spcPts val="0"/>
              </a:spcAft>
              <a:buNone/>
            </a:pPr>
            <a:r>
              <a:t/>
            </a:r>
            <a:endParaRPr/>
          </a:p>
        </p:txBody>
      </p:sp>
      <p:sp>
        <p:nvSpPr>
          <p:cNvPr id="802" name="Google Shape;802;p101"/>
          <p:cNvSpPr txBox="1"/>
          <p:nvPr>
            <p:ph idx="1" type="body"/>
          </p:nvPr>
        </p:nvSpPr>
        <p:spPr>
          <a:xfrm>
            <a:off x="455775" y="1371603"/>
            <a:ext cx="4033500" cy="1328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b="1" lang="en"/>
              <a:t>Leverage CLAUDE.md Hierarchy</a:t>
            </a:r>
            <a:r>
              <a:rPr b="1" lang="en" sz="1100">
                <a:solidFill>
                  <a:srgbClr val="000000"/>
                </a:solidFill>
              </a:rPr>
              <a:t>:</a:t>
            </a:r>
            <a:endParaRPr/>
          </a:p>
          <a:p>
            <a:pPr indent="-298450" lvl="0" marL="457200" rtl="0" algn="l">
              <a:spcBef>
                <a:spcPts val="1000"/>
              </a:spcBef>
              <a:spcAft>
                <a:spcPts val="0"/>
              </a:spcAft>
              <a:buClr>
                <a:schemeClr val="dk2"/>
              </a:buClr>
              <a:buSzPts val="1100"/>
              <a:buFont typeface="Lora"/>
              <a:buChar char="●"/>
            </a:pPr>
            <a:r>
              <a:rPr lang="en"/>
              <a:t>Use # to easily add a memory inline </a:t>
            </a:r>
            <a:endParaRPr/>
          </a:p>
          <a:p>
            <a:pPr indent="-298450" lvl="0" marL="457200" rtl="0" algn="l">
              <a:spcBef>
                <a:spcPts val="400"/>
              </a:spcBef>
              <a:spcAft>
                <a:spcPts val="400"/>
              </a:spcAft>
              <a:buClr>
                <a:schemeClr val="dk2"/>
              </a:buClr>
              <a:buSzPts val="1100"/>
              <a:buFont typeface="Lora"/>
              <a:buChar char="●"/>
            </a:pPr>
            <a:r>
              <a:rPr lang="en"/>
              <a:t>Use /memory to easily manage all your memories for a project</a:t>
            </a:r>
            <a:endParaRPr/>
          </a:p>
        </p:txBody>
      </p:sp>
      <p:sp>
        <p:nvSpPr>
          <p:cNvPr id="803" name="Google Shape;803;p101"/>
          <p:cNvSpPr txBox="1"/>
          <p:nvPr>
            <p:ph idx="2" type="body"/>
          </p:nvPr>
        </p:nvSpPr>
        <p:spPr>
          <a:xfrm>
            <a:off x="4654713" y="1371605"/>
            <a:ext cx="4033500" cy="29733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b="1" lang="en"/>
              <a:t>Tips &amp; tricks</a:t>
            </a:r>
            <a:r>
              <a:rPr b="1" lang="en">
                <a:solidFill>
                  <a:schemeClr val="dk1"/>
                </a:solidFill>
              </a:rPr>
              <a:t>:</a:t>
            </a:r>
            <a:endParaRPr>
              <a:solidFill>
                <a:schemeClr val="dk1"/>
              </a:solidFill>
            </a:endParaRPr>
          </a:p>
          <a:p>
            <a:pPr indent="-209550" lvl="0" marL="279400" rtl="0" algn="l">
              <a:spcBef>
                <a:spcPts val="1000"/>
              </a:spcBef>
              <a:spcAft>
                <a:spcPts val="0"/>
              </a:spcAft>
              <a:buClr>
                <a:schemeClr val="dk2"/>
              </a:buClr>
              <a:buSzPts val="1100"/>
              <a:buChar char="●"/>
            </a:pPr>
            <a:r>
              <a:rPr lang="en"/>
              <a:t>Use imports in your CLAUDE.md files to reference other key context</a:t>
            </a:r>
            <a:endParaRPr/>
          </a:p>
          <a:p>
            <a:pPr indent="-209550" lvl="0" marL="279400" rtl="0" algn="l">
              <a:spcBef>
                <a:spcPts val="400"/>
              </a:spcBef>
              <a:spcAft>
                <a:spcPts val="400"/>
              </a:spcAft>
              <a:buClr>
                <a:schemeClr val="dk2"/>
              </a:buClr>
              <a:buSzPts val="1100"/>
              <a:buChar char="●"/>
            </a:pPr>
            <a:r>
              <a:rPr lang="en"/>
              <a:t>Ask Claude to explore the codebase &amp; summarize, then write that context to a CLAUDE.md file</a:t>
            </a:r>
            <a:r>
              <a:rPr lang="en" sz="1100">
                <a:solidFill>
                  <a:srgbClr val="000000"/>
                </a:solidFill>
              </a:rPr>
              <a:t> </a:t>
            </a:r>
            <a:endParaRPr/>
          </a:p>
        </p:txBody>
      </p:sp>
      <p:sp>
        <p:nvSpPr>
          <p:cNvPr id="804" name="Google Shape;804;p101"/>
          <p:cNvSpPr txBox="1"/>
          <p:nvPr>
            <p:ph idx="12" type="sldNum"/>
          </p:nvPr>
        </p:nvSpPr>
        <p:spPr>
          <a:xfrm>
            <a:off x="8256725" y="4708927"/>
            <a:ext cx="437100" cy="107400"/>
          </a:xfrm>
          <a:prstGeom prst="rect">
            <a:avLst/>
          </a:prstGeom>
        </p:spPr>
        <p:txBody>
          <a:bodyPr anchorCtr="0" anchor="t" bIns="0" lIns="0" spcFirstLastPara="1" rIns="0" wrap="square" tIns="0">
            <a:noAutofit/>
          </a:bodyPr>
          <a:lstStyle/>
          <a:p>
            <a:pPr indent="0" lvl="0" marL="0" rtl="0" algn="r">
              <a:spcBef>
                <a:spcPts val="0"/>
              </a:spcBef>
              <a:spcAft>
                <a:spcPts val="0"/>
              </a:spcAft>
              <a:buNone/>
            </a:pPr>
            <a:fld id="{00000000-1234-1234-1234-123412341234}" type="slidenum">
              <a:rPr lang="en"/>
              <a:t>‹#›</a:t>
            </a:fld>
            <a:endParaRPr/>
          </a:p>
        </p:txBody>
      </p:sp>
      <p:pic>
        <p:nvPicPr>
          <p:cNvPr id="805" name="Google Shape;805;p101" title="CleanShot 2025-07-11 at 10.41.58.png"/>
          <p:cNvPicPr preferRelativeResize="0"/>
          <p:nvPr/>
        </p:nvPicPr>
        <p:blipFill rotWithShape="1">
          <a:blip r:embed="rId3">
            <a:alphaModFix/>
          </a:blip>
          <a:srcRect b="30011" l="0" r="49726" t="0"/>
          <a:stretch/>
        </p:blipFill>
        <p:spPr>
          <a:xfrm>
            <a:off x="923050" y="2700300"/>
            <a:ext cx="3098950" cy="1070425"/>
          </a:xfrm>
          <a:prstGeom prst="rect">
            <a:avLst/>
          </a:prstGeom>
          <a:noFill/>
          <a:ln>
            <a:noFill/>
          </a:ln>
        </p:spPr>
      </p:pic>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9" name="Shape 809"/>
        <p:cNvGrpSpPr/>
        <p:nvPr/>
      </p:nvGrpSpPr>
      <p:grpSpPr>
        <a:xfrm>
          <a:off x="0" y="0"/>
          <a:ext cx="0" cy="0"/>
          <a:chOff x="0" y="0"/>
          <a:chExt cx="0" cy="0"/>
        </a:xfrm>
      </p:grpSpPr>
      <p:sp>
        <p:nvSpPr>
          <p:cNvPr id="810" name="Google Shape;810;p102"/>
          <p:cNvSpPr txBox="1"/>
          <p:nvPr>
            <p:ph idx="1" type="body"/>
          </p:nvPr>
        </p:nvSpPr>
        <p:spPr>
          <a:xfrm>
            <a:off x="455775" y="3036100"/>
            <a:ext cx="1934700" cy="1309200"/>
          </a:xfrm>
          <a:prstGeom prst="rect">
            <a:avLst/>
          </a:prstGeom>
        </p:spPr>
        <p:txBody>
          <a:bodyPr anchorCtr="0" anchor="t" bIns="91450" lIns="91450" spcFirstLastPara="1" rIns="91450" wrap="square" tIns="91450">
            <a:noAutofit/>
          </a:bodyPr>
          <a:lstStyle/>
          <a:p>
            <a:pPr indent="0" lvl="0" marL="0" rtl="0" algn="ctr">
              <a:spcBef>
                <a:spcPts val="0"/>
              </a:spcBef>
              <a:spcAft>
                <a:spcPts val="0"/>
              </a:spcAft>
              <a:buNone/>
            </a:pPr>
            <a:r>
              <a:rPr b="1" lang="en"/>
              <a:t>Multipaste</a:t>
            </a:r>
            <a:endParaRPr b="1"/>
          </a:p>
          <a:p>
            <a:pPr indent="0" lvl="0" marL="0" rtl="0" algn="ctr">
              <a:spcBef>
                <a:spcPts val="1000"/>
              </a:spcBef>
              <a:spcAft>
                <a:spcPts val="0"/>
              </a:spcAft>
              <a:buNone/>
            </a:pPr>
            <a:r>
              <a:rPr lang="en" sz="1200"/>
              <a:t>Include Large Texts Chunks &amp; Images in your prompts</a:t>
            </a:r>
            <a:endParaRPr sz="1200"/>
          </a:p>
          <a:p>
            <a:pPr indent="0" lvl="0" marL="0" rtl="0" algn="ctr">
              <a:spcBef>
                <a:spcPts val="1000"/>
              </a:spcBef>
              <a:spcAft>
                <a:spcPts val="0"/>
              </a:spcAft>
              <a:buNone/>
            </a:pPr>
            <a:r>
              <a:t/>
            </a:r>
            <a:endParaRPr/>
          </a:p>
          <a:p>
            <a:pPr indent="0" lvl="0" marL="0" rtl="0" algn="ctr">
              <a:spcBef>
                <a:spcPts val="1000"/>
              </a:spcBef>
              <a:spcAft>
                <a:spcPts val="1000"/>
              </a:spcAft>
              <a:buNone/>
            </a:pPr>
            <a:r>
              <a:t/>
            </a:r>
            <a:endParaRPr/>
          </a:p>
        </p:txBody>
      </p:sp>
      <p:sp>
        <p:nvSpPr>
          <p:cNvPr id="811" name="Google Shape;811;p102"/>
          <p:cNvSpPr txBox="1"/>
          <p:nvPr>
            <p:ph idx="2" type="body"/>
          </p:nvPr>
        </p:nvSpPr>
        <p:spPr>
          <a:xfrm>
            <a:off x="2555275" y="3036100"/>
            <a:ext cx="1934700" cy="1650300"/>
          </a:xfrm>
          <a:prstGeom prst="rect">
            <a:avLst/>
          </a:prstGeom>
        </p:spPr>
        <p:txBody>
          <a:bodyPr anchorCtr="0" anchor="t" bIns="91450" lIns="91450" spcFirstLastPara="1" rIns="91450" wrap="square" tIns="91450">
            <a:noAutofit/>
          </a:bodyPr>
          <a:lstStyle/>
          <a:p>
            <a:pPr indent="0" lvl="0" marL="0" rtl="0" algn="ctr">
              <a:spcBef>
                <a:spcPts val="0"/>
              </a:spcBef>
              <a:spcAft>
                <a:spcPts val="0"/>
              </a:spcAft>
              <a:buNone/>
            </a:pPr>
            <a:r>
              <a:rPr b="1" lang="en"/>
              <a:t>Tag files</a:t>
            </a:r>
            <a:endParaRPr b="1"/>
          </a:p>
          <a:p>
            <a:pPr indent="0" lvl="0" marL="0" rtl="0" algn="ctr">
              <a:spcBef>
                <a:spcPts val="1000"/>
              </a:spcBef>
              <a:spcAft>
                <a:spcPts val="1000"/>
              </a:spcAft>
              <a:buNone/>
            </a:pPr>
            <a:r>
              <a:rPr lang="en" sz="1200"/>
              <a:t>Bring in a file or directory using @</a:t>
            </a:r>
            <a:r>
              <a:rPr lang="en" sz="1200"/>
              <a:t> </a:t>
            </a:r>
            <a:endParaRPr b="1"/>
          </a:p>
        </p:txBody>
      </p:sp>
      <p:sp>
        <p:nvSpPr>
          <p:cNvPr id="812" name="Google Shape;812;p102"/>
          <p:cNvSpPr txBox="1"/>
          <p:nvPr>
            <p:ph type="title"/>
          </p:nvPr>
        </p:nvSpPr>
        <p:spPr>
          <a:xfrm>
            <a:off x="456825" y="457199"/>
            <a:ext cx="8230200" cy="9144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rPr lang="en"/>
              <a:t>Bring in your context</a:t>
            </a:r>
            <a:endParaRPr/>
          </a:p>
          <a:p>
            <a:pPr indent="0" lvl="0" marL="0" rtl="0" algn="l">
              <a:lnSpc>
                <a:spcPct val="115000"/>
              </a:lnSpc>
              <a:spcBef>
                <a:spcPts val="1300"/>
              </a:spcBef>
              <a:spcAft>
                <a:spcPts val="1000"/>
              </a:spcAft>
              <a:buNone/>
            </a:pPr>
            <a:r>
              <a:t/>
            </a:r>
            <a:endParaRPr sz="1400">
              <a:latin typeface="Lora"/>
              <a:ea typeface="Lora"/>
              <a:cs typeface="Lora"/>
              <a:sym typeface="Lora"/>
            </a:endParaRPr>
          </a:p>
        </p:txBody>
      </p:sp>
      <p:sp>
        <p:nvSpPr>
          <p:cNvPr id="813" name="Google Shape;813;p102"/>
          <p:cNvSpPr txBox="1"/>
          <p:nvPr>
            <p:ph idx="12" type="sldNum"/>
          </p:nvPr>
        </p:nvSpPr>
        <p:spPr>
          <a:xfrm>
            <a:off x="8256725" y="4708927"/>
            <a:ext cx="437100" cy="107400"/>
          </a:xfrm>
          <a:prstGeom prst="rect">
            <a:avLst/>
          </a:prstGeom>
        </p:spPr>
        <p:txBody>
          <a:bodyPr anchorCtr="0" anchor="t" bIns="0" lIns="0" spcFirstLastPara="1" rIns="0" wrap="square" tIns="0">
            <a:noAutofit/>
          </a:bodyPr>
          <a:lstStyle/>
          <a:p>
            <a:pPr indent="0" lvl="0" marL="0" rtl="0" algn="r">
              <a:spcBef>
                <a:spcPts val="0"/>
              </a:spcBef>
              <a:spcAft>
                <a:spcPts val="0"/>
              </a:spcAft>
              <a:buNone/>
            </a:pPr>
            <a:fld id="{00000000-1234-1234-1234-123412341234}" type="slidenum">
              <a:rPr lang="en"/>
              <a:t>‹#›</a:t>
            </a:fld>
            <a:endParaRPr/>
          </a:p>
        </p:txBody>
      </p:sp>
      <p:pic>
        <p:nvPicPr>
          <p:cNvPr id="814" name="Google Shape;814;p102" title="Objects-Flowers-1.png"/>
          <p:cNvPicPr preferRelativeResize="0"/>
          <p:nvPr>
            <p:ph idx="3" type="pic"/>
          </p:nvPr>
        </p:nvPicPr>
        <p:blipFill rotWithShape="1">
          <a:blip r:embed="rId3">
            <a:alphaModFix/>
          </a:blip>
          <a:srcRect b="0" l="0" r="0" t="0"/>
          <a:stretch/>
        </p:blipFill>
        <p:spPr>
          <a:xfrm>
            <a:off x="949050" y="2003650"/>
            <a:ext cx="948300" cy="948300"/>
          </a:xfrm>
          <a:prstGeom prst="rect">
            <a:avLst/>
          </a:prstGeom>
        </p:spPr>
      </p:pic>
      <p:pic>
        <p:nvPicPr>
          <p:cNvPr id="815" name="Google Shape;815;p102" title="Objects-Lightbulb-1.png"/>
          <p:cNvPicPr preferRelativeResize="0"/>
          <p:nvPr>
            <p:ph idx="4" type="pic"/>
          </p:nvPr>
        </p:nvPicPr>
        <p:blipFill rotWithShape="1">
          <a:blip r:embed="rId4">
            <a:alphaModFix/>
          </a:blip>
          <a:srcRect b="0" l="0" r="0" t="0"/>
          <a:stretch/>
        </p:blipFill>
        <p:spPr>
          <a:xfrm>
            <a:off x="3048219" y="2003650"/>
            <a:ext cx="948300" cy="948300"/>
          </a:xfrm>
          <a:prstGeom prst="rect">
            <a:avLst/>
          </a:prstGeom>
        </p:spPr>
      </p:pic>
      <p:pic>
        <p:nvPicPr>
          <p:cNvPr id="816" name="Google Shape;816;p102" title="Objects-Build-1.png"/>
          <p:cNvPicPr preferRelativeResize="0"/>
          <p:nvPr>
            <p:ph idx="5" type="pic"/>
          </p:nvPr>
        </p:nvPicPr>
        <p:blipFill rotWithShape="1">
          <a:blip r:embed="rId5">
            <a:alphaModFix/>
          </a:blip>
          <a:srcRect b="0" l="0" r="0" t="0"/>
          <a:stretch/>
        </p:blipFill>
        <p:spPr>
          <a:xfrm>
            <a:off x="5147388" y="2003650"/>
            <a:ext cx="948300" cy="948300"/>
          </a:xfrm>
          <a:prstGeom prst="rect">
            <a:avLst/>
          </a:prstGeom>
        </p:spPr>
      </p:pic>
      <p:sp>
        <p:nvSpPr>
          <p:cNvPr id="817" name="Google Shape;817;p102"/>
          <p:cNvSpPr txBox="1"/>
          <p:nvPr>
            <p:ph idx="6" type="body"/>
          </p:nvPr>
        </p:nvSpPr>
        <p:spPr>
          <a:xfrm>
            <a:off x="4654113" y="3036100"/>
            <a:ext cx="1934700" cy="1309200"/>
          </a:xfrm>
          <a:prstGeom prst="rect">
            <a:avLst/>
          </a:prstGeom>
        </p:spPr>
        <p:txBody>
          <a:bodyPr anchorCtr="0" anchor="t" bIns="91450" lIns="91450" spcFirstLastPara="1" rIns="91450" wrap="square" tIns="91450">
            <a:noAutofit/>
          </a:bodyPr>
          <a:lstStyle/>
          <a:p>
            <a:pPr indent="0" lvl="0" marL="0" rtl="0" algn="ctr">
              <a:spcBef>
                <a:spcPts val="0"/>
              </a:spcBef>
              <a:spcAft>
                <a:spcPts val="0"/>
              </a:spcAft>
              <a:buNone/>
            </a:pPr>
            <a:r>
              <a:rPr b="1" lang="en"/>
              <a:t>Web search</a:t>
            </a:r>
            <a:endParaRPr b="1"/>
          </a:p>
          <a:p>
            <a:pPr indent="0" lvl="0" marL="0" rtl="0" algn="ctr">
              <a:spcBef>
                <a:spcPts val="1000"/>
              </a:spcBef>
              <a:spcAft>
                <a:spcPts val="0"/>
              </a:spcAft>
              <a:buNone/>
            </a:pPr>
            <a:r>
              <a:rPr lang="en" sz="1200"/>
              <a:t>Search the web for documentation, new features, etc.</a:t>
            </a:r>
            <a:endParaRPr sz="1200"/>
          </a:p>
          <a:p>
            <a:pPr indent="0" lvl="0" marL="0" rtl="0" algn="ctr">
              <a:spcBef>
                <a:spcPts val="1000"/>
              </a:spcBef>
              <a:spcAft>
                <a:spcPts val="1000"/>
              </a:spcAft>
              <a:buNone/>
            </a:pPr>
            <a:r>
              <a:t/>
            </a:r>
            <a:endParaRPr/>
          </a:p>
        </p:txBody>
      </p:sp>
      <p:pic>
        <p:nvPicPr>
          <p:cNvPr id="818" name="Google Shape;818;p102" title="Objects-LightningBolt-1.png"/>
          <p:cNvPicPr preferRelativeResize="0"/>
          <p:nvPr>
            <p:ph idx="7" type="pic"/>
          </p:nvPr>
        </p:nvPicPr>
        <p:blipFill rotWithShape="1">
          <a:blip r:embed="rId6">
            <a:alphaModFix/>
          </a:blip>
          <a:srcRect b="0" l="0" r="0" t="0"/>
          <a:stretch/>
        </p:blipFill>
        <p:spPr>
          <a:xfrm>
            <a:off x="7246550" y="2003650"/>
            <a:ext cx="948300" cy="948300"/>
          </a:xfrm>
          <a:prstGeom prst="rect">
            <a:avLst/>
          </a:prstGeom>
        </p:spPr>
      </p:pic>
      <p:sp>
        <p:nvSpPr>
          <p:cNvPr id="819" name="Google Shape;819;p102"/>
          <p:cNvSpPr txBox="1"/>
          <p:nvPr>
            <p:ph idx="8" type="body"/>
          </p:nvPr>
        </p:nvSpPr>
        <p:spPr>
          <a:xfrm>
            <a:off x="6752950" y="3036100"/>
            <a:ext cx="1934700" cy="1309200"/>
          </a:xfrm>
          <a:prstGeom prst="rect">
            <a:avLst/>
          </a:prstGeom>
        </p:spPr>
        <p:txBody>
          <a:bodyPr anchorCtr="0" anchor="t" bIns="91450" lIns="91450" spcFirstLastPara="1" rIns="91450" wrap="square" tIns="91450">
            <a:noAutofit/>
          </a:bodyPr>
          <a:lstStyle/>
          <a:p>
            <a:pPr indent="0" lvl="0" marL="0" rtl="0" algn="ctr">
              <a:spcBef>
                <a:spcPts val="0"/>
              </a:spcBef>
              <a:spcAft>
                <a:spcPts val="0"/>
              </a:spcAft>
              <a:buNone/>
            </a:pPr>
            <a:r>
              <a:rPr b="1" lang="en"/>
              <a:t>Images</a:t>
            </a:r>
            <a:endParaRPr b="1"/>
          </a:p>
          <a:p>
            <a:pPr indent="0" lvl="0" marL="0" rtl="0" algn="ctr">
              <a:spcBef>
                <a:spcPts val="1000"/>
              </a:spcBef>
              <a:spcAft>
                <a:spcPts val="1000"/>
              </a:spcAft>
              <a:buNone/>
            </a:pPr>
            <a:r>
              <a:rPr lang="en" sz="1200"/>
              <a:t>Paste an image from your clipboard using Ctrl+V</a:t>
            </a:r>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3" name="Shape 823"/>
        <p:cNvGrpSpPr/>
        <p:nvPr/>
      </p:nvGrpSpPr>
      <p:grpSpPr>
        <a:xfrm>
          <a:off x="0" y="0"/>
          <a:ext cx="0" cy="0"/>
          <a:chOff x="0" y="0"/>
          <a:chExt cx="0" cy="0"/>
        </a:xfrm>
      </p:grpSpPr>
      <p:sp>
        <p:nvSpPr>
          <p:cNvPr id="824" name="Google Shape;824;p103"/>
          <p:cNvSpPr txBox="1"/>
          <p:nvPr>
            <p:ph idx="12" type="sldNum"/>
          </p:nvPr>
        </p:nvSpPr>
        <p:spPr>
          <a:xfrm>
            <a:off x="8256725" y="4708927"/>
            <a:ext cx="437100" cy="107400"/>
          </a:xfrm>
          <a:prstGeom prst="rect">
            <a:avLst/>
          </a:prstGeom>
        </p:spPr>
        <p:txBody>
          <a:bodyPr anchorCtr="0" anchor="t" bIns="0" lIns="0" spcFirstLastPara="1" rIns="0" wrap="square" tIns="0">
            <a:noAutofit/>
          </a:bodyPr>
          <a:lstStyle/>
          <a:p>
            <a:pPr indent="0" lvl="0" marL="0" rtl="0" algn="r">
              <a:spcBef>
                <a:spcPts val="0"/>
              </a:spcBef>
              <a:spcAft>
                <a:spcPts val="0"/>
              </a:spcAft>
              <a:buClr>
                <a:srgbClr val="000000"/>
              </a:buClr>
              <a:buSzPts val="1000"/>
              <a:buFont typeface="Arial"/>
              <a:buNone/>
            </a:pPr>
            <a:fld id="{00000000-1234-1234-1234-123412341234}" type="slidenum">
              <a:rPr lang="en">
                <a:solidFill>
                  <a:srgbClr val="B0AEA5"/>
                </a:solidFill>
              </a:rPr>
              <a:t>‹#›</a:t>
            </a:fld>
            <a:endParaRPr>
              <a:solidFill>
                <a:srgbClr val="B0AEA5"/>
              </a:solidFill>
            </a:endParaRPr>
          </a:p>
        </p:txBody>
      </p:sp>
      <p:sp>
        <p:nvSpPr>
          <p:cNvPr id="825" name="Google Shape;825;p103"/>
          <p:cNvSpPr txBox="1"/>
          <p:nvPr>
            <p:ph type="title"/>
          </p:nvPr>
        </p:nvSpPr>
        <p:spPr>
          <a:xfrm>
            <a:off x="455775" y="457206"/>
            <a:ext cx="2634300" cy="3887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Use Claude’s tools</a:t>
            </a:r>
            <a:endParaRPr/>
          </a:p>
          <a:p>
            <a:pPr indent="0" lvl="0" marL="0" rtl="0" algn="l">
              <a:lnSpc>
                <a:spcPct val="115000"/>
              </a:lnSpc>
              <a:spcBef>
                <a:spcPts val="1300"/>
              </a:spcBef>
              <a:spcAft>
                <a:spcPts val="1000"/>
              </a:spcAft>
              <a:buNone/>
            </a:pPr>
            <a:r>
              <a:t/>
            </a:r>
            <a:endParaRPr sz="1400">
              <a:latin typeface="Lora"/>
              <a:ea typeface="Lora"/>
              <a:cs typeface="Lora"/>
              <a:sym typeface="Lora"/>
            </a:endParaRPr>
          </a:p>
        </p:txBody>
      </p:sp>
      <p:pic>
        <p:nvPicPr>
          <p:cNvPr id="826" name="Google Shape;826;p103" title="CleanShot 2025-07-07 at 11.29.05@2x.png"/>
          <p:cNvPicPr preferRelativeResize="0"/>
          <p:nvPr/>
        </p:nvPicPr>
        <p:blipFill>
          <a:blip r:embed="rId3">
            <a:alphaModFix/>
          </a:blip>
          <a:stretch>
            <a:fillRect/>
          </a:stretch>
        </p:blipFill>
        <p:spPr>
          <a:xfrm>
            <a:off x="4045375" y="339950"/>
            <a:ext cx="4648451" cy="4463625"/>
          </a:xfrm>
          <a:prstGeom prst="rect">
            <a:avLst/>
          </a:prstGeom>
          <a:noFill/>
          <a:ln>
            <a:noFill/>
          </a:ln>
        </p:spPr>
      </p:pic>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0" name="Shape 830"/>
        <p:cNvGrpSpPr/>
        <p:nvPr/>
      </p:nvGrpSpPr>
      <p:grpSpPr>
        <a:xfrm>
          <a:off x="0" y="0"/>
          <a:ext cx="0" cy="0"/>
          <a:chOff x="0" y="0"/>
          <a:chExt cx="0" cy="0"/>
        </a:xfrm>
      </p:grpSpPr>
      <p:sp>
        <p:nvSpPr>
          <p:cNvPr id="831" name="Google Shape;831;p104"/>
          <p:cNvSpPr txBox="1"/>
          <p:nvPr>
            <p:ph type="title"/>
          </p:nvPr>
        </p:nvSpPr>
        <p:spPr>
          <a:xfrm>
            <a:off x="455775" y="457206"/>
            <a:ext cx="2634300" cy="3887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Permissions</a:t>
            </a:r>
            <a:endParaRPr/>
          </a:p>
          <a:p>
            <a:pPr indent="0" lvl="0" marL="0" rtl="0" algn="l">
              <a:lnSpc>
                <a:spcPct val="115000"/>
              </a:lnSpc>
              <a:spcBef>
                <a:spcPts val="1300"/>
              </a:spcBef>
              <a:spcAft>
                <a:spcPts val="0"/>
              </a:spcAft>
              <a:buNone/>
            </a:pPr>
            <a:r>
              <a:rPr lang="en" sz="1400">
                <a:latin typeface="Lora"/>
                <a:ea typeface="Lora"/>
                <a:cs typeface="Lora"/>
                <a:sym typeface="Lora"/>
              </a:rPr>
              <a:t>Fine-grained control over what Claude can do autonomously </a:t>
            </a:r>
            <a:endParaRPr sz="1400">
              <a:latin typeface="Lora"/>
              <a:ea typeface="Lora"/>
              <a:cs typeface="Lora"/>
              <a:sym typeface="Lora"/>
            </a:endParaRPr>
          </a:p>
          <a:p>
            <a:pPr indent="-317500" lvl="0" marL="457200" rtl="0" algn="l">
              <a:lnSpc>
                <a:spcPct val="115000"/>
              </a:lnSpc>
              <a:spcBef>
                <a:spcPts val="400"/>
              </a:spcBef>
              <a:spcAft>
                <a:spcPts val="0"/>
              </a:spcAft>
              <a:buSzPts val="1400"/>
              <a:buFont typeface="Lora"/>
              <a:buChar char="●"/>
            </a:pPr>
            <a:r>
              <a:rPr lang="en" sz="1400">
                <a:latin typeface="Lora"/>
                <a:ea typeface="Lora"/>
                <a:cs typeface="Lora"/>
                <a:sym typeface="Lora"/>
              </a:rPr>
              <a:t>Easily manage using </a:t>
            </a:r>
            <a:r>
              <a:rPr lang="en" sz="1400">
                <a:solidFill>
                  <a:schemeClr val="dk2"/>
                </a:solidFill>
                <a:latin typeface="Lora"/>
                <a:ea typeface="Lora"/>
                <a:cs typeface="Lora"/>
                <a:sym typeface="Lora"/>
              </a:rPr>
              <a:t>/permissions</a:t>
            </a:r>
            <a:endParaRPr sz="1400">
              <a:solidFill>
                <a:schemeClr val="dk2"/>
              </a:solidFill>
              <a:latin typeface="Lora"/>
              <a:ea typeface="Lora"/>
              <a:cs typeface="Lora"/>
              <a:sym typeface="Lora"/>
            </a:endParaRPr>
          </a:p>
          <a:p>
            <a:pPr indent="-317500" lvl="0" marL="457200" rtl="0" algn="l">
              <a:lnSpc>
                <a:spcPct val="115000"/>
              </a:lnSpc>
              <a:spcBef>
                <a:spcPts val="0"/>
              </a:spcBef>
              <a:spcAft>
                <a:spcPts val="0"/>
              </a:spcAft>
              <a:buSzPts val="1400"/>
              <a:buFont typeface="Lora"/>
              <a:buChar char="●"/>
            </a:pPr>
            <a:r>
              <a:rPr lang="en" sz="1400">
                <a:latin typeface="Lora"/>
                <a:ea typeface="Lora"/>
                <a:cs typeface="Lora"/>
                <a:sym typeface="Lora"/>
              </a:rPr>
              <a:t>Repo level &amp; user level permissions</a:t>
            </a:r>
            <a:endParaRPr sz="1400">
              <a:latin typeface="Lora"/>
              <a:ea typeface="Lora"/>
              <a:cs typeface="Lora"/>
              <a:sym typeface="Lora"/>
            </a:endParaRPr>
          </a:p>
          <a:p>
            <a:pPr indent="-317500" lvl="0" marL="457200" rtl="0" algn="l">
              <a:lnSpc>
                <a:spcPct val="115000"/>
              </a:lnSpc>
              <a:spcBef>
                <a:spcPts val="0"/>
              </a:spcBef>
              <a:spcAft>
                <a:spcPts val="0"/>
              </a:spcAft>
              <a:buSzPts val="1400"/>
              <a:buFont typeface="Lora"/>
              <a:buChar char="●"/>
            </a:pPr>
            <a:r>
              <a:rPr lang="en" sz="1400">
                <a:latin typeface="Lora"/>
                <a:ea typeface="Lora"/>
                <a:cs typeface="Lora"/>
                <a:sym typeface="Lora"/>
              </a:rPr>
              <a:t>Global permissions at </a:t>
            </a:r>
            <a:r>
              <a:rPr lang="en" sz="1400">
                <a:solidFill>
                  <a:schemeClr val="dk2"/>
                </a:solidFill>
                <a:latin typeface="Lora"/>
                <a:ea typeface="Lora"/>
                <a:cs typeface="Lora"/>
                <a:sym typeface="Lora"/>
              </a:rPr>
              <a:t>~/.claude/settings.json</a:t>
            </a:r>
            <a:endParaRPr sz="1400">
              <a:solidFill>
                <a:schemeClr val="dk2"/>
              </a:solidFill>
              <a:latin typeface="Lora"/>
              <a:ea typeface="Lora"/>
              <a:cs typeface="Lora"/>
              <a:sym typeface="Lora"/>
            </a:endParaRPr>
          </a:p>
          <a:p>
            <a:pPr indent="-317500" lvl="0" marL="457200" rtl="0" algn="l">
              <a:lnSpc>
                <a:spcPct val="115000"/>
              </a:lnSpc>
              <a:spcBef>
                <a:spcPts val="0"/>
              </a:spcBef>
              <a:spcAft>
                <a:spcPts val="0"/>
              </a:spcAft>
              <a:buSzPts val="1400"/>
              <a:buFont typeface="Lora"/>
              <a:buChar char="●"/>
            </a:pPr>
            <a:r>
              <a:rPr lang="en" sz="1400">
                <a:latin typeface="Lora"/>
                <a:ea typeface="Lora"/>
                <a:cs typeface="Lora"/>
                <a:sym typeface="Lora"/>
              </a:rPr>
              <a:t>Repo level permissions at </a:t>
            </a:r>
            <a:r>
              <a:rPr lang="en" sz="1400">
                <a:solidFill>
                  <a:schemeClr val="dk2"/>
                </a:solidFill>
                <a:latin typeface="Lora"/>
                <a:ea typeface="Lora"/>
                <a:cs typeface="Lora"/>
                <a:sym typeface="Lora"/>
              </a:rPr>
              <a:t>&lt;repo&gt;/.claude/settings.local.json</a:t>
            </a:r>
            <a:endParaRPr sz="1400">
              <a:solidFill>
                <a:schemeClr val="dk2"/>
              </a:solidFill>
              <a:latin typeface="Lora"/>
              <a:ea typeface="Lora"/>
              <a:cs typeface="Lora"/>
              <a:sym typeface="Lora"/>
            </a:endParaRPr>
          </a:p>
        </p:txBody>
      </p:sp>
      <p:sp>
        <p:nvSpPr>
          <p:cNvPr id="832" name="Google Shape;832;p104"/>
          <p:cNvSpPr txBox="1"/>
          <p:nvPr>
            <p:ph idx="12" type="sldNum"/>
          </p:nvPr>
        </p:nvSpPr>
        <p:spPr>
          <a:xfrm>
            <a:off x="8256725" y="4708927"/>
            <a:ext cx="437100" cy="107400"/>
          </a:xfrm>
          <a:prstGeom prst="rect">
            <a:avLst/>
          </a:prstGeom>
        </p:spPr>
        <p:txBody>
          <a:bodyPr anchorCtr="0" anchor="t" bIns="0" lIns="0" spcFirstLastPara="1" rIns="0" wrap="square" tIns="0">
            <a:noAutofit/>
          </a:bodyPr>
          <a:lstStyle/>
          <a:p>
            <a:pPr indent="0" lvl="0" marL="0" rtl="0" algn="r">
              <a:spcBef>
                <a:spcPts val="0"/>
              </a:spcBef>
              <a:spcAft>
                <a:spcPts val="0"/>
              </a:spcAft>
              <a:buClr>
                <a:srgbClr val="000000"/>
              </a:buClr>
              <a:buSzPts val="1000"/>
              <a:buFont typeface="Arial"/>
              <a:buNone/>
            </a:pPr>
            <a:fld id="{00000000-1234-1234-1234-123412341234}" type="slidenum">
              <a:rPr lang="en"/>
              <a:t>‹#›</a:t>
            </a:fld>
            <a:endParaRPr/>
          </a:p>
        </p:txBody>
      </p:sp>
      <p:pic>
        <p:nvPicPr>
          <p:cNvPr id="833" name="Google Shape;833;p104" title="CleanShot 2025-07-07 at 11.34.41@2x.png"/>
          <p:cNvPicPr preferRelativeResize="0"/>
          <p:nvPr/>
        </p:nvPicPr>
        <p:blipFill>
          <a:blip r:embed="rId3">
            <a:alphaModFix/>
          </a:blip>
          <a:stretch>
            <a:fillRect/>
          </a:stretch>
        </p:blipFill>
        <p:spPr>
          <a:xfrm>
            <a:off x="4892587" y="403200"/>
            <a:ext cx="3390925" cy="3995700"/>
          </a:xfrm>
          <a:prstGeom prst="rect">
            <a:avLst/>
          </a:prstGeom>
          <a:noFill/>
          <a:ln>
            <a:noFill/>
          </a:ln>
        </p:spPr>
      </p:pic>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9F5"/>
        </a:solidFill>
      </p:bgPr>
    </p:bg>
    <p:spTree>
      <p:nvGrpSpPr>
        <p:cNvPr id="837" name="Shape 837"/>
        <p:cNvGrpSpPr/>
        <p:nvPr/>
      </p:nvGrpSpPr>
      <p:grpSpPr>
        <a:xfrm>
          <a:off x="0" y="0"/>
          <a:ext cx="0" cy="0"/>
          <a:chOff x="0" y="0"/>
          <a:chExt cx="0" cy="0"/>
        </a:xfrm>
      </p:grpSpPr>
      <p:sp>
        <p:nvSpPr>
          <p:cNvPr id="838" name="Google Shape;838;p105"/>
          <p:cNvSpPr txBox="1"/>
          <p:nvPr>
            <p:ph type="title"/>
          </p:nvPr>
        </p:nvSpPr>
        <p:spPr>
          <a:xfrm>
            <a:off x="455775" y="457206"/>
            <a:ext cx="2634300" cy="3887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MCP servers</a:t>
            </a:r>
            <a:endParaRPr/>
          </a:p>
          <a:p>
            <a:pPr indent="0" lvl="0" marL="0" rtl="0" algn="l">
              <a:spcBef>
                <a:spcPts val="1300"/>
              </a:spcBef>
              <a:spcAft>
                <a:spcPts val="0"/>
              </a:spcAft>
              <a:buNone/>
            </a:pPr>
            <a:r>
              <a:rPr lang="en" sz="1300">
                <a:latin typeface="Lora"/>
                <a:ea typeface="Lora"/>
                <a:cs typeface="Lora"/>
                <a:sym typeface="Lora"/>
              </a:rPr>
              <a:t>Claude Code comes with 1st class MCP integration:</a:t>
            </a:r>
            <a:endParaRPr sz="1300">
              <a:latin typeface="Lora"/>
              <a:ea typeface="Lora"/>
              <a:cs typeface="Lora"/>
              <a:sym typeface="Lora"/>
            </a:endParaRPr>
          </a:p>
          <a:p>
            <a:pPr indent="0" lvl="0" marL="0" rtl="0" algn="l">
              <a:spcBef>
                <a:spcPts val="0"/>
              </a:spcBef>
              <a:spcAft>
                <a:spcPts val="0"/>
              </a:spcAft>
              <a:buNone/>
            </a:pPr>
            <a:r>
              <a:t/>
            </a:r>
            <a:endParaRPr sz="1300">
              <a:latin typeface="Lora"/>
              <a:ea typeface="Lora"/>
              <a:cs typeface="Lora"/>
              <a:sym typeface="Lora"/>
            </a:endParaRPr>
          </a:p>
          <a:p>
            <a:pPr indent="-311150" lvl="0" marL="457200" rtl="0" algn="l">
              <a:lnSpc>
                <a:spcPct val="115000"/>
              </a:lnSpc>
              <a:spcBef>
                <a:spcPts val="0"/>
              </a:spcBef>
              <a:spcAft>
                <a:spcPts val="0"/>
              </a:spcAft>
              <a:buClr>
                <a:schemeClr val="dk2"/>
              </a:buClr>
              <a:buSzPts val="1300"/>
              <a:buFont typeface="Lora"/>
              <a:buChar char="●"/>
            </a:pPr>
            <a:r>
              <a:rPr lang="en" sz="1300">
                <a:latin typeface="Lora"/>
                <a:ea typeface="Lora"/>
                <a:cs typeface="Lora"/>
                <a:sym typeface="Lora"/>
              </a:rPr>
              <a:t>Add a server using</a:t>
            </a:r>
            <a:r>
              <a:rPr lang="en" sz="1300">
                <a:solidFill>
                  <a:schemeClr val="dk2"/>
                </a:solidFill>
                <a:latin typeface="Lora"/>
                <a:ea typeface="Lora"/>
                <a:cs typeface="Lora"/>
                <a:sym typeface="Lora"/>
              </a:rPr>
              <a:t> </a:t>
            </a:r>
            <a:r>
              <a:rPr lang="en" sz="1300">
                <a:solidFill>
                  <a:schemeClr val="dk2"/>
                </a:solidFill>
                <a:latin typeface="IBM Plex Mono"/>
                <a:ea typeface="IBM Plex Mono"/>
                <a:cs typeface="IBM Plex Mono"/>
                <a:sym typeface="IBM Plex Mono"/>
              </a:rPr>
              <a:t>mcp add &lt;server-name&gt;</a:t>
            </a:r>
            <a:endParaRPr sz="1300">
              <a:solidFill>
                <a:schemeClr val="dk2"/>
              </a:solidFill>
              <a:latin typeface="Lora"/>
              <a:ea typeface="Lora"/>
              <a:cs typeface="Lora"/>
              <a:sym typeface="Lora"/>
            </a:endParaRPr>
          </a:p>
          <a:p>
            <a:pPr indent="-311150" lvl="0" marL="457200" rtl="0" algn="l">
              <a:lnSpc>
                <a:spcPct val="115000"/>
              </a:lnSpc>
              <a:spcBef>
                <a:spcPts val="400"/>
              </a:spcBef>
              <a:spcAft>
                <a:spcPts val="0"/>
              </a:spcAft>
              <a:buClr>
                <a:schemeClr val="dk2"/>
              </a:buClr>
              <a:buSzPts val="1300"/>
              <a:buFont typeface="Lora"/>
              <a:buChar char="●"/>
            </a:pPr>
            <a:r>
              <a:rPr lang="en" sz="1300">
                <a:latin typeface="Lora"/>
                <a:ea typeface="Lora"/>
                <a:cs typeface="Lora"/>
                <a:sym typeface="Lora"/>
              </a:rPr>
              <a:t>Manage easily with </a:t>
            </a:r>
            <a:r>
              <a:rPr lang="en" sz="1300">
                <a:solidFill>
                  <a:schemeClr val="dk2"/>
                </a:solidFill>
                <a:latin typeface="Lora"/>
                <a:ea typeface="Lora"/>
                <a:cs typeface="Lora"/>
                <a:sym typeface="Lora"/>
              </a:rPr>
              <a:t>/mcp</a:t>
            </a:r>
            <a:endParaRPr sz="1300">
              <a:solidFill>
                <a:schemeClr val="dk2"/>
              </a:solidFill>
              <a:latin typeface="Lora"/>
              <a:ea typeface="Lora"/>
              <a:cs typeface="Lora"/>
              <a:sym typeface="Lora"/>
            </a:endParaRPr>
          </a:p>
          <a:p>
            <a:pPr indent="-311150" lvl="0" marL="457200" rtl="0" algn="l">
              <a:lnSpc>
                <a:spcPct val="115000"/>
              </a:lnSpc>
              <a:spcBef>
                <a:spcPts val="400"/>
              </a:spcBef>
              <a:spcAft>
                <a:spcPts val="0"/>
              </a:spcAft>
              <a:buClr>
                <a:schemeClr val="dk2"/>
              </a:buClr>
              <a:buSzPts val="1300"/>
              <a:buFont typeface="Lora"/>
              <a:buChar char="●"/>
            </a:pPr>
            <a:r>
              <a:rPr lang="en" sz="1300">
                <a:latin typeface="Lora"/>
                <a:ea typeface="Lora"/>
                <a:cs typeface="Lora"/>
                <a:sym typeface="Lora"/>
              </a:rPr>
              <a:t>Server configurations written to </a:t>
            </a:r>
            <a:r>
              <a:rPr lang="en" sz="1300">
                <a:solidFill>
                  <a:schemeClr val="dk2"/>
                </a:solidFill>
                <a:latin typeface="Lora"/>
                <a:ea typeface="Lora"/>
                <a:cs typeface="Lora"/>
                <a:sym typeface="Lora"/>
              </a:rPr>
              <a:t>.mcp.json</a:t>
            </a:r>
            <a:endParaRPr sz="1300">
              <a:solidFill>
                <a:schemeClr val="dk2"/>
              </a:solidFill>
              <a:latin typeface="Lora"/>
              <a:ea typeface="Lora"/>
              <a:cs typeface="Lora"/>
              <a:sym typeface="Lora"/>
            </a:endParaRPr>
          </a:p>
          <a:p>
            <a:pPr indent="0" lvl="0" marL="0" rtl="0" algn="l">
              <a:spcBef>
                <a:spcPts val="400"/>
              </a:spcBef>
              <a:spcAft>
                <a:spcPts val="1300"/>
              </a:spcAft>
              <a:buNone/>
            </a:pPr>
            <a:r>
              <a:t/>
            </a:r>
            <a:endParaRPr sz="1400">
              <a:latin typeface="Lora"/>
              <a:ea typeface="Lora"/>
              <a:cs typeface="Lora"/>
              <a:sym typeface="Lora"/>
            </a:endParaRPr>
          </a:p>
        </p:txBody>
      </p:sp>
      <p:sp>
        <p:nvSpPr>
          <p:cNvPr id="839" name="Google Shape;839;p105"/>
          <p:cNvSpPr txBox="1"/>
          <p:nvPr>
            <p:ph idx="12" type="sldNum"/>
          </p:nvPr>
        </p:nvSpPr>
        <p:spPr>
          <a:xfrm>
            <a:off x="8256725" y="4708927"/>
            <a:ext cx="437100" cy="107400"/>
          </a:xfrm>
          <a:prstGeom prst="rect">
            <a:avLst/>
          </a:prstGeom>
        </p:spPr>
        <p:txBody>
          <a:bodyPr anchorCtr="0" anchor="t" bIns="0" lIns="0" spcFirstLastPara="1" rIns="0" wrap="square" tIns="0">
            <a:noAutofit/>
          </a:bodyPr>
          <a:lstStyle/>
          <a:p>
            <a:pPr indent="0" lvl="0" marL="0" rtl="0" algn="r">
              <a:spcBef>
                <a:spcPts val="0"/>
              </a:spcBef>
              <a:spcAft>
                <a:spcPts val="0"/>
              </a:spcAft>
              <a:buClr>
                <a:srgbClr val="000000"/>
              </a:buClr>
              <a:buSzPts val="1000"/>
              <a:buFont typeface="Arial"/>
              <a:buNone/>
            </a:pPr>
            <a:fld id="{00000000-1234-1234-1234-123412341234}" type="slidenum">
              <a:rPr lang="en"/>
              <a:t>‹#›</a:t>
            </a:fld>
            <a:endParaRPr/>
          </a:p>
        </p:txBody>
      </p:sp>
      <p:pic>
        <p:nvPicPr>
          <p:cNvPr id="840" name="Google Shape;840;p105" title="CleanShot 2025-07-07 at 11.52.55@2x.png"/>
          <p:cNvPicPr preferRelativeResize="0"/>
          <p:nvPr/>
        </p:nvPicPr>
        <p:blipFill>
          <a:blip r:embed="rId3">
            <a:alphaModFix/>
          </a:blip>
          <a:stretch>
            <a:fillRect/>
          </a:stretch>
        </p:blipFill>
        <p:spPr>
          <a:xfrm>
            <a:off x="4572038" y="645912"/>
            <a:ext cx="3829175" cy="3573289"/>
          </a:xfrm>
          <a:prstGeom prst="rect">
            <a:avLst/>
          </a:prstGeom>
          <a:noFill/>
          <a:ln>
            <a:noFill/>
          </a:ln>
        </p:spPr>
      </p:pic>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4" name="Shape 844"/>
        <p:cNvGrpSpPr/>
        <p:nvPr/>
      </p:nvGrpSpPr>
      <p:grpSpPr>
        <a:xfrm>
          <a:off x="0" y="0"/>
          <a:ext cx="0" cy="0"/>
          <a:chOff x="0" y="0"/>
          <a:chExt cx="0" cy="0"/>
        </a:xfrm>
      </p:grpSpPr>
      <p:sp>
        <p:nvSpPr>
          <p:cNvPr id="845" name="Google Shape;845;p106"/>
          <p:cNvSpPr txBox="1"/>
          <p:nvPr>
            <p:ph type="title"/>
          </p:nvPr>
        </p:nvSpPr>
        <p:spPr>
          <a:xfrm>
            <a:off x="455775" y="457206"/>
            <a:ext cx="6831900" cy="8082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MCP servers</a:t>
            </a:r>
            <a:endParaRPr/>
          </a:p>
        </p:txBody>
      </p:sp>
      <p:sp>
        <p:nvSpPr>
          <p:cNvPr id="846" name="Google Shape;846;p106"/>
          <p:cNvSpPr txBox="1"/>
          <p:nvPr>
            <p:ph idx="1" type="body"/>
          </p:nvPr>
        </p:nvSpPr>
        <p:spPr>
          <a:xfrm>
            <a:off x="455775" y="1371605"/>
            <a:ext cx="6831900" cy="2973000"/>
          </a:xfrm>
          <a:prstGeom prst="rect">
            <a:avLst/>
          </a:prstGeom>
        </p:spPr>
        <p:txBody>
          <a:bodyPr anchorCtr="0" anchor="t" bIns="0" lIns="0" spcFirstLastPara="1" rIns="0" wrap="square" tIns="0">
            <a:noAutofit/>
          </a:bodyPr>
          <a:lstStyle/>
          <a:p>
            <a:pPr indent="-317500" lvl="0" marL="457200" rtl="0" algn="l">
              <a:spcBef>
                <a:spcPts val="0"/>
              </a:spcBef>
              <a:spcAft>
                <a:spcPts val="0"/>
              </a:spcAft>
              <a:buSzPts val="1400"/>
              <a:buChar char="●"/>
            </a:pPr>
            <a:r>
              <a:rPr lang="en"/>
              <a:t>Playwright: Write code then immediately test in browser</a:t>
            </a:r>
            <a:endParaRPr/>
          </a:p>
          <a:p>
            <a:pPr indent="-317500" lvl="0" marL="457200" rtl="0" algn="l">
              <a:spcBef>
                <a:spcPts val="1000"/>
              </a:spcBef>
              <a:spcAft>
                <a:spcPts val="0"/>
              </a:spcAft>
              <a:buSzPts val="1400"/>
              <a:buChar char="●"/>
            </a:pPr>
            <a:r>
              <a:rPr lang="en"/>
              <a:t>Github MCP for Github context</a:t>
            </a:r>
            <a:endParaRPr/>
          </a:p>
          <a:p>
            <a:pPr indent="-317500" lvl="0" marL="457200" rtl="0" algn="l">
              <a:spcBef>
                <a:spcPts val="1000"/>
              </a:spcBef>
              <a:spcAft>
                <a:spcPts val="0"/>
              </a:spcAft>
              <a:buSzPts val="1400"/>
              <a:buChar char="●"/>
            </a:pPr>
            <a:r>
              <a:rPr lang="en"/>
              <a:t>SQL-based MCPs (SQLite, Postgres, Supabase etc) for full DB access</a:t>
            </a:r>
            <a:endParaRPr/>
          </a:p>
          <a:p>
            <a:pPr indent="-317500" lvl="0" marL="457200" rtl="0" algn="l">
              <a:spcBef>
                <a:spcPts val="1000"/>
              </a:spcBef>
              <a:spcAft>
                <a:spcPts val="0"/>
              </a:spcAft>
              <a:buSzPts val="1400"/>
              <a:buChar char="●"/>
            </a:pPr>
            <a:r>
              <a:rPr lang="en"/>
              <a:t>Figma for agent access to Figma files</a:t>
            </a:r>
            <a:endParaRPr/>
          </a:p>
          <a:p>
            <a:pPr indent="-317500" lvl="0" marL="457200" rtl="0" algn="l">
              <a:spcBef>
                <a:spcPts val="1000"/>
              </a:spcBef>
              <a:spcAft>
                <a:spcPts val="0"/>
              </a:spcAft>
              <a:buSzPts val="1400"/>
              <a:buChar char="●"/>
            </a:pPr>
            <a:r>
              <a:rPr lang="en"/>
              <a:t>Anthropic MCP Registry Preview</a:t>
            </a:r>
            <a:endParaRPr/>
          </a:p>
          <a:p>
            <a:pPr indent="-317500" lvl="0" marL="457200" rtl="0" algn="l">
              <a:spcBef>
                <a:spcPts val="1000"/>
              </a:spcBef>
              <a:spcAft>
                <a:spcPts val="1000"/>
              </a:spcAft>
              <a:buSzPts val="1400"/>
              <a:buChar char="●"/>
            </a:pPr>
            <a:r>
              <a:rPr lang="en"/>
              <a:t>100s of servers on Github @ modelcontextprotocol/servers</a:t>
            </a:r>
            <a:endParaRPr/>
          </a:p>
        </p:txBody>
      </p:sp>
      <p:sp>
        <p:nvSpPr>
          <p:cNvPr id="847" name="Google Shape;847;p106"/>
          <p:cNvSpPr txBox="1"/>
          <p:nvPr>
            <p:ph idx="12" type="sldNum"/>
          </p:nvPr>
        </p:nvSpPr>
        <p:spPr>
          <a:xfrm>
            <a:off x="8256725" y="4708927"/>
            <a:ext cx="437100" cy="107400"/>
          </a:xfrm>
          <a:prstGeom prst="rect">
            <a:avLst/>
          </a:prstGeom>
        </p:spPr>
        <p:txBody>
          <a:bodyPr anchorCtr="0" anchor="t" bIns="0" lIns="0" spcFirstLastPara="1" rIns="0" wrap="square" tIns="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1" name="Shape 851"/>
        <p:cNvGrpSpPr/>
        <p:nvPr/>
      </p:nvGrpSpPr>
      <p:grpSpPr>
        <a:xfrm>
          <a:off x="0" y="0"/>
          <a:ext cx="0" cy="0"/>
          <a:chOff x="0" y="0"/>
          <a:chExt cx="0" cy="0"/>
        </a:xfrm>
      </p:grpSpPr>
      <p:sp>
        <p:nvSpPr>
          <p:cNvPr id="852" name="Google Shape;852;p107"/>
          <p:cNvSpPr txBox="1"/>
          <p:nvPr>
            <p:ph type="title"/>
          </p:nvPr>
        </p:nvSpPr>
        <p:spPr>
          <a:xfrm>
            <a:off x="455775" y="457206"/>
            <a:ext cx="6831900" cy="8082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Plug in your team’s tools</a:t>
            </a:r>
            <a:endParaRPr/>
          </a:p>
        </p:txBody>
      </p:sp>
      <p:sp>
        <p:nvSpPr>
          <p:cNvPr id="853" name="Google Shape;853;p107"/>
          <p:cNvSpPr txBox="1"/>
          <p:nvPr>
            <p:ph idx="1" type="body"/>
          </p:nvPr>
        </p:nvSpPr>
        <p:spPr>
          <a:xfrm>
            <a:off x="455775" y="1371605"/>
            <a:ext cx="6831900" cy="29730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Tell Claude about your bash tools</a:t>
            </a:r>
            <a:endParaRPr/>
          </a:p>
          <a:p>
            <a:pPr indent="0" lvl="0" marL="0" rtl="0" algn="l">
              <a:spcBef>
                <a:spcPts val="1000"/>
              </a:spcBef>
              <a:spcAft>
                <a:spcPts val="0"/>
              </a:spcAft>
              <a:buNone/>
            </a:pPr>
            <a:r>
              <a:rPr lang="en">
                <a:solidFill>
                  <a:schemeClr val="dk2"/>
                </a:solidFill>
              </a:rPr>
              <a:t>&gt;</a:t>
            </a:r>
            <a:r>
              <a:rPr lang="en"/>
              <a:t> Use the gh cli to interact with github</a:t>
            </a:r>
            <a:endParaRPr/>
          </a:p>
          <a:p>
            <a:pPr indent="0" lvl="0" marL="0" rtl="0" algn="l">
              <a:spcBef>
                <a:spcPts val="1000"/>
              </a:spcBef>
              <a:spcAft>
                <a:spcPts val="0"/>
              </a:spcAft>
              <a:buNone/>
            </a:pPr>
            <a:r>
              <a:t/>
            </a:r>
            <a:endParaRPr/>
          </a:p>
          <a:p>
            <a:pPr indent="0" lvl="0" marL="0" rtl="0" algn="l">
              <a:spcBef>
                <a:spcPts val="1000"/>
              </a:spcBef>
              <a:spcAft>
                <a:spcPts val="0"/>
              </a:spcAft>
              <a:buNone/>
            </a:pPr>
            <a:r>
              <a:rPr lang="en"/>
              <a:t>Tell Claude about your MCP tools</a:t>
            </a:r>
            <a:endParaRPr/>
          </a:p>
          <a:p>
            <a:pPr indent="0" lvl="0" marL="0" rtl="0" algn="l">
              <a:spcBef>
                <a:spcPts val="1000"/>
              </a:spcBef>
              <a:spcAft>
                <a:spcPts val="0"/>
              </a:spcAft>
              <a:buNone/>
            </a:pPr>
            <a:r>
              <a:rPr lang="en">
                <a:solidFill>
                  <a:schemeClr val="dk2"/>
                </a:solidFill>
              </a:rPr>
              <a:t>$ </a:t>
            </a:r>
            <a:r>
              <a:rPr lang="en"/>
              <a:t> claude mcp add add playwright npx '@playwright/mcp@latest'</a:t>
            </a:r>
            <a:endParaRPr/>
          </a:p>
          <a:p>
            <a:pPr indent="0" lvl="0" marL="0" rtl="0" algn="l">
              <a:spcBef>
                <a:spcPts val="1000"/>
              </a:spcBef>
              <a:spcAft>
                <a:spcPts val="1000"/>
              </a:spcAft>
              <a:buNone/>
            </a:pPr>
            <a:r>
              <a:rPr lang="en">
                <a:solidFill>
                  <a:schemeClr val="dk2"/>
                </a:solidFill>
              </a:rPr>
              <a:t>&gt; </a:t>
            </a:r>
            <a:r>
              <a:rPr lang="en"/>
              <a:t>Use the playwright MCP server to preview html pages, take screenshots of pages, interact with web pages, and so on</a:t>
            </a:r>
            <a:endParaRPr/>
          </a:p>
        </p:txBody>
      </p:sp>
      <p:sp>
        <p:nvSpPr>
          <p:cNvPr id="854" name="Google Shape;854;p107"/>
          <p:cNvSpPr txBox="1"/>
          <p:nvPr>
            <p:ph idx="12" type="sldNum"/>
          </p:nvPr>
        </p:nvSpPr>
        <p:spPr>
          <a:xfrm>
            <a:off x="8256725" y="4708927"/>
            <a:ext cx="437100" cy="107400"/>
          </a:xfrm>
          <a:prstGeom prst="rect">
            <a:avLst/>
          </a:prstGeom>
        </p:spPr>
        <p:txBody>
          <a:bodyPr anchorCtr="0" anchor="t" bIns="0" lIns="0" spcFirstLastPara="1" rIns="0" wrap="square" tIns="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9F5"/>
        </a:solidFill>
      </p:bgPr>
    </p:bg>
    <p:spTree>
      <p:nvGrpSpPr>
        <p:cNvPr id="858" name="Shape 858"/>
        <p:cNvGrpSpPr/>
        <p:nvPr/>
      </p:nvGrpSpPr>
      <p:grpSpPr>
        <a:xfrm>
          <a:off x="0" y="0"/>
          <a:ext cx="0" cy="0"/>
          <a:chOff x="0" y="0"/>
          <a:chExt cx="0" cy="0"/>
        </a:xfrm>
      </p:grpSpPr>
      <p:sp>
        <p:nvSpPr>
          <p:cNvPr id="859" name="Google Shape;859;p108"/>
          <p:cNvSpPr txBox="1"/>
          <p:nvPr>
            <p:ph type="title"/>
          </p:nvPr>
        </p:nvSpPr>
        <p:spPr>
          <a:xfrm>
            <a:off x="457075" y="457206"/>
            <a:ext cx="8230200" cy="8154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Common workflows</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860" name="Google Shape;860;p108"/>
          <p:cNvSpPr txBox="1"/>
          <p:nvPr>
            <p:ph idx="1" type="body"/>
          </p:nvPr>
        </p:nvSpPr>
        <p:spPr>
          <a:xfrm>
            <a:off x="455775" y="1371605"/>
            <a:ext cx="2634300" cy="29733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b="1" lang="en">
                <a:solidFill>
                  <a:schemeClr val="dk1"/>
                </a:solidFill>
              </a:rPr>
              <a:t>Explore › plan › confirm › code › commit</a:t>
            </a:r>
            <a:endParaRPr>
              <a:solidFill>
                <a:schemeClr val="dk1"/>
              </a:solidFill>
            </a:endParaRPr>
          </a:p>
          <a:p>
            <a:pPr indent="-215900" lvl="0" marL="279400" rtl="0" algn="l">
              <a:spcBef>
                <a:spcPts val="1000"/>
              </a:spcBef>
              <a:spcAft>
                <a:spcPts val="1000"/>
              </a:spcAft>
              <a:buClr>
                <a:srgbClr val="B0AEA5"/>
              </a:buClr>
              <a:buSzPts val="1200"/>
              <a:buChar char="●"/>
            </a:pPr>
            <a:r>
              <a:rPr lang="en" sz="1200"/>
              <a:t>Figure out the root cause for issue #983, then propose a few fixes. Let me choose an approach before you code. ultrathink</a:t>
            </a:r>
            <a:endParaRPr sz="1200">
              <a:solidFill>
                <a:schemeClr val="dk1"/>
              </a:solidFill>
            </a:endParaRPr>
          </a:p>
        </p:txBody>
      </p:sp>
      <p:sp>
        <p:nvSpPr>
          <p:cNvPr id="861" name="Google Shape;861;p108"/>
          <p:cNvSpPr txBox="1"/>
          <p:nvPr>
            <p:ph idx="2" type="body"/>
          </p:nvPr>
        </p:nvSpPr>
        <p:spPr>
          <a:xfrm>
            <a:off x="3255013" y="1371605"/>
            <a:ext cx="2634300" cy="29733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b="1" lang="en"/>
              <a:t>Write tests › commit › code › iterate › commit</a:t>
            </a:r>
            <a:endParaRPr>
              <a:solidFill>
                <a:schemeClr val="dk1"/>
              </a:solidFill>
            </a:endParaRPr>
          </a:p>
          <a:p>
            <a:pPr indent="-215900" lvl="0" marL="279400" rtl="0" algn="l">
              <a:spcBef>
                <a:spcPts val="1000"/>
              </a:spcBef>
              <a:spcAft>
                <a:spcPts val="1000"/>
              </a:spcAft>
              <a:buClr>
                <a:srgbClr val="B0AEA5"/>
              </a:buClr>
              <a:buSzPts val="1200"/>
              <a:buChar char="●"/>
            </a:pPr>
            <a:r>
              <a:rPr lang="en" sz="1200"/>
              <a:t>Write tests for @utils/markdown.ts to make sure links render properly (note the tests won’t pass yet, since links aren’t yet implemented). Then commit. Then update the code to make the tests pass.</a:t>
            </a:r>
            <a:endParaRPr sz="1200"/>
          </a:p>
        </p:txBody>
      </p:sp>
      <p:sp>
        <p:nvSpPr>
          <p:cNvPr id="862" name="Google Shape;862;p108"/>
          <p:cNvSpPr txBox="1"/>
          <p:nvPr>
            <p:ph idx="12" type="sldNum"/>
          </p:nvPr>
        </p:nvSpPr>
        <p:spPr>
          <a:xfrm>
            <a:off x="8256725" y="4708927"/>
            <a:ext cx="437100" cy="107400"/>
          </a:xfrm>
          <a:prstGeom prst="rect">
            <a:avLst/>
          </a:prstGeom>
        </p:spPr>
        <p:txBody>
          <a:bodyPr anchorCtr="0" anchor="t" bIns="0" lIns="0" spcFirstLastPara="1" rIns="0" wrap="square" tIns="0">
            <a:noAutofit/>
          </a:bodyPr>
          <a:lstStyle/>
          <a:p>
            <a:pPr indent="0" lvl="0" marL="0" rtl="0" algn="r">
              <a:spcBef>
                <a:spcPts val="0"/>
              </a:spcBef>
              <a:spcAft>
                <a:spcPts val="0"/>
              </a:spcAft>
              <a:buNone/>
            </a:pPr>
            <a:fld id="{00000000-1234-1234-1234-123412341234}" type="slidenum">
              <a:rPr lang="en"/>
              <a:t>‹#›</a:t>
            </a:fld>
            <a:endParaRPr/>
          </a:p>
        </p:txBody>
      </p:sp>
      <p:sp>
        <p:nvSpPr>
          <p:cNvPr id="863" name="Google Shape;863;p108"/>
          <p:cNvSpPr txBox="1"/>
          <p:nvPr>
            <p:ph idx="3" type="body"/>
          </p:nvPr>
        </p:nvSpPr>
        <p:spPr>
          <a:xfrm>
            <a:off x="6053325" y="1371605"/>
            <a:ext cx="2634900" cy="29733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b="1" lang="en">
                <a:solidFill>
                  <a:schemeClr val="dk1"/>
                </a:solidFill>
              </a:rPr>
              <a:t>Write code › screenshot result › iterate:</a:t>
            </a:r>
            <a:endParaRPr>
              <a:solidFill>
                <a:schemeClr val="dk1"/>
              </a:solidFill>
            </a:endParaRPr>
          </a:p>
          <a:p>
            <a:pPr indent="-215900" lvl="0" marL="279400" rtl="0" algn="l">
              <a:spcBef>
                <a:spcPts val="1000"/>
              </a:spcBef>
              <a:spcAft>
                <a:spcPts val="1000"/>
              </a:spcAft>
              <a:buClr>
                <a:srgbClr val="B0AEA5"/>
              </a:buClr>
              <a:buSzPts val="1200"/>
              <a:buChar char="●"/>
            </a:pPr>
            <a:r>
              <a:rPr lang="en" sz="1200"/>
              <a:t>Implement [mock.png]. Then screenshot it with Puppeteer and iterate till it looks like the mock.</a:t>
            </a:r>
            <a:r>
              <a:rPr lang="en" sz="1200">
                <a:solidFill>
                  <a:schemeClr val="dk1"/>
                </a:solidFill>
              </a:rPr>
              <a:t> </a:t>
            </a:r>
            <a:endParaRPr sz="1200"/>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9F5"/>
        </a:solidFill>
      </p:bgPr>
    </p:bg>
    <p:spTree>
      <p:nvGrpSpPr>
        <p:cNvPr id="867" name="Shape 867"/>
        <p:cNvGrpSpPr/>
        <p:nvPr/>
      </p:nvGrpSpPr>
      <p:grpSpPr>
        <a:xfrm>
          <a:off x="0" y="0"/>
          <a:ext cx="0" cy="0"/>
          <a:chOff x="0" y="0"/>
          <a:chExt cx="0" cy="0"/>
        </a:xfrm>
      </p:grpSpPr>
      <p:sp>
        <p:nvSpPr>
          <p:cNvPr id="868" name="Google Shape;868;p109"/>
          <p:cNvSpPr txBox="1"/>
          <p:nvPr>
            <p:ph type="title"/>
          </p:nvPr>
        </p:nvSpPr>
        <p:spPr>
          <a:xfrm>
            <a:off x="457075" y="457206"/>
            <a:ext cx="8230200" cy="8154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Share with your teams</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869" name="Google Shape;869;p109"/>
          <p:cNvSpPr txBox="1"/>
          <p:nvPr>
            <p:ph idx="12" type="sldNum"/>
          </p:nvPr>
        </p:nvSpPr>
        <p:spPr>
          <a:xfrm>
            <a:off x="8256725" y="4708927"/>
            <a:ext cx="437100" cy="107400"/>
          </a:xfrm>
          <a:prstGeom prst="rect">
            <a:avLst/>
          </a:prstGeom>
        </p:spPr>
        <p:txBody>
          <a:bodyPr anchorCtr="0" anchor="t" bIns="0" lIns="0" spcFirstLastPara="1" rIns="0" wrap="square" tIns="0">
            <a:noAutofit/>
          </a:bodyPr>
          <a:lstStyle/>
          <a:p>
            <a:pPr indent="0" lvl="0" marL="0" rtl="0" algn="r">
              <a:spcBef>
                <a:spcPts val="0"/>
              </a:spcBef>
              <a:spcAft>
                <a:spcPts val="0"/>
              </a:spcAft>
              <a:buNone/>
            </a:pPr>
            <a:fld id="{00000000-1234-1234-1234-123412341234}" type="slidenum">
              <a:rPr lang="en"/>
              <a:t>‹#›</a:t>
            </a:fld>
            <a:endParaRPr/>
          </a:p>
        </p:txBody>
      </p:sp>
      <p:graphicFrame>
        <p:nvGraphicFramePr>
          <p:cNvPr id="870" name="Google Shape;870;p109"/>
          <p:cNvGraphicFramePr/>
          <p:nvPr/>
        </p:nvGraphicFramePr>
        <p:xfrm>
          <a:off x="1378225" y="1171322"/>
          <a:ext cx="3000000" cy="3000000"/>
        </p:xfrm>
        <a:graphic>
          <a:graphicData uri="http://schemas.openxmlformats.org/drawingml/2006/table">
            <a:tbl>
              <a:tblPr>
                <a:noFill/>
                <a:tableStyleId>{B380C999-1B2A-438A-8464-3E2F11E00F11}</a:tableStyleId>
              </a:tblPr>
              <a:tblGrid>
                <a:gridCol w="1127800"/>
                <a:gridCol w="1619700"/>
                <a:gridCol w="1686350"/>
                <a:gridCol w="1723625"/>
              </a:tblGrid>
              <a:tr h="489775">
                <a:tc>
                  <a:txBody>
                    <a:bodyPr/>
                    <a:lstStyle/>
                    <a:p>
                      <a:pPr indent="0" lvl="0" marL="0" marR="0" rtl="0" algn="l">
                        <a:lnSpc>
                          <a:spcPct val="100000"/>
                        </a:lnSpc>
                        <a:spcBef>
                          <a:spcPts val="0"/>
                        </a:spcBef>
                        <a:spcAft>
                          <a:spcPts val="0"/>
                        </a:spcAft>
                        <a:buClr>
                          <a:schemeClr val="dk1"/>
                        </a:buClr>
                        <a:buSzPts val="1100"/>
                        <a:buFont typeface="Poppins"/>
                        <a:buNone/>
                      </a:pPr>
                      <a:r>
                        <a:t/>
                      </a:r>
                      <a:endParaRPr sz="1100" u="none" cap="none" strike="noStrike">
                        <a:latin typeface="Poppins"/>
                        <a:ea typeface="Poppins"/>
                        <a:cs typeface="Poppins"/>
                        <a:sym typeface="Poppins"/>
                      </a:endParaRPr>
                    </a:p>
                  </a:txBody>
                  <a:tcPr marT="95250" marB="95250" marR="95250" marL="952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chemeClr val="dk2"/>
                    </a:solidFill>
                  </a:tcPr>
                </a:tc>
                <a:tc>
                  <a:txBody>
                    <a:bodyPr/>
                    <a:lstStyle/>
                    <a:p>
                      <a:pPr indent="0" lvl="0" marL="0" marR="0" rtl="0" algn="l">
                        <a:lnSpc>
                          <a:spcPct val="100000"/>
                        </a:lnSpc>
                        <a:spcBef>
                          <a:spcPts val="0"/>
                        </a:spcBef>
                        <a:spcAft>
                          <a:spcPts val="0"/>
                        </a:spcAft>
                        <a:buClr>
                          <a:srgbClr val="131312"/>
                        </a:buClr>
                        <a:buSzPts val="1100"/>
                        <a:buFont typeface="Poppins"/>
                        <a:buNone/>
                      </a:pPr>
                      <a:r>
                        <a:rPr lang="en" sz="1100" u="none" cap="none" strike="noStrike">
                          <a:solidFill>
                            <a:srgbClr val="131312"/>
                          </a:solidFill>
                          <a:latin typeface="Poppins"/>
                          <a:ea typeface="Poppins"/>
                          <a:cs typeface="Poppins"/>
                          <a:sym typeface="Poppins"/>
                        </a:rPr>
                        <a:t>Global (just me)</a:t>
                      </a:r>
                      <a:endParaRPr sz="300"/>
                    </a:p>
                  </a:txBody>
                  <a:tcPr marT="95250" marB="95250" marR="95250" marL="952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chemeClr val="dk2"/>
                    </a:solidFill>
                  </a:tcPr>
                </a:tc>
                <a:tc>
                  <a:txBody>
                    <a:bodyPr/>
                    <a:lstStyle/>
                    <a:p>
                      <a:pPr indent="0" lvl="0" marL="0" marR="0" rtl="0" algn="l">
                        <a:lnSpc>
                          <a:spcPct val="100000"/>
                        </a:lnSpc>
                        <a:spcBef>
                          <a:spcPts val="0"/>
                        </a:spcBef>
                        <a:spcAft>
                          <a:spcPts val="0"/>
                        </a:spcAft>
                        <a:buClr>
                          <a:srgbClr val="131312"/>
                        </a:buClr>
                        <a:buSzPts val="1100"/>
                        <a:buFont typeface="Poppins"/>
                        <a:buNone/>
                      </a:pPr>
                      <a:r>
                        <a:rPr lang="en" sz="1100" u="none" cap="none" strike="noStrike">
                          <a:solidFill>
                            <a:srgbClr val="131312"/>
                          </a:solidFill>
                          <a:latin typeface="Poppins"/>
                          <a:ea typeface="Poppins"/>
                          <a:cs typeface="Poppins"/>
                          <a:sym typeface="Poppins"/>
                        </a:rPr>
                        <a:t>Project (shared)</a:t>
                      </a:r>
                      <a:endParaRPr sz="300"/>
                    </a:p>
                  </a:txBody>
                  <a:tcPr marT="95250" marB="95250" marR="95250" marL="952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chemeClr val="dk2"/>
                    </a:solidFill>
                  </a:tcPr>
                </a:tc>
                <a:tc>
                  <a:txBody>
                    <a:bodyPr/>
                    <a:lstStyle/>
                    <a:p>
                      <a:pPr indent="0" lvl="0" marL="0" marR="0" rtl="0" algn="l">
                        <a:lnSpc>
                          <a:spcPct val="100000"/>
                        </a:lnSpc>
                        <a:spcBef>
                          <a:spcPts val="0"/>
                        </a:spcBef>
                        <a:spcAft>
                          <a:spcPts val="0"/>
                        </a:spcAft>
                        <a:buClr>
                          <a:srgbClr val="131312"/>
                        </a:buClr>
                        <a:buSzPts val="1100"/>
                        <a:buFont typeface="Poppins"/>
                        <a:buNone/>
                      </a:pPr>
                      <a:r>
                        <a:rPr lang="en" sz="1100" u="none" cap="none" strike="noStrike">
                          <a:solidFill>
                            <a:srgbClr val="131312"/>
                          </a:solidFill>
                          <a:latin typeface="Poppins"/>
                          <a:ea typeface="Poppins"/>
                          <a:cs typeface="Poppins"/>
                          <a:sym typeface="Poppins"/>
                        </a:rPr>
                        <a:t>Project (just me)</a:t>
                      </a:r>
                      <a:endParaRPr sz="300"/>
                    </a:p>
                  </a:txBody>
                  <a:tcPr marT="95250" marB="95250" marR="95250" marL="952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chemeClr val="dk2"/>
                    </a:solidFill>
                  </a:tcPr>
                </a:tc>
              </a:tr>
              <a:tr h="929625">
                <a:tc>
                  <a:txBody>
                    <a:bodyPr/>
                    <a:lstStyle/>
                    <a:p>
                      <a:pPr indent="0" lvl="0" marL="0" marR="0" rtl="0" algn="l">
                        <a:lnSpc>
                          <a:spcPct val="100000"/>
                        </a:lnSpc>
                        <a:spcBef>
                          <a:spcPts val="0"/>
                        </a:spcBef>
                        <a:spcAft>
                          <a:spcPts val="0"/>
                        </a:spcAft>
                        <a:buClr>
                          <a:srgbClr val="131312"/>
                        </a:buClr>
                        <a:buSzPts val="1100"/>
                        <a:buFont typeface="Poppins"/>
                        <a:buNone/>
                      </a:pPr>
                      <a:r>
                        <a:rPr lang="en" sz="1100" u="none" cap="none" strike="noStrike">
                          <a:solidFill>
                            <a:schemeClr val="dk2"/>
                          </a:solidFill>
                          <a:latin typeface="Poppins"/>
                          <a:ea typeface="Poppins"/>
                          <a:cs typeface="Poppins"/>
                          <a:sym typeface="Poppins"/>
                        </a:rPr>
                        <a:t>Memory</a:t>
                      </a:r>
                      <a:endParaRPr sz="300">
                        <a:solidFill>
                          <a:schemeClr val="dk2"/>
                        </a:solidFill>
                      </a:endParaRPr>
                    </a:p>
                  </a:txBody>
                  <a:tcPr marT="95250" marB="95250" marR="95250" marL="952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chemeClr val="lt2"/>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131312"/>
                        </a:buClr>
                        <a:buSzPts val="1000"/>
                        <a:buFont typeface="Lora"/>
                        <a:buNone/>
                      </a:pPr>
                      <a:r>
                        <a:rPr lang="en" sz="1000" u="none" cap="none" strike="noStrike">
                          <a:solidFill>
                            <a:schemeClr val="dk2"/>
                          </a:solidFill>
                          <a:latin typeface="Lora"/>
                          <a:ea typeface="Lora"/>
                          <a:cs typeface="Lora"/>
                          <a:sym typeface="Lora"/>
                        </a:rPr>
                        <a:t>~/.claude/CLAUDE.md</a:t>
                      </a:r>
                      <a:endParaRPr sz="300">
                        <a:solidFill>
                          <a:schemeClr val="dk2"/>
                        </a:solidFill>
                      </a:endParaRPr>
                    </a:p>
                  </a:txBody>
                  <a:tcPr marT="95250" marB="95250" marR="95250" marL="952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chemeClr val="lt2"/>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131312"/>
                        </a:buClr>
                        <a:buSzPts val="1000"/>
                        <a:buFont typeface="Lora"/>
                        <a:buNone/>
                      </a:pPr>
                      <a:r>
                        <a:rPr lang="en" sz="1000" u="none" cap="none" strike="noStrike">
                          <a:solidFill>
                            <a:schemeClr val="dk2"/>
                          </a:solidFill>
                          <a:latin typeface="Lora"/>
                          <a:ea typeface="Lora"/>
                          <a:cs typeface="Lora"/>
                          <a:sym typeface="Lora"/>
                        </a:rPr>
                        <a:t>CLAUDE.md</a:t>
                      </a:r>
                      <a:endParaRPr sz="300">
                        <a:solidFill>
                          <a:schemeClr val="dk2"/>
                        </a:solidFill>
                      </a:endParaRPr>
                    </a:p>
                  </a:txBody>
                  <a:tcPr marT="95250" marB="95250" marR="95250" marL="952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chemeClr val="lt2"/>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131312"/>
                        </a:buClr>
                        <a:buSzPts val="1000"/>
                        <a:buFont typeface="Lora"/>
                        <a:buNone/>
                      </a:pPr>
                      <a:r>
                        <a:rPr lang="en" sz="1000" u="none" cap="none" strike="noStrike">
                          <a:solidFill>
                            <a:schemeClr val="dk2"/>
                          </a:solidFill>
                          <a:latin typeface="Lora"/>
                          <a:ea typeface="Lora"/>
                          <a:cs typeface="Lora"/>
                          <a:sym typeface="Lora"/>
                        </a:rPr>
                        <a:t>CLAUDE.local.md</a:t>
                      </a:r>
                      <a:endParaRPr sz="300">
                        <a:solidFill>
                          <a:schemeClr val="dk2"/>
                        </a:solidFill>
                      </a:endParaRPr>
                    </a:p>
                  </a:txBody>
                  <a:tcPr marT="95250" marB="95250" marR="95250" marL="952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chemeClr val="lt2"/>
                      </a:solidFill>
                      <a:prstDash val="solid"/>
                      <a:round/>
                      <a:headEnd len="sm" w="sm" type="none"/>
                      <a:tailEnd len="sm" w="sm" type="none"/>
                    </a:lnB>
                    <a:solidFill>
                      <a:srgbClr val="FFFFFF"/>
                    </a:solidFill>
                  </a:tcPr>
                </a:tc>
              </a:tr>
              <a:tr h="531675">
                <a:tc>
                  <a:txBody>
                    <a:bodyPr/>
                    <a:lstStyle/>
                    <a:p>
                      <a:pPr indent="0" lvl="0" marL="0" marR="0" rtl="0" algn="l">
                        <a:lnSpc>
                          <a:spcPct val="100000"/>
                        </a:lnSpc>
                        <a:spcBef>
                          <a:spcPts val="0"/>
                        </a:spcBef>
                        <a:spcAft>
                          <a:spcPts val="0"/>
                        </a:spcAft>
                        <a:buClr>
                          <a:srgbClr val="131312"/>
                        </a:buClr>
                        <a:buSzPts val="1100"/>
                        <a:buFont typeface="Poppins"/>
                        <a:buNone/>
                      </a:pPr>
                      <a:r>
                        <a:rPr lang="en" sz="1100">
                          <a:solidFill>
                            <a:schemeClr val="dk2"/>
                          </a:solidFill>
                          <a:latin typeface="Poppins"/>
                          <a:ea typeface="Poppins"/>
                          <a:cs typeface="Poppins"/>
                          <a:sym typeface="Poppins"/>
                        </a:rPr>
                        <a:t>Skills</a:t>
                      </a:r>
                      <a:endParaRPr sz="300">
                        <a:solidFill>
                          <a:schemeClr val="dk2"/>
                        </a:solidFill>
                      </a:endParaRPr>
                    </a:p>
                  </a:txBody>
                  <a:tcPr marT="95250" marB="95250" marR="95250" marL="952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131312"/>
                        </a:buClr>
                        <a:buSzPts val="1000"/>
                        <a:buFont typeface="Lora"/>
                        <a:buNone/>
                      </a:pPr>
                      <a:r>
                        <a:rPr lang="en" sz="1000">
                          <a:solidFill>
                            <a:schemeClr val="dk2"/>
                          </a:solidFill>
                          <a:latin typeface="Lora"/>
                          <a:ea typeface="Lora"/>
                          <a:cs typeface="Lora"/>
                          <a:sym typeface="Lora"/>
                        </a:rPr>
                        <a:t>~/.claude/skills/&lt;skill-name&gt;/SKILL.md</a:t>
                      </a:r>
                      <a:endParaRPr sz="300">
                        <a:solidFill>
                          <a:schemeClr val="dk2"/>
                        </a:solidFill>
                      </a:endParaRPr>
                    </a:p>
                  </a:txBody>
                  <a:tcPr marT="95250" marB="95250" marR="95250" marL="952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131312"/>
                        </a:buClr>
                        <a:buSzPts val="1000"/>
                        <a:buFont typeface="Lora"/>
                        <a:buNone/>
                      </a:pPr>
                      <a:r>
                        <a:rPr lang="en" sz="1000">
                          <a:solidFill>
                            <a:schemeClr val="dk2"/>
                          </a:solidFill>
                          <a:latin typeface="Lora"/>
                          <a:ea typeface="Lora"/>
                          <a:cs typeface="Lora"/>
                          <a:sym typeface="Lora"/>
                        </a:rPr>
                        <a:t>.claude/skills/&lt;skill-name&gt;/SKILL.md</a:t>
                      </a:r>
                      <a:endParaRPr sz="300">
                        <a:solidFill>
                          <a:schemeClr val="dk2"/>
                        </a:solidFill>
                      </a:endParaRPr>
                    </a:p>
                  </a:txBody>
                  <a:tcPr marT="95250" marB="95250" marR="95250" marL="952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131312"/>
                        </a:buClr>
                        <a:buSzPts val="1000"/>
                        <a:buFont typeface="Lora"/>
                        <a:buNone/>
                      </a:pPr>
                      <a:r>
                        <a:rPr lang="en" sz="1000">
                          <a:solidFill>
                            <a:schemeClr val="dk2"/>
                          </a:solidFill>
                          <a:latin typeface="Lora"/>
                          <a:ea typeface="Lora"/>
                          <a:cs typeface="Lora"/>
                          <a:sym typeface="Lora"/>
                        </a:rPr>
                        <a:t>&lt;plugin&gt;/skills/&lt;skill-name&gt;/SKILL.md</a:t>
                      </a:r>
                      <a:endParaRPr sz="300">
                        <a:solidFill>
                          <a:schemeClr val="dk2"/>
                        </a:solidFill>
                      </a:endParaRPr>
                    </a:p>
                  </a:txBody>
                  <a:tcPr marT="95250" marB="95250" marR="95250" marL="952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rgbClr val="FFFFFF"/>
                    </a:solidFill>
                  </a:tcPr>
                </a:tc>
              </a:tr>
              <a:tr h="929625">
                <a:tc>
                  <a:txBody>
                    <a:bodyPr/>
                    <a:lstStyle/>
                    <a:p>
                      <a:pPr indent="0" lvl="0" marL="0" marR="0" rtl="0" algn="l">
                        <a:lnSpc>
                          <a:spcPct val="100000"/>
                        </a:lnSpc>
                        <a:spcBef>
                          <a:spcPts val="0"/>
                        </a:spcBef>
                        <a:spcAft>
                          <a:spcPts val="0"/>
                        </a:spcAft>
                        <a:buClr>
                          <a:srgbClr val="131312"/>
                        </a:buClr>
                        <a:buSzPts val="1100"/>
                        <a:buFont typeface="Poppins"/>
                        <a:buNone/>
                      </a:pPr>
                      <a:r>
                        <a:rPr lang="en" sz="1100" u="none" cap="none" strike="noStrike">
                          <a:solidFill>
                            <a:schemeClr val="dk2"/>
                          </a:solidFill>
                          <a:latin typeface="Poppins"/>
                          <a:ea typeface="Poppins"/>
                          <a:cs typeface="Poppins"/>
                          <a:sym typeface="Poppins"/>
                        </a:rPr>
                        <a:t>Permissions</a:t>
                      </a:r>
                      <a:endParaRPr sz="300">
                        <a:solidFill>
                          <a:schemeClr val="dk2"/>
                        </a:solidFill>
                      </a:endParaRPr>
                    </a:p>
                  </a:txBody>
                  <a:tcPr marT="95250" marB="95250" marR="95250" marL="952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131312"/>
                        </a:buClr>
                        <a:buSzPts val="1000"/>
                        <a:buFont typeface="Lora"/>
                        <a:buNone/>
                      </a:pPr>
                      <a:r>
                        <a:rPr lang="en" sz="1000" u="none" cap="none" strike="noStrike">
                          <a:solidFill>
                            <a:schemeClr val="dk2"/>
                          </a:solidFill>
                          <a:latin typeface="Lora"/>
                          <a:ea typeface="Lora"/>
                          <a:cs typeface="Lora"/>
                          <a:sym typeface="Lora"/>
                        </a:rPr>
                        <a:t>~/.claude/settings.json</a:t>
                      </a:r>
                      <a:endParaRPr sz="300">
                        <a:solidFill>
                          <a:schemeClr val="dk2"/>
                        </a:solidFill>
                      </a:endParaRPr>
                    </a:p>
                  </a:txBody>
                  <a:tcPr marT="95250" marB="95250" marR="95250" marL="952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131312"/>
                        </a:buClr>
                        <a:buSzPts val="1000"/>
                        <a:buFont typeface="Lora"/>
                        <a:buNone/>
                      </a:pPr>
                      <a:r>
                        <a:rPr lang="en" sz="1000" u="none" cap="none" strike="noStrike">
                          <a:solidFill>
                            <a:schemeClr val="dk2"/>
                          </a:solidFill>
                          <a:latin typeface="Lora"/>
                          <a:ea typeface="Lora"/>
                          <a:cs typeface="Lora"/>
                          <a:sym typeface="Lora"/>
                        </a:rPr>
                        <a:t>.claude/settings.json</a:t>
                      </a:r>
                      <a:endParaRPr sz="300">
                        <a:solidFill>
                          <a:schemeClr val="dk2"/>
                        </a:solidFill>
                      </a:endParaRPr>
                    </a:p>
                  </a:txBody>
                  <a:tcPr marT="95250" marB="95250" marR="95250" marL="952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131312"/>
                        </a:buClr>
                        <a:buSzPts val="1000"/>
                        <a:buFont typeface="Lora"/>
                        <a:buNone/>
                      </a:pPr>
                      <a:r>
                        <a:rPr lang="en" sz="1000" u="none" cap="none" strike="noStrike">
                          <a:solidFill>
                            <a:schemeClr val="dk2"/>
                          </a:solidFill>
                          <a:latin typeface="Lora"/>
                          <a:ea typeface="Lora"/>
                          <a:cs typeface="Lora"/>
                          <a:sym typeface="Lora"/>
                        </a:rPr>
                        <a:t>.claude/settings.local.json</a:t>
                      </a:r>
                      <a:endParaRPr sz="300">
                        <a:solidFill>
                          <a:schemeClr val="dk2"/>
                        </a:solidFill>
                      </a:endParaRPr>
                    </a:p>
                  </a:txBody>
                  <a:tcPr marT="95250" marB="95250" marR="95250" marL="952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rgbClr val="FFFFFF"/>
                    </a:solidFill>
                  </a:tcPr>
                </a:tc>
              </a:tr>
              <a:tr h="357475">
                <a:tc>
                  <a:txBody>
                    <a:bodyPr/>
                    <a:lstStyle/>
                    <a:p>
                      <a:pPr indent="0" lvl="0" marL="0" marR="0" rtl="0" algn="l">
                        <a:lnSpc>
                          <a:spcPct val="100000"/>
                        </a:lnSpc>
                        <a:spcBef>
                          <a:spcPts val="0"/>
                        </a:spcBef>
                        <a:spcAft>
                          <a:spcPts val="0"/>
                        </a:spcAft>
                        <a:buClr>
                          <a:srgbClr val="131312"/>
                        </a:buClr>
                        <a:buSzPts val="1100"/>
                        <a:buFont typeface="Poppins"/>
                        <a:buNone/>
                      </a:pPr>
                      <a:r>
                        <a:rPr lang="en" sz="1100" u="none" cap="none" strike="noStrike">
                          <a:solidFill>
                            <a:schemeClr val="dk2"/>
                          </a:solidFill>
                          <a:latin typeface="Poppins"/>
                          <a:ea typeface="Poppins"/>
                          <a:cs typeface="Poppins"/>
                          <a:sym typeface="Poppins"/>
                        </a:rPr>
                        <a:t>MCP servers</a:t>
                      </a:r>
                      <a:endParaRPr sz="300">
                        <a:solidFill>
                          <a:schemeClr val="dk2"/>
                        </a:solidFill>
                      </a:endParaRPr>
                    </a:p>
                  </a:txBody>
                  <a:tcPr marT="95250" marB="95250" marR="95250" marL="952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131312"/>
                        </a:buClr>
                        <a:buSzPts val="1000"/>
                        <a:buFont typeface="Lora"/>
                        <a:buNone/>
                      </a:pPr>
                      <a:r>
                        <a:rPr lang="en" sz="1000" u="none" cap="none" strike="noStrike">
                          <a:solidFill>
                            <a:schemeClr val="dk2"/>
                          </a:solidFill>
                          <a:latin typeface="Lora"/>
                          <a:ea typeface="Lora"/>
                          <a:cs typeface="Lora"/>
                          <a:sym typeface="Lora"/>
                        </a:rPr>
                        <a:t>claude mcp</a:t>
                      </a:r>
                      <a:endParaRPr sz="300">
                        <a:solidFill>
                          <a:schemeClr val="dk2"/>
                        </a:solidFill>
                      </a:endParaRPr>
                    </a:p>
                  </a:txBody>
                  <a:tcPr marT="95250" marB="95250" marR="95250" marL="952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131312"/>
                        </a:buClr>
                        <a:buSzPts val="1000"/>
                        <a:buFont typeface="Lora"/>
                        <a:buNone/>
                      </a:pPr>
                      <a:r>
                        <a:rPr lang="en" sz="1000" u="none" cap="none" strike="noStrike">
                          <a:solidFill>
                            <a:schemeClr val="dk2"/>
                          </a:solidFill>
                          <a:latin typeface="Lora"/>
                          <a:ea typeface="Lora"/>
                          <a:cs typeface="Lora"/>
                          <a:sym typeface="Lora"/>
                        </a:rPr>
                        <a:t>.mpc.json</a:t>
                      </a:r>
                      <a:endParaRPr sz="300">
                        <a:solidFill>
                          <a:schemeClr val="dk2"/>
                        </a:solidFill>
                      </a:endParaRPr>
                    </a:p>
                  </a:txBody>
                  <a:tcPr marT="95250" marB="95250" marR="95250" marL="952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131312"/>
                        </a:buClr>
                        <a:buSzPts val="1000"/>
                        <a:buFont typeface="Lora"/>
                        <a:buNone/>
                      </a:pPr>
                      <a:r>
                        <a:rPr lang="en" sz="1000" u="none" cap="none" strike="noStrike">
                          <a:solidFill>
                            <a:schemeClr val="dk2"/>
                          </a:solidFill>
                          <a:latin typeface="Lora"/>
                          <a:ea typeface="Lora"/>
                          <a:cs typeface="Lora"/>
                          <a:sym typeface="Lora"/>
                        </a:rPr>
                        <a:t>claude mcp</a:t>
                      </a:r>
                      <a:endParaRPr sz="300">
                        <a:solidFill>
                          <a:schemeClr val="dk2"/>
                        </a:solidFill>
                      </a:endParaRPr>
                    </a:p>
                  </a:txBody>
                  <a:tcPr marT="95250" marB="95250" marR="95250" marL="952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r>
            </a:tbl>
          </a:graphicData>
        </a:graphic>
      </p:graphicFrame>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4" name="Shape 874"/>
        <p:cNvGrpSpPr/>
        <p:nvPr/>
      </p:nvGrpSpPr>
      <p:grpSpPr>
        <a:xfrm>
          <a:off x="0" y="0"/>
          <a:ext cx="0" cy="0"/>
          <a:chOff x="0" y="0"/>
          <a:chExt cx="0" cy="0"/>
        </a:xfrm>
      </p:grpSpPr>
      <p:sp>
        <p:nvSpPr>
          <p:cNvPr id="875" name="Google Shape;875;p110"/>
          <p:cNvSpPr txBox="1"/>
          <p:nvPr>
            <p:ph type="title"/>
          </p:nvPr>
        </p:nvSpPr>
        <p:spPr>
          <a:xfrm>
            <a:off x="455775" y="457206"/>
            <a:ext cx="2634300" cy="3887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Interlude: Keybindings</a:t>
            </a:r>
            <a:endParaRPr/>
          </a:p>
        </p:txBody>
      </p:sp>
      <p:sp>
        <p:nvSpPr>
          <p:cNvPr id="876" name="Google Shape;876;p110"/>
          <p:cNvSpPr txBox="1"/>
          <p:nvPr>
            <p:ph idx="1" type="body"/>
          </p:nvPr>
        </p:nvSpPr>
        <p:spPr>
          <a:xfrm>
            <a:off x="3254975" y="457206"/>
            <a:ext cx="5439000" cy="3887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Key combos for common tasks:</a:t>
            </a:r>
            <a:endParaRPr/>
          </a:p>
          <a:p>
            <a:pPr indent="-317500" lvl="0" marL="457200" rtl="0" algn="l">
              <a:spcBef>
                <a:spcPts val="1000"/>
              </a:spcBef>
              <a:spcAft>
                <a:spcPts val="0"/>
              </a:spcAft>
              <a:buSzPts val="1400"/>
              <a:buAutoNum type="arabicPeriod"/>
            </a:pPr>
            <a:r>
              <a:rPr lang="en"/>
              <a:t>Esc to cancel</a:t>
            </a:r>
            <a:endParaRPr/>
          </a:p>
          <a:p>
            <a:pPr indent="-317500" lvl="0" marL="457200" rtl="0" algn="l">
              <a:spcBef>
                <a:spcPts val="1000"/>
              </a:spcBef>
              <a:spcAft>
                <a:spcPts val="0"/>
              </a:spcAft>
              <a:buSzPts val="1400"/>
              <a:buAutoNum type="arabicPeriod"/>
            </a:pPr>
            <a:r>
              <a:rPr lang="en"/>
              <a:t>Shift+tab to auto-accept edits</a:t>
            </a:r>
            <a:endParaRPr/>
          </a:p>
          <a:p>
            <a:pPr indent="-317500" lvl="0" marL="457200" rtl="0" algn="l">
              <a:spcBef>
                <a:spcPts val="1000"/>
              </a:spcBef>
              <a:spcAft>
                <a:spcPts val="0"/>
              </a:spcAft>
              <a:buSzPts val="1400"/>
              <a:buAutoNum type="arabicPeriod"/>
            </a:pPr>
            <a:r>
              <a:rPr lang="en"/>
              <a:t>Double-esc to jump back in history, --resume to resume</a:t>
            </a:r>
            <a:endParaRPr/>
          </a:p>
          <a:p>
            <a:pPr indent="-317500" lvl="0" marL="457200" rtl="0" algn="l">
              <a:spcBef>
                <a:spcPts val="1000"/>
              </a:spcBef>
              <a:spcAft>
                <a:spcPts val="0"/>
              </a:spcAft>
              <a:buSzPts val="1400"/>
              <a:buAutoNum type="arabicPeriod"/>
            </a:pPr>
            <a:r>
              <a:rPr lang="en"/>
              <a:t># to create a memory</a:t>
            </a:r>
            <a:endParaRPr/>
          </a:p>
          <a:p>
            <a:pPr indent="-317500" lvl="0" marL="457200" rtl="0" algn="l">
              <a:spcBef>
                <a:spcPts val="1000"/>
              </a:spcBef>
              <a:spcAft>
                <a:spcPts val="0"/>
              </a:spcAft>
              <a:buSzPts val="1400"/>
              <a:buAutoNum type="arabicPeriod"/>
            </a:pPr>
            <a:r>
              <a:rPr lang="en"/>
              <a:t>ctrl+r for verbose output</a:t>
            </a:r>
            <a:endParaRPr/>
          </a:p>
          <a:p>
            <a:pPr indent="-317500" lvl="0" marL="457200" rtl="0" algn="l">
              <a:spcBef>
                <a:spcPts val="1000"/>
              </a:spcBef>
              <a:spcAft>
                <a:spcPts val="0"/>
              </a:spcAft>
              <a:buSzPts val="1400"/>
              <a:buAutoNum type="arabicPeriod"/>
            </a:pPr>
            <a:r>
              <a:rPr lang="en"/>
              <a:t>! to enter bash mode</a:t>
            </a:r>
            <a:endParaRPr/>
          </a:p>
          <a:p>
            <a:pPr indent="-317500" lvl="0" marL="457200" rtl="0" algn="l">
              <a:spcBef>
                <a:spcPts val="1000"/>
              </a:spcBef>
              <a:spcAft>
                <a:spcPts val="0"/>
              </a:spcAft>
              <a:buSzPts val="1400"/>
              <a:buAutoNum type="arabicPeriod"/>
            </a:pPr>
            <a:r>
              <a:rPr lang="en"/>
              <a:t>/ for slash commands</a:t>
            </a:r>
            <a:endParaRPr/>
          </a:p>
          <a:p>
            <a:pPr indent="-317500" lvl="0" marL="457200" rtl="0" algn="l">
              <a:spcBef>
                <a:spcPts val="1000"/>
              </a:spcBef>
              <a:spcAft>
                <a:spcPts val="0"/>
              </a:spcAft>
              <a:buSzPts val="1400"/>
              <a:buAutoNum type="arabicPeriod"/>
            </a:pPr>
            <a:r>
              <a:rPr lang="en"/>
              <a:t>@ to add a file/folder to context</a:t>
            </a:r>
            <a:endParaRPr/>
          </a:p>
          <a:p>
            <a:pPr indent="0" lvl="0" marL="0" rtl="0" algn="l">
              <a:spcBef>
                <a:spcPts val="1000"/>
              </a:spcBef>
              <a:spcAft>
                <a:spcPts val="0"/>
              </a:spcAft>
              <a:buNone/>
            </a:pPr>
            <a:r>
              <a:t/>
            </a:r>
            <a:endParaRPr/>
          </a:p>
          <a:p>
            <a:pPr indent="0" lvl="0" marL="0" rtl="0" algn="l">
              <a:spcBef>
                <a:spcPts val="1000"/>
              </a:spcBef>
              <a:spcAft>
                <a:spcPts val="0"/>
              </a:spcAft>
              <a:buNone/>
            </a:pPr>
            <a:r>
              <a:t/>
            </a:r>
            <a:endParaRPr>
              <a:solidFill>
                <a:schemeClr val="dk1"/>
              </a:solidFill>
            </a:endParaRPr>
          </a:p>
          <a:p>
            <a:pPr indent="0" lvl="0" marL="0" rtl="0" algn="l">
              <a:spcBef>
                <a:spcPts val="1000"/>
              </a:spcBef>
              <a:spcAft>
                <a:spcPts val="1000"/>
              </a:spcAft>
              <a:buNone/>
            </a:pPr>
            <a:r>
              <a:t/>
            </a:r>
            <a:endParaRPr/>
          </a:p>
        </p:txBody>
      </p:sp>
      <p:sp>
        <p:nvSpPr>
          <p:cNvPr id="877" name="Google Shape;877;p110"/>
          <p:cNvSpPr txBox="1"/>
          <p:nvPr>
            <p:ph idx="12" type="sldNum"/>
          </p:nvPr>
        </p:nvSpPr>
        <p:spPr>
          <a:xfrm>
            <a:off x="8256725" y="4708927"/>
            <a:ext cx="437100" cy="107400"/>
          </a:xfrm>
          <a:prstGeom prst="rect">
            <a:avLst/>
          </a:prstGeom>
        </p:spPr>
        <p:txBody>
          <a:bodyPr anchorCtr="0" anchor="t" bIns="0" lIns="0" spcFirstLastPara="1" rIns="0" wrap="square" tIns="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1" name="Shape 881"/>
        <p:cNvGrpSpPr/>
        <p:nvPr/>
      </p:nvGrpSpPr>
      <p:grpSpPr>
        <a:xfrm>
          <a:off x="0" y="0"/>
          <a:ext cx="0" cy="0"/>
          <a:chOff x="0" y="0"/>
          <a:chExt cx="0" cy="0"/>
        </a:xfrm>
      </p:grpSpPr>
      <p:sp>
        <p:nvSpPr>
          <p:cNvPr id="882" name="Google Shape;882;p111"/>
          <p:cNvSpPr txBox="1"/>
          <p:nvPr>
            <p:ph type="title"/>
          </p:nvPr>
        </p:nvSpPr>
        <p:spPr>
          <a:xfrm>
            <a:off x="455775" y="457206"/>
            <a:ext cx="2634300" cy="3887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Multi-claude</a:t>
            </a:r>
            <a:endParaRPr/>
          </a:p>
        </p:txBody>
      </p:sp>
      <p:sp>
        <p:nvSpPr>
          <p:cNvPr id="883" name="Google Shape;883;p111"/>
          <p:cNvSpPr txBox="1"/>
          <p:nvPr>
            <p:ph idx="1" type="body"/>
          </p:nvPr>
        </p:nvSpPr>
        <p:spPr>
          <a:xfrm>
            <a:off x="3254975" y="457206"/>
            <a:ext cx="5439000" cy="3887700"/>
          </a:xfrm>
          <a:prstGeom prst="rect">
            <a:avLst/>
          </a:prstGeom>
        </p:spPr>
        <p:txBody>
          <a:bodyPr anchorCtr="0" anchor="t" bIns="0" lIns="0" spcFirstLastPara="1" rIns="0" wrap="square" tIns="0">
            <a:noAutofit/>
          </a:bodyPr>
          <a:lstStyle/>
          <a:p>
            <a:pPr indent="0" lvl="0" marL="0" rtl="0" algn="l">
              <a:lnSpc>
                <a:spcPct val="120000"/>
              </a:lnSpc>
              <a:spcBef>
                <a:spcPts val="1400"/>
              </a:spcBef>
              <a:spcAft>
                <a:spcPts val="0"/>
              </a:spcAft>
              <a:buNone/>
            </a:pPr>
            <a:r>
              <a:rPr lang="en" sz="1500"/>
              <a:t>There are many ways to run more claudes in parallel:</a:t>
            </a:r>
            <a:endParaRPr/>
          </a:p>
          <a:p>
            <a:pPr indent="-317500" lvl="0" marL="457200" rtl="0" algn="l">
              <a:spcBef>
                <a:spcPts val="1000"/>
              </a:spcBef>
              <a:spcAft>
                <a:spcPts val="0"/>
              </a:spcAft>
              <a:buSzPts val="1400"/>
              <a:buAutoNum type="arabicPeriod"/>
            </a:pPr>
            <a:r>
              <a:rPr lang="en"/>
              <a:t>Use multiple checkouts in separate terminal tabs</a:t>
            </a:r>
            <a:endParaRPr/>
          </a:p>
          <a:p>
            <a:pPr indent="-317500" lvl="0" marL="457200" rtl="0" algn="l">
              <a:spcBef>
                <a:spcPts val="1000"/>
              </a:spcBef>
              <a:spcAft>
                <a:spcPts val="0"/>
              </a:spcAft>
              <a:buSzPts val="1400"/>
              <a:buAutoNum type="arabicPeriod"/>
            </a:pPr>
            <a:r>
              <a:rPr lang="en"/>
              <a:t>Use one checkout with git worktrees</a:t>
            </a:r>
            <a:endParaRPr/>
          </a:p>
          <a:p>
            <a:pPr indent="-317500" lvl="0" marL="457200" rtl="0" algn="l">
              <a:spcBef>
                <a:spcPts val="1000"/>
              </a:spcBef>
              <a:spcAft>
                <a:spcPts val="0"/>
              </a:spcAft>
              <a:buSzPts val="1400"/>
              <a:buAutoNum type="arabicPeriod"/>
            </a:pPr>
            <a:r>
              <a:rPr lang="en"/>
              <a:t>SSH + TMUX</a:t>
            </a:r>
            <a:endParaRPr/>
          </a:p>
          <a:p>
            <a:pPr indent="-317500" lvl="0" marL="457200" rtl="0" algn="l">
              <a:spcBef>
                <a:spcPts val="1000"/>
              </a:spcBef>
              <a:spcAft>
                <a:spcPts val="0"/>
              </a:spcAft>
              <a:buSzPts val="1400"/>
              <a:buAutoNum type="arabicPeriod"/>
            </a:pPr>
            <a:r>
              <a:rPr lang="en"/>
              <a:t>Github Actions, launch jobs in parallel</a:t>
            </a:r>
            <a:endParaRPr/>
          </a:p>
          <a:p>
            <a:pPr indent="0" lvl="0" marL="0" rtl="0" algn="l">
              <a:spcBef>
                <a:spcPts val="1000"/>
              </a:spcBef>
              <a:spcAft>
                <a:spcPts val="0"/>
              </a:spcAft>
              <a:buNone/>
            </a:pPr>
            <a:r>
              <a:t/>
            </a:r>
            <a:endParaRPr/>
          </a:p>
          <a:p>
            <a:pPr indent="0" lvl="0" marL="0" rtl="0" algn="l">
              <a:spcBef>
                <a:spcPts val="1000"/>
              </a:spcBef>
              <a:spcAft>
                <a:spcPts val="0"/>
              </a:spcAft>
              <a:buNone/>
            </a:pPr>
            <a:r>
              <a:t/>
            </a:r>
            <a:endParaRPr/>
          </a:p>
          <a:p>
            <a:pPr indent="0" lvl="0" marL="0" rtl="0" algn="l">
              <a:spcBef>
                <a:spcPts val="1000"/>
              </a:spcBef>
              <a:spcAft>
                <a:spcPts val="0"/>
              </a:spcAft>
              <a:buNone/>
            </a:pPr>
            <a:r>
              <a:t/>
            </a:r>
            <a:endParaRPr>
              <a:solidFill>
                <a:schemeClr val="dk1"/>
              </a:solidFill>
            </a:endParaRPr>
          </a:p>
          <a:p>
            <a:pPr indent="0" lvl="0" marL="0" rtl="0" algn="l">
              <a:spcBef>
                <a:spcPts val="1000"/>
              </a:spcBef>
              <a:spcAft>
                <a:spcPts val="1000"/>
              </a:spcAft>
              <a:buNone/>
            </a:pPr>
            <a:r>
              <a:t/>
            </a:r>
            <a:endParaRPr/>
          </a:p>
        </p:txBody>
      </p:sp>
      <p:sp>
        <p:nvSpPr>
          <p:cNvPr id="884" name="Google Shape;884;p111"/>
          <p:cNvSpPr txBox="1"/>
          <p:nvPr>
            <p:ph idx="12" type="sldNum"/>
          </p:nvPr>
        </p:nvSpPr>
        <p:spPr>
          <a:xfrm>
            <a:off x="8256725" y="4708927"/>
            <a:ext cx="437100" cy="107400"/>
          </a:xfrm>
          <a:prstGeom prst="rect">
            <a:avLst/>
          </a:prstGeom>
        </p:spPr>
        <p:txBody>
          <a:bodyPr anchorCtr="0" anchor="t" bIns="0" lIns="0" spcFirstLastPara="1" rIns="0" wrap="square" tIns="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8" name="Shape 888"/>
        <p:cNvGrpSpPr/>
        <p:nvPr/>
      </p:nvGrpSpPr>
      <p:grpSpPr>
        <a:xfrm>
          <a:off x="0" y="0"/>
          <a:ext cx="0" cy="0"/>
          <a:chOff x="0" y="0"/>
          <a:chExt cx="0" cy="0"/>
        </a:xfrm>
      </p:grpSpPr>
      <p:sp>
        <p:nvSpPr>
          <p:cNvPr id="889" name="Google Shape;889;p112"/>
          <p:cNvSpPr txBox="1"/>
          <p:nvPr>
            <p:ph idx="4294967295" type="title"/>
          </p:nvPr>
        </p:nvSpPr>
        <p:spPr>
          <a:xfrm>
            <a:off x="455775" y="457200"/>
            <a:ext cx="5432100" cy="2114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Thank you</a:t>
            </a:r>
            <a:endParaRPr/>
          </a:p>
        </p:txBody>
      </p:sp>
      <p:sp>
        <p:nvSpPr>
          <p:cNvPr id="890" name="Google Shape;890;p112"/>
          <p:cNvSpPr txBox="1"/>
          <p:nvPr>
            <p:ph type="ctrTitle"/>
          </p:nvPr>
        </p:nvSpPr>
        <p:spPr>
          <a:xfrm>
            <a:off x="455775" y="1371600"/>
            <a:ext cx="6860400" cy="16542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Thank you</a:t>
            </a:r>
            <a:endParaRPr/>
          </a:p>
        </p:txBody>
      </p:sp>
      <p:sp>
        <p:nvSpPr>
          <p:cNvPr id="891" name="Google Shape;891;p112"/>
          <p:cNvSpPr txBox="1"/>
          <p:nvPr/>
        </p:nvSpPr>
        <p:spPr>
          <a:xfrm>
            <a:off x="0" y="0"/>
            <a:ext cx="30000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npm install -g @anthropic-ai/claude-code</a:t>
            </a:r>
            <a:endParaRPr/>
          </a:p>
        </p:txBody>
      </p:sp>
      <p:sp>
        <p:nvSpPr>
          <p:cNvPr id="892" name="Google Shape;892;p112"/>
          <p:cNvSpPr txBox="1"/>
          <p:nvPr/>
        </p:nvSpPr>
        <p:spPr>
          <a:xfrm>
            <a:off x="384925" y="2494825"/>
            <a:ext cx="4632300" cy="378600"/>
          </a:xfrm>
          <a:prstGeom prst="rect">
            <a:avLst/>
          </a:prstGeom>
          <a:noFill/>
          <a:ln>
            <a:noFill/>
          </a:ln>
        </p:spPr>
        <p:txBody>
          <a:bodyPr anchorCtr="0" anchor="t" bIns="91425" lIns="91425" spcFirstLastPara="1" rIns="91425" wrap="square" tIns="91425">
            <a:spAutoFit/>
          </a:bodyPr>
          <a:lstStyle/>
          <a:p>
            <a:pPr indent="0" lvl="0" marL="0" rtl="0" algn="ctr">
              <a:lnSpc>
                <a:spcPct val="90000"/>
              </a:lnSpc>
              <a:spcBef>
                <a:spcPts val="0"/>
              </a:spcBef>
              <a:spcAft>
                <a:spcPts val="0"/>
              </a:spcAft>
              <a:buNone/>
            </a:pPr>
            <a:r>
              <a:rPr lang="en">
                <a:solidFill>
                  <a:schemeClr val="lt1"/>
                </a:solidFill>
                <a:latin typeface="Roboto Mono Medium"/>
                <a:ea typeface="Roboto Mono Medium"/>
                <a:cs typeface="Roboto Mono Medium"/>
                <a:sym typeface="Roboto Mono Medium"/>
              </a:rPr>
              <a:t>npm install -g @anthropic-ai/claude-code</a:t>
            </a:r>
            <a:endParaRPr>
              <a:solidFill>
                <a:schemeClr val="lt1"/>
              </a:solidFill>
              <a:latin typeface="Roboto Mono Medium"/>
              <a:ea typeface="Roboto Mono Medium"/>
              <a:cs typeface="Roboto Mono Medium"/>
              <a:sym typeface="Roboto Mono Medium"/>
            </a:endParaRPr>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6" name="Shape 896"/>
        <p:cNvGrpSpPr/>
        <p:nvPr/>
      </p:nvGrpSpPr>
      <p:grpSpPr>
        <a:xfrm>
          <a:off x="0" y="0"/>
          <a:ext cx="0" cy="0"/>
          <a:chOff x="0" y="0"/>
          <a:chExt cx="0" cy="0"/>
        </a:xfrm>
      </p:grpSpPr>
      <p:sp>
        <p:nvSpPr>
          <p:cNvPr id="897" name="Google Shape;897;p113"/>
          <p:cNvSpPr txBox="1"/>
          <p:nvPr>
            <p:ph idx="4294967295" type="title"/>
          </p:nvPr>
        </p:nvSpPr>
        <p:spPr>
          <a:xfrm>
            <a:off x="455775" y="457200"/>
            <a:ext cx="5432100" cy="2114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Q&amp;A</a:t>
            </a:r>
            <a:endParaRPr/>
          </a:p>
        </p:txBody>
      </p:sp>
      <p:sp>
        <p:nvSpPr>
          <p:cNvPr id="898" name="Google Shape;898;p113"/>
          <p:cNvSpPr txBox="1"/>
          <p:nvPr>
            <p:ph type="ctrTitle"/>
          </p:nvPr>
        </p:nvSpPr>
        <p:spPr>
          <a:xfrm>
            <a:off x="455775" y="1371600"/>
            <a:ext cx="6860400" cy="16542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Q&amp;A</a:t>
            </a:r>
            <a:endParaRPr/>
          </a:p>
        </p:txBody>
      </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2" name="Shape 902"/>
        <p:cNvGrpSpPr/>
        <p:nvPr/>
      </p:nvGrpSpPr>
      <p:grpSpPr>
        <a:xfrm>
          <a:off x="0" y="0"/>
          <a:ext cx="0" cy="0"/>
          <a:chOff x="0" y="0"/>
          <a:chExt cx="0" cy="0"/>
        </a:xfrm>
      </p:grpSpPr>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1"/>
        </a:solidFill>
      </p:bgPr>
    </p:bg>
    <p:spTree>
      <p:nvGrpSpPr>
        <p:cNvPr id="906" name="Shape 906"/>
        <p:cNvGrpSpPr/>
        <p:nvPr/>
      </p:nvGrpSpPr>
      <p:grpSpPr>
        <a:xfrm>
          <a:off x="0" y="0"/>
          <a:ext cx="0" cy="0"/>
          <a:chOff x="0" y="0"/>
          <a:chExt cx="0" cy="0"/>
        </a:xfrm>
      </p:grpSpPr>
      <p:sp>
        <p:nvSpPr>
          <p:cNvPr id="907" name="Google Shape;907;p115"/>
          <p:cNvSpPr txBox="1"/>
          <p:nvPr>
            <p:ph idx="1" type="subTitle"/>
          </p:nvPr>
        </p:nvSpPr>
        <p:spPr>
          <a:xfrm>
            <a:off x="474092" y="1092300"/>
            <a:ext cx="3705000" cy="3207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
              <a:t>Appendix </a:t>
            </a:r>
            <a:endParaRPr/>
          </a:p>
        </p:txBody>
      </p:sp>
      <p:sp>
        <p:nvSpPr>
          <p:cNvPr id="908" name="Google Shape;908;p115"/>
          <p:cNvSpPr txBox="1"/>
          <p:nvPr>
            <p:ph type="ctrTitle"/>
          </p:nvPr>
        </p:nvSpPr>
        <p:spPr>
          <a:xfrm>
            <a:off x="455775" y="1554700"/>
            <a:ext cx="6402300" cy="16542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Here is the slide template for customizing your workshop</a:t>
            </a:r>
            <a:endParaRPr/>
          </a:p>
        </p:txBody>
      </p:sp>
      <p:sp>
        <p:nvSpPr>
          <p:cNvPr id="909" name="Google Shape;909;p115"/>
          <p:cNvSpPr txBox="1"/>
          <p:nvPr>
            <p:ph idx="12" type="sldNum"/>
          </p:nvPr>
        </p:nvSpPr>
        <p:spPr>
          <a:xfrm>
            <a:off x="8256725" y="4708927"/>
            <a:ext cx="437100" cy="107400"/>
          </a:xfrm>
          <a:prstGeom prst="rect">
            <a:avLst/>
          </a:prstGeom>
        </p:spPr>
        <p:txBody>
          <a:bodyPr anchorCtr="0" anchor="t" bIns="0" lIns="0" spcFirstLastPara="1" rIns="0" wrap="square" tIns="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3" name="Shape 913"/>
        <p:cNvGrpSpPr/>
        <p:nvPr/>
      </p:nvGrpSpPr>
      <p:grpSpPr>
        <a:xfrm>
          <a:off x="0" y="0"/>
          <a:ext cx="0" cy="0"/>
          <a:chOff x="0" y="0"/>
          <a:chExt cx="0" cy="0"/>
        </a:xfrm>
      </p:grpSpPr>
      <p:sp>
        <p:nvSpPr>
          <p:cNvPr id="914" name="Google Shape;914;p116"/>
          <p:cNvSpPr txBox="1"/>
          <p:nvPr>
            <p:ph type="ctrTitle"/>
          </p:nvPr>
        </p:nvSpPr>
        <p:spPr>
          <a:xfrm>
            <a:off x="455775" y="1371600"/>
            <a:ext cx="6860400" cy="16542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New blank slide deck with theme applied</a:t>
            </a:r>
            <a:endParaRPr/>
          </a:p>
        </p:txBody>
      </p:sp>
      <p:sp>
        <p:nvSpPr>
          <p:cNvPr id="915" name="Google Shape;915;p116"/>
          <p:cNvSpPr txBox="1"/>
          <p:nvPr>
            <p:ph idx="2" type="subTitle"/>
          </p:nvPr>
        </p:nvSpPr>
        <p:spPr>
          <a:xfrm>
            <a:off x="455775" y="4078849"/>
            <a:ext cx="4058100" cy="6471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
              <a:t>05282025</a:t>
            </a:r>
            <a:endParaRPr/>
          </a:p>
        </p:txBody>
      </p:sp>
      <p:sp>
        <p:nvSpPr>
          <p:cNvPr id="916" name="Google Shape;916;p116"/>
          <p:cNvSpPr txBox="1"/>
          <p:nvPr>
            <p:ph idx="1" type="subTitle"/>
          </p:nvPr>
        </p:nvSpPr>
        <p:spPr>
          <a:xfrm>
            <a:off x="455775" y="3095400"/>
            <a:ext cx="3913800" cy="7926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sz="1400"/>
              <a:t>For complete guidelines, grab-and-go assets and additional page layout samples, go to: </a:t>
            </a:r>
            <a:r>
              <a:rPr lang="en" sz="1400" u="sng">
                <a:hlinkClick r:id="rId3"/>
              </a:rPr>
              <a:t>go/slidetemplate</a:t>
            </a:r>
            <a:endParaRPr sz="1400"/>
          </a:p>
        </p:txBody>
      </p:sp>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0" name="Shape 920"/>
        <p:cNvGrpSpPr/>
        <p:nvPr/>
      </p:nvGrpSpPr>
      <p:grpSpPr>
        <a:xfrm>
          <a:off x="0" y="0"/>
          <a:ext cx="0" cy="0"/>
          <a:chOff x="0" y="0"/>
          <a:chExt cx="0" cy="0"/>
        </a:xfrm>
      </p:grpSpPr>
      <p:sp>
        <p:nvSpPr>
          <p:cNvPr id="921" name="Google Shape;921;p117"/>
          <p:cNvSpPr txBox="1"/>
          <p:nvPr>
            <p:ph idx="1" type="body"/>
          </p:nvPr>
        </p:nvSpPr>
        <p:spPr>
          <a:xfrm>
            <a:off x="3254975" y="457206"/>
            <a:ext cx="5431800" cy="3887700"/>
          </a:xfrm>
          <a:prstGeom prst="rect">
            <a:avLst/>
          </a:prstGeom>
        </p:spPr>
        <p:txBody>
          <a:bodyPr anchorCtr="0" anchor="t" bIns="0" lIns="0" spcFirstLastPara="1" rIns="0" wrap="square" tIns="0">
            <a:noAutofit/>
          </a:bodyPr>
          <a:lstStyle/>
          <a:p>
            <a:pPr indent="-355600" lvl="0" marL="457200" rtl="0" algn="l">
              <a:spcBef>
                <a:spcPts val="0"/>
              </a:spcBef>
              <a:spcAft>
                <a:spcPts val="0"/>
              </a:spcAft>
              <a:buClr>
                <a:srgbClr val="B0AEA5"/>
              </a:buClr>
              <a:buSzPts val="2000"/>
              <a:buChar char="●"/>
            </a:pPr>
            <a:r>
              <a:rPr lang="en"/>
              <a:t>Add a bullet here</a:t>
            </a:r>
            <a:endParaRPr/>
          </a:p>
          <a:p>
            <a:pPr indent="-355600" lvl="0" marL="457200" rtl="0" algn="l">
              <a:spcBef>
                <a:spcPts val="600"/>
              </a:spcBef>
              <a:spcAft>
                <a:spcPts val="0"/>
              </a:spcAft>
              <a:buClr>
                <a:srgbClr val="B0AEA5"/>
              </a:buClr>
              <a:buSzPts val="2000"/>
              <a:buChar char="●"/>
            </a:pPr>
            <a:r>
              <a:rPr lang="en">
                <a:solidFill>
                  <a:schemeClr val="dk1"/>
                </a:solidFill>
              </a:rPr>
              <a:t>Add a bullet here</a:t>
            </a:r>
            <a:endParaRPr>
              <a:solidFill>
                <a:schemeClr val="dk1"/>
              </a:solidFill>
            </a:endParaRPr>
          </a:p>
          <a:p>
            <a:pPr indent="-355600" lvl="0" marL="457200" rtl="0" algn="l">
              <a:spcBef>
                <a:spcPts val="600"/>
              </a:spcBef>
              <a:spcAft>
                <a:spcPts val="0"/>
              </a:spcAft>
              <a:buClr>
                <a:srgbClr val="B0AEA5"/>
              </a:buClr>
              <a:buSzPts val="2000"/>
              <a:buChar char="●"/>
            </a:pPr>
            <a:r>
              <a:rPr lang="en">
                <a:solidFill>
                  <a:schemeClr val="dk1"/>
                </a:solidFill>
              </a:rPr>
              <a:t>Add a bullet here</a:t>
            </a:r>
            <a:endParaRPr>
              <a:solidFill>
                <a:schemeClr val="dk1"/>
              </a:solidFill>
            </a:endParaRPr>
          </a:p>
          <a:p>
            <a:pPr indent="-355600" lvl="0" marL="457200" rtl="0" algn="l">
              <a:spcBef>
                <a:spcPts val="600"/>
              </a:spcBef>
              <a:spcAft>
                <a:spcPts val="0"/>
              </a:spcAft>
              <a:buClr>
                <a:srgbClr val="B0AEA5"/>
              </a:buClr>
              <a:buSzPts val="2000"/>
              <a:buChar char="●"/>
            </a:pPr>
            <a:r>
              <a:rPr lang="en">
                <a:solidFill>
                  <a:schemeClr val="dk1"/>
                </a:solidFill>
              </a:rPr>
              <a:t>Add a bullet here</a:t>
            </a:r>
            <a:endParaRPr>
              <a:solidFill>
                <a:schemeClr val="dk1"/>
              </a:solidFill>
            </a:endParaRPr>
          </a:p>
          <a:p>
            <a:pPr indent="-355600" lvl="0" marL="457200" rtl="0" algn="l">
              <a:spcBef>
                <a:spcPts val="600"/>
              </a:spcBef>
              <a:spcAft>
                <a:spcPts val="0"/>
              </a:spcAft>
              <a:buClr>
                <a:srgbClr val="B0AEA5"/>
              </a:buClr>
              <a:buSzPts val="2000"/>
              <a:buChar char="●"/>
            </a:pPr>
            <a:r>
              <a:rPr lang="en">
                <a:solidFill>
                  <a:schemeClr val="dk1"/>
                </a:solidFill>
              </a:rPr>
              <a:t>Add a bullet here</a:t>
            </a:r>
            <a:endParaRPr>
              <a:solidFill>
                <a:schemeClr val="dk1"/>
              </a:solidFill>
            </a:endParaRPr>
          </a:p>
          <a:p>
            <a:pPr indent="-355600" lvl="0" marL="457200" rtl="0" algn="l">
              <a:spcBef>
                <a:spcPts val="600"/>
              </a:spcBef>
              <a:spcAft>
                <a:spcPts val="600"/>
              </a:spcAft>
              <a:buClr>
                <a:srgbClr val="B0AEA5"/>
              </a:buClr>
              <a:buSzPts val="2000"/>
              <a:buChar char="●"/>
            </a:pPr>
            <a:r>
              <a:rPr lang="en">
                <a:solidFill>
                  <a:schemeClr val="dk1"/>
                </a:solidFill>
              </a:rPr>
              <a:t>Add a bullet here</a:t>
            </a:r>
            <a:endParaRPr>
              <a:solidFill>
                <a:schemeClr val="dk1"/>
              </a:solidFill>
            </a:endParaRPr>
          </a:p>
        </p:txBody>
      </p:sp>
      <p:sp>
        <p:nvSpPr>
          <p:cNvPr id="922" name="Google Shape;922;p117"/>
          <p:cNvSpPr txBox="1"/>
          <p:nvPr>
            <p:ph idx="12" type="sldNum"/>
          </p:nvPr>
        </p:nvSpPr>
        <p:spPr>
          <a:xfrm>
            <a:off x="8256725" y="4708927"/>
            <a:ext cx="437100" cy="107400"/>
          </a:xfrm>
          <a:prstGeom prst="rect">
            <a:avLst/>
          </a:prstGeom>
        </p:spPr>
        <p:txBody>
          <a:bodyPr anchorCtr="0" anchor="t" bIns="0" lIns="0" spcFirstLastPara="1" rIns="0" wrap="square" tIns="0">
            <a:noAutofit/>
          </a:bodyPr>
          <a:lstStyle/>
          <a:p>
            <a:pPr indent="0" lvl="0" marL="0" rtl="0" algn="r">
              <a:spcBef>
                <a:spcPts val="0"/>
              </a:spcBef>
              <a:spcAft>
                <a:spcPts val="0"/>
              </a:spcAft>
              <a:buClr>
                <a:srgbClr val="000000"/>
              </a:buClr>
              <a:buSzPts val="1000"/>
              <a:buFont typeface="Arial"/>
              <a:buNone/>
            </a:pPr>
            <a:fld id="{00000000-1234-1234-1234-123412341234}" type="slidenum">
              <a:rPr lang="en"/>
              <a:t>‹#›</a:t>
            </a:fld>
            <a:endParaRPr/>
          </a:p>
        </p:txBody>
      </p:sp>
      <p:sp>
        <p:nvSpPr>
          <p:cNvPr id="923" name="Google Shape;923;p117"/>
          <p:cNvSpPr txBox="1"/>
          <p:nvPr>
            <p:ph type="title"/>
          </p:nvPr>
        </p:nvSpPr>
        <p:spPr>
          <a:xfrm>
            <a:off x="455775" y="457206"/>
            <a:ext cx="2634300" cy="3887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Table of contents</a:t>
            </a:r>
            <a:endParaRPr/>
          </a:p>
        </p:txBody>
      </p:sp>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7" name="Shape 927"/>
        <p:cNvGrpSpPr/>
        <p:nvPr/>
      </p:nvGrpSpPr>
      <p:grpSpPr>
        <a:xfrm>
          <a:off x="0" y="0"/>
          <a:ext cx="0" cy="0"/>
          <a:chOff x="0" y="0"/>
          <a:chExt cx="0" cy="0"/>
        </a:xfrm>
      </p:grpSpPr>
      <p:sp>
        <p:nvSpPr>
          <p:cNvPr id="928" name="Google Shape;928;p118"/>
          <p:cNvSpPr txBox="1"/>
          <p:nvPr>
            <p:ph type="title"/>
          </p:nvPr>
        </p:nvSpPr>
        <p:spPr>
          <a:xfrm>
            <a:off x="456825" y="457206"/>
            <a:ext cx="8230200" cy="8154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People slide</a:t>
            </a:r>
            <a:endParaRPr/>
          </a:p>
        </p:txBody>
      </p:sp>
      <p:sp>
        <p:nvSpPr>
          <p:cNvPr id="929" name="Google Shape;929;p118"/>
          <p:cNvSpPr txBox="1"/>
          <p:nvPr>
            <p:ph idx="12" type="sldNum"/>
          </p:nvPr>
        </p:nvSpPr>
        <p:spPr>
          <a:xfrm>
            <a:off x="8256725" y="4708927"/>
            <a:ext cx="437100" cy="107400"/>
          </a:xfrm>
          <a:prstGeom prst="rect">
            <a:avLst/>
          </a:prstGeom>
        </p:spPr>
        <p:txBody>
          <a:bodyPr anchorCtr="0" anchor="t" bIns="0" lIns="0" spcFirstLastPara="1" rIns="0" wrap="square" tIns="0">
            <a:noAutofit/>
          </a:bodyPr>
          <a:lstStyle/>
          <a:p>
            <a:pPr indent="0" lvl="0" marL="0" rtl="0" algn="r">
              <a:spcBef>
                <a:spcPts val="0"/>
              </a:spcBef>
              <a:spcAft>
                <a:spcPts val="0"/>
              </a:spcAft>
              <a:buNone/>
            </a:pPr>
            <a:fld id="{00000000-1234-1234-1234-123412341234}" type="slidenum">
              <a:rPr lang="en"/>
              <a:t>‹#›</a:t>
            </a:fld>
            <a:endParaRPr/>
          </a:p>
        </p:txBody>
      </p:sp>
      <p:sp>
        <p:nvSpPr>
          <p:cNvPr id="930" name="Google Shape;930;p118"/>
          <p:cNvSpPr txBox="1"/>
          <p:nvPr>
            <p:ph idx="4294967295" type="body"/>
          </p:nvPr>
        </p:nvSpPr>
        <p:spPr>
          <a:xfrm>
            <a:off x="455775" y="1146725"/>
            <a:ext cx="2509200" cy="25626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Go to go/slides for more team slide layout examples</a:t>
            </a:r>
            <a:endParaRPr/>
          </a:p>
          <a:p>
            <a:pPr indent="0" lvl="0" marL="0" rtl="0" algn="l">
              <a:spcBef>
                <a:spcPts val="800"/>
              </a:spcBef>
              <a:spcAft>
                <a:spcPts val="0"/>
              </a:spcAft>
              <a:buNone/>
            </a:pPr>
            <a:r>
              <a:t/>
            </a:r>
            <a:endParaRPr>
              <a:solidFill>
                <a:srgbClr val="535965"/>
              </a:solidFill>
            </a:endParaRPr>
          </a:p>
          <a:p>
            <a:pPr indent="0" lvl="0" marL="0" rtl="0" algn="l">
              <a:spcBef>
                <a:spcPts val="800"/>
              </a:spcBef>
              <a:spcAft>
                <a:spcPts val="1000"/>
              </a:spcAft>
              <a:buNone/>
            </a:pPr>
            <a:r>
              <a:t/>
            </a:r>
            <a:endParaRPr/>
          </a:p>
        </p:txBody>
      </p:sp>
      <p:pic>
        <p:nvPicPr>
          <p:cNvPr id="931" name="Google Shape;931;p118"/>
          <p:cNvPicPr preferRelativeResize="0"/>
          <p:nvPr/>
        </p:nvPicPr>
        <p:blipFill rotWithShape="1">
          <a:blip r:embed="rId3">
            <a:alphaModFix/>
          </a:blip>
          <a:srcRect b="3110" l="18825" r="16078" t="0"/>
          <a:stretch/>
        </p:blipFill>
        <p:spPr>
          <a:xfrm>
            <a:off x="5753051" y="399320"/>
            <a:ext cx="914400" cy="914400"/>
          </a:xfrm>
          <a:prstGeom prst="ellipse">
            <a:avLst/>
          </a:prstGeom>
          <a:noFill/>
          <a:ln>
            <a:noFill/>
          </a:ln>
        </p:spPr>
      </p:pic>
      <p:sp>
        <p:nvSpPr>
          <p:cNvPr id="932" name="Google Shape;932;p118"/>
          <p:cNvSpPr txBox="1"/>
          <p:nvPr/>
        </p:nvSpPr>
        <p:spPr>
          <a:xfrm>
            <a:off x="5570951" y="1365620"/>
            <a:ext cx="1278600" cy="3084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lang="en" sz="900">
                <a:solidFill>
                  <a:schemeClr val="dk1"/>
                </a:solidFill>
                <a:latin typeface="Poppins SemiBold"/>
                <a:ea typeface="Poppins SemiBold"/>
                <a:cs typeface="Poppins SemiBold"/>
                <a:sym typeface="Poppins SemiBold"/>
              </a:rPr>
              <a:t>First Last Name</a:t>
            </a:r>
            <a:endParaRPr sz="900">
              <a:solidFill>
                <a:schemeClr val="dk1"/>
              </a:solidFill>
              <a:latin typeface="Poppins"/>
              <a:ea typeface="Poppins"/>
              <a:cs typeface="Poppins"/>
              <a:sym typeface="Poppins"/>
            </a:endParaRPr>
          </a:p>
          <a:p>
            <a:pPr indent="0" lvl="0" marL="0" rtl="0" algn="ctr">
              <a:lnSpc>
                <a:spcPct val="100000"/>
              </a:lnSpc>
              <a:spcBef>
                <a:spcPts val="0"/>
              </a:spcBef>
              <a:spcAft>
                <a:spcPts val="0"/>
              </a:spcAft>
              <a:buNone/>
            </a:pPr>
            <a:r>
              <a:rPr lang="en" sz="900">
                <a:solidFill>
                  <a:schemeClr val="dk1"/>
                </a:solidFill>
                <a:latin typeface="Poppins"/>
                <a:ea typeface="Poppins"/>
                <a:cs typeface="Poppins"/>
                <a:sym typeface="Poppins"/>
              </a:rPr>
              <a:t>Role or company</a:t>
            </a:r>
            <a:endParaRPr sz="900">
              <a:solidFill>
                <a:schemeClr val="dk1"/>
              </a:solidFill>
              <a:latin typeface="Poppins"/>
              <a:ea typeface="Poppins"/>
              <a:cs typeface="Poppins"/>
              <a:sym typeface="Poppins"/>
            </a:endParaRPr>
          </a:p>
        </p:txBody>
      </p:sp>
      <p:pic>
        <p:nvPicPr>
          <p:cNvPr id="933" name="Google Shape;933;p118"/>
          <p:cNvPicPr preferRelativeResize="0"/>
          <p:nvPr/>
        </p:nvPicPr>
        <p:blipFill rotWithShape="1">
          <a:blip r:embed="rId3">
            <a:alphaModFix/>
          </a:blip>
          <a:srcRect b="3110" l="18825" r="16078" t="0"/>
          <a:stretch/>
        </p:blipFill>
        <p:spPr>
          <a:xfrm>
            <a:off x="4114803" y="399320"/>
            <a:ext cx="914400" cy="914400"/>
          </a:xfrm>
          <a:prstGeom prst="ellipse">
            <a:avLst/>
          </a:prstGeom>
          <a:noFill/>
          <a:ln>
            <a:noFill/>
          </a:ln>
        </p:spPr>
      </p:pic>
      <p:sp>
        <p:nvSpPr>
          <p:cNvPr id="934" name="Google Shape;934;p118"/>
          <p:cNvSpPr txBox="1"/>
          <p:nvPr/>
        </p:nvSpPr>
        <p:spPr>
          <a:xfrm>
            <a:off x="3932703" y="1365620"/>
            <a:ext cx="1278600" cy="3084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lang="en" sz="900">
                <a:solidFill>
                  <a:schemeClr val="dk1"/>
                </a:solidFill>
                <a:latin typeface="Poppins SemiBold"/>
                <a:ea typeface="Poppins SemiBold"/>
                <a:cs typeface="Poppins SemiBold"/>
                <a:sym typeface="Poppins SemiBold"/>
              </a:rPr>
              <a:t>First Last Name</a:t>
            </a:r>
            <a:endParaRPr sz="900">
              <a:solidFill>
                <a:schemeClr val="dk1"/>
              </a:solidFill>
              <a:latin typeface="Poppins"/>
              <a:ea typeface="Poppins"/>
              <a:cs typeface="Poppins"/>
              <a:sym typeface="Poppins"/>
            </a:endParaRPr>
          </a:p>
          <a:p>
            <a:pPr indent="0" lvl="0" marL="0" rtl="0" algn="ctr">
              <a:lnSpc>
                <a:spcPct val="100000"/>
              </a:lnSpc>
              <a:spcBef>
                <a:spcPts val="0"/>
              </a:spcBef>
              <a:spcAft>
                <a:spcPts val="0"/>
              </a:spcAft>
              <a:buNone/>
            </a:pPr>
            <a:r>
              <a:rPr lang="en" sz="900">
                <a:solidFill>
                  <a:schemeClr val="dk1"/>
                </a:solidFill>
                <a:latin typeface="Poppins"/>
                <a:ea typeface="Poppins"/>
                <a:cs typeface="Poppins"/>
                <a:sym typeface="Poppins"/>
              </a:rPr>
              <a:t>Role or company</a:t>
            </a:r>
            <a:endParaRPr sz="900">
              <a:solidFill>
                <a:schemeClr val="dk1"/>
              </a:solidFill>
              <a:latin typeface="Poppins"/>
              <a:ea typeface="Poppins"/>
              <a:cs typeface="Poppins"/>
              <a:sym typeface="Poppins"/>
            </a:endParaRPr>
          </a:p>
        </p:txBody>
      </p:sp>
      <p:pic>
        <p:nvPicPr>
          <p:cNvPr id="935" name="Google Shape;935;p118"/>
          <p:cNvPicPr preferRelativeResize="0"/>
          <p:nvPr/>
        </p:nvPicPr>
        <p:blipFill rotWithShape="1">
          <a:blip r:embed="rId3">
            <a:alphaModFix/>
          </a:blip>
          <a:srcRect b="3110" l="18825" r="16078" t="0"/>
          <a:stretch/>
        </p:blipFill>
        <p:spPr>
          <a:xfrm>
            <a:off x="7391300" y="399320"/>
            <a:ext cx="914400" cy="914400"/>
          </a:xfrm>
          <a:prstGeom prst="ellipse">
            <a:avLst/>
          </a:prstGeom>
          <a:noFill/>
          <a:ln>
            <a:noFill/>
          </a:ln>
        </p:spPr>
      </p:pic>
      <p:sp>
        <p:nvSpPr>
          <p:cNvPr id="936" name="Google Shape;936;p118"/>
          <p:cNvSpPr txBox="1"/>
          <p:nvPr/>
        </p:nvSpPr>
        <p:spPr>
          <a:xfrm>
            <a:off x="7209200" y="1365620"/>
            <a:ext cx="1278600" cy="3084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lang="en" sz="900">
                <a:solidFill>
                  <a:schemeClr val="dk1"/>
                </a:solidFill>
                <a:latin typeface="Poppins SemiBold"/>
                <a:ea typeface="Poppins SemiBold"/>
                <a:cs typeface="Poppins SemiBold"/>
                <a:sym typeface="Poppins SemiBold"/>
              </a:rPr>
              <a:t>First Last Name</a:t>
            </a:r>
            <a:endParaRPr sz="900">
              <a:solidFill>
                <a:schemeClr val="dk1"/>
              </a:solidFill>
              <a:latin typeface="Poppins"/>
              <a:ea typeface="Poppins"/>
              <a:cs typeface="Poppins"/>
              <a:sym typeface="Poppins"/>
            </a:endParaRPr>
          </a:p>
          <a:p>
            <a:pPr indent="0" lvl="0" marL="0" rtl="0" algn="ctr">
              <a:lnSpc>
                <a:spcPct val="100000"/>
              </a:lnSpc>
              <a:spcBef>
                <a:spcPts val="0"/>
              </a:spcBef>
              <a:spcAft>
                <a:spcPts val="0"/>
              </a:spcAft>
              <a:buNone/>
            </a:pPr>
            <a:r>
              <a:rPr lang="en" sz="900">
                <a:solidFill>
                  <a:schemeClr val="dk1"/>
                </a:solidFill>
                <a:latin typeface="Poppins"/>
                <a:ea typeface="Poppins"/>
                <a:cs typeface="Poppins"/>
                <a:sym typeface="Poppins"/>
              </a:rPr>
              <a:t>Role or company</a:t>
            </a:r>
            <a:endParaRPr sz="900">
              <a:solidFill>
                <a:schemeClr val="dk1"/>
              </a:solidFill>
              <a:latin typeface="Poppins"/>
              <a:ea typeface="Poppins"/>
              <a:cs typeface="Poppins"/>
              <a:sym typeface="Poppins"/>
            </a:endParaRPr>
          </a:p>
        </p:txBody>
      </p:sp>
      <p:pic>
        <p:nvPicPr>
          <p:cNvPr id="937" name="Google Shape;937;p118"/>
          <p:cNvPicPr preferRelativeResize="0"/>
          <p:nvPr/>
        </p:nvPicPr>
        <p:blipFill rotWithShape="1">
          <a:blip r:embed="rId3">
            <a:alphaModFix/>
          </a:blip>
          <a:srcRect b="3110" l="18825" r="16078" t="0"/>
          <a:stretch/>
        </p:blipFill>
        <p:spPr>
          <a:xfrm>
            <a:off x="5753051" y="1846020"/>
            <a:ext cx="914400" cy="914400"/>
          </a:xfrm>
          <a:prstGeom prst="ellipse">
            <a:avLst/>
          </a:prstGeom>
          <a:noFill/>
          <a:ln>
            <a:noFill/>
          </a:ln>
        </p:spPr>
      </p:pic>
      <p:sp>
        <p:nvSpPr>
          <p:cNvPr id="938" name="Google Shape;938;p118"/>
          <p:cNvSpPr txBox="1"/>
          <p:nvPr/>
        </p:nvSpPr>
        <p:spPr>
          <a:xfrm>
            <a:off x="5570951" y="2812320"/>
            <a:ext cx="1278600" cy="3084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lang="en" sz="900">
                <a:solidFill>
                  <a:schemeClr val="dk1"/>
                </a:solidFill>
                <a:latin typeface="Poppins SemiBold"/>
                <a:ea typeface="Poppins SemiBold"/>
                <a:cs typeface="Poppins SemiBold"/>
                <a:sym typeface="Poppins SemiBold"/>
              </a:rPr>
              <a:t>First Last Name</a:t>
            </a:r>
            <a:endParaRPr sz="900">
              <a:solidFill>
                <a:schemeClr val="dk1"/>
              </a:solidFill>
              <a:latin typeface="Poppins"/>
              <a:ea typeface="Poppins"/>
              <a:cs typeface="Poppins"/>
              <a:sym typeface="Poppins"/>
            </a:endParaRPr>
          </a:p>
          <a:p>
            <a:pPr indent="0" lvl="0" marL="0" rtl="0" algn="ctr">
              <a:lnSpc>
                <a:spcPct val="100000"/>
              </a:lnSpc>
              <a:spcBef>
                <a:spcPts val="0"/>
              </a:spcBef>
              <a:spcAft>
                <a:spcPts val="0"/>
              </a:spcAft>
              <a:buNone/>
            </a:pPr>
            <a:r>
              <a:rPr lang="en" sz="900">
                <a:solidFill>
                  <a:schemeClr val="dk1"/>
                </a:solidFill>
                <a:latin typeface="Poppins"/>
                <a:ea typeface="Poppins"/>
                <a:cs typeface="Poppins"/>
                <a:sym typeface="Poppins"/>
              </a:rPr>
              <a:t>Role or company</a:t>
            </a:r>
            <a:endParaRPr sz="900">
              <a:solidFill>
                <a:schemeClr val="dk1"/>
              </a:solidFill>
              <a:latin typeface="Poppins"/>
              <a:ea typeface="Poppins"/>
              <a:cs typeface="Poppins"/>
              <a:sym typeface="Poppins"/>
            </a:endParaRPr>
          </a:p>
        </p:txBody>
      </p:sp>
      <p:pic>
        <p:nvPicPr>
          <p:cNvPr id="939" name="Google Shape;939;p118"/>
          <p:cNvPicPr preferRelativeResize="0"/>
          <p:nvPr/>
        </p:nvPicPr>
        <p:blipFill rotWithShape="1">
          <a:blip r:embed="rId3">
            <a:alphaModFix/>
          </a:blip>
          <a:srcRect b="3110" l="18825" r="16078" t="0"/>
          <a:stretch/>
        </p:blipFill>
        <p:spPr>
          <a:xfrm>
            <a:off x="4114803" y="1846020"/>
            <a:ext cx="914400" cy="914400"/>
          </a:xfrm>
          <a:prstGeom prst="ellipse">
            <a:avLst/>
          </a:prstGeom>
          <a:noFill/>
          <a:ln>
            <a:noFill/>
          </a:ln>
        </p:spPr>
      </p:pic>
      <p:sp>
        <p:nvSpPr>
          <p:cNvPr id="940" name="Google Shape;940;p118"/>
          <p:cNvSpPr txBox="1"/>
          <p:nvPr/>
        </p:nvSpPr>
        <p:spPr>
          <a:xfrm>
            <a:off x="3932703" y="2812320"/>
            <a:ext cx="1278600" cy="3084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lang="en" sz="900">
                <a:solidFill>
                  <a:schemeClr val="dk1"/>
                </a:solidFill>
                <a:latin typeface="Poppins SemiBold"/>
                <a:ea typeface="Poppins SemiBold"/>
                <a:cs typeface="Poppins SemiBold"/>
                <a:sym typeface="Poppins SemiBold"/>
              </a:rPr>
              <a:t>First Last Name</a:t>
            </a:r>
            <a:endParaRPr sz="900">
              <a:solidFill>
                <a:schemeClr val="dk1"/>
              </a:solidFill>
              <a:latin typeface="Poppins"/>
              <a:ea typeface="Poppins"/>
              <a:cs typeface="Poppins"/>
              <a:sym typeface="Poppins"/>
            </a:endParaRPr>
          </a:p>
          <a:p>
            <a:pPr indent="0" lvl="0" marL="0" rtl="0" algn="ctr">
              <a:lnSpc>
                <a:spcPct val="100000"/>
              </a:lnSpc>
              <a:spcBef>
                <a:spcPts val="0"/>
              </a:spcBef>
              <a:spcAft>
                <a:spcPts val="0"/>
              </a:spcAft>
              <a:buNone/>
            </a:pPr>
            <a:r>
              <a:rPr lang="en" sz="900">
                <a:solidFill>
                  <a:schemeClr val="dk1"/>
                </a:solidFill>
                <a:latin typeface="Poppins"/>
                <a:ea typeface="Poppins"/>
                <a:cs typeface="Poppins"/>
                <a:sym typeface="Poppins"/>
              </a:rPr>
              <a:t>Role or company</a:t>
            </a:r>
            <a:endParaRPr sz="900">
              <a:solidFill>
                <a:schemeClr val="dk1"/>
              </a:solidFill>
              <a:latin typeface="Poppins"/>
              <a:ea typeface="Poppins"/>
              <a:cs typeface="Poppins"/>
              <a:sym typeface="Poppins"/>
            </a:endParaRPr>
          </a:p>
        </p:txBody>
      </p:sp>
      <p:pic>
        <p:nvPicPr>
          <p:cNvPr id="941" name="Google Shape;941;p118"/>
          <p:cNvPicPr preferRelativeResize="0"/>
          <p:nvPr/>
        </p:nvPicPr>
        <p:blipFill rotWithShape="1">
          <a:blip r:embed="rId3">
            <a:alphaModFix/>
          </a:blip>
          <a:srcRect b="3110" l="18825" r="16078" t="0"/>
          <a:stretch/>
        </p:blipFill>
        <p:spPr>
          <a:xfrm>
            <a:off x="7391300" y="1846020"/>
            <a:ext cx="914400" cy="914400"/>
          </a:xfrm>
          <a:prstGeom prst="ellipse">
            <a:avLst/>
          </a:prstGeom>
          <a:noFill/>
          <a:ln>
            <a:noFill/>
          </a:ln>
        </p:spPr>
      </p:pic>
      <p:sp>
        <p:nvSpPr>
          <p:cNvPr id="942" name="Google Shape;942;p118"/>
          <p:cNvSpPr txBox="1"/>
          <p:nvPr/>
        </p:nvSpPr>
        <p:spPr>
          <a:xfrm>
            <a:off x="7209200" y="2812320"/>
            <a:ext cx="1278600" cy="3084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lang="en" sz="900">
                <a:solidFill>
                  <a:schemeClr val="dk1"/>
                </a:solidFill>
                <a:latin typeface="Poppins SemiBold"/>
                <a:ea typeface="Poppins SemiBold"/>
                <a:cs typeface="Poppins SemiBold"/>
                <a:sym typeface="Poppins SemiBold"/>
              </a:rPr>
              <a:t>First Last Name</a:t>
            </a:r>
            <a:endParaRPr sz="900">
              <a:solidFill>
                <a:schemeClr val="dk1"/>
              </a:solidFill>
              <a:latin typeface="Poppins"/>
              <a:ea typeface="Poppins"/>
              <a:cs typeface="Poppins"/>
              <a:sym typeface="Poppins"/>
            </a:endParaRPr>
          </a:p>
          <a:p>
            <a:pPr indent="0" lvl="0" marL="0" rtl="0" algn="ctr">
              <a:lnSpc>
                <a:spcPct val="100000"/>
              </a:lnSpc>
              <a:spcBef>
                <a:spcPts val="0"/>
              </a:spcBef>
              <a:spcAft>
                <a:spcPts val="0"/>
              </a:spcAft>
              <a:buNone/>
            </a:pPr>
            <a:r>
              <a:rPr lang="en" sz="900">
                <a:solidFill>
                  <a:schemeClr val="dk1"/>
                </a:solidFill>
                <a:latin typeface="Poppins"/>
                <a:ea typeface="Poppins"/>
                <a:cs typeface="Poppins"/>
                <a:sym typeface="Poppins"/>
              </a:rPr>
              <a:t>Role or company</a:t>
            </a:r>
            <a:endParaRPr sz="900">
              <a:solidFill>
                <a:schemeClr val="dk1"/>
              </a:solidFill>
              <a:latin typeface="Poppins"/>
              <a:ea typeface="Poppins"/>
              <a:cs typeface="Poppins"/>
              <a:sym typeface="Poppins"/>
            </a:endParaRPr>
          </a:p>
        </p:txBody>
      </p:sp>
      <p:pic>
        <p:nvPicPr>
          <p:cNvPr id="943" name="Google Shape;943;p118"/>
          <p:cNvPicPr preferRelativeResize="0"/>
          <p:nvPr/>
        </p:nvPicPr>
        <p:blipFill rotWithShape="1">
          <a:blip r:embed="rId3">
            <a:alphaModFix/>
          </a:blip>
          <a:srcRect b="3110" l="18825" r="16078" t="0"/>
          <a:stretch/>
        </p:blipFill>
        <p:spPr>
          <a:xfrm>
            <a:off x="5753051" y="3292720"/>
            <a:ext cx="914400" cy="914400"/>
          </a:xfrm>
          <a:prstGeom prst="ellipse">
            <a:avLst/>
          </a:prstGeom>
          <a:noFill/>
          <a:ln>
            <a:noFill/>
          </a:ln>
        </p:spPr>
      </p:pic>
      <p:sp>
        <p:nvSpPr>
          <p:cNvPr id="944" name="Google Shape;944;p118"/>
          <p:cNvSpPr txBox="1"/>
          <p:nvPr/>
        </p:nvSpPr>
        <p:spPr>
          <a:xfrm>
            <a:off x="5570951" y="4259020"/>
            <a:ext cx="1278600" cy="3084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lang="en" sz="900">
                <a:solidFill>
                  <a:schemeClr val="dk1"/>
                </a:solidFill>
                <a:latin typeface="Poppins SemiBold"/>
                <a:ea typeface="Poppins SemiBold"/>
                <a:cs typeface="Poppins SemiBold"/>
                <a:sym typeface="Poppins SemiBold"/>
              </a:rPr>
              <a:t>First Last Name</a:t>
            </a:r>
            <a:endParaRPr sz="900">
              <a:solidFill>
                <a:schemeClr val="dk1"/>
              </a:solidFill>
              <a:latin typeface="Poppins"/>
              <a:ea typeface="Poppins"/>
              <a:cs typeface="Poppins"/>
              <a:sym typeface="Poppins"/>
            </a:endParaRPr>
          </a:p>
          <a:p>
            <a:pPr indent="0" lvl="0" marL="0" rtl="0" algn="ctr">
              <a:lnSpc>
                <a:spcPct val="100000"/>
              </a:lnSpc>
              <a:spcBef>
                <a:spcPts val="0"/>
              </a:spcBef>
              <a:spcAft>
                <a:spcPts val="0"/>
              </a:spcAft>
              <a:buNone/>
            </a:pPr>
            <a:r>
              <a:rPr lang="en" sz="900">
                <a:solidFill>
                  <a:schemeClr val="dk1"/>
                </a:solidFill>
                <a:latin typeface="Poppins"/>
                <a:ea typeface="Poppins"/>
                <a:cs typeface="Poppins"/>
                <a:sym typeface="Poppins"/>
              </a:rPr>
              <a:t>Role or company</a:t>
            </a:r>
            <a:endParaRPr sz="900">
              <a:solidFill>
                <a:schemeClr val="dk1"/>
              </a:solidFill>
              <a:latin typeface="Poppins"/>
              <a:ea typeface="Poppins"/>
              <a:cs typeface="Poppins"/>
              <a:sym typeface="Poppins"/>
            </a:endParaRPr>
          </a:p>
        </p:txBody>
      </p:sp>
      <p:pic>
        <p:nvPicPr>
          <p:cNvPr id="945" name="Google Shape;945;p118"/>
          <p:cNvPicPr preferRelativeResize="0"/>
          <p:nvPr/>
        </p:nvPicPr>
        <p:blipFill rotWithShape="1">
          <a:blip r:embed="rId3">
            <a:alphaModFix/>
          </a:blip>
          <a:srcRect b="3110" l="18825" r="16078" t="0"/>
          <a:stretch/>
        </p:blipFill>
        <p:spPr>
          <a:xfrm>
            <a:off x="4114803" y="3292720"/>
            <a:ext cx="914400" cy="914400"/>
          </a:xfrm>
          <a:prstGeom prst="ellipse">
            <a:avLst/>
          </a:prstGeom>
          <a:noFill/>
          <a:ln>
            <a:noFill/>
          </a:ln>
        </p:spPr>
      </p:pic>
      <p:sp>
        <p:nvSpPr>
          <p:cNvPr id="946" name="Google Shape;946;p118"/>
          <p:cNvSpPr txBox="1"/>
          <p:nvPr/>
        </p:nvSpPr>
        <p:spPr>
          <a:xfrm>
            <a:off x="3932703" y="4259020"/>
            <a:ext cx="1278600" cy="3084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lang="en" sz="900">
                <a:solidFill>
                  <a:schemeClr val="dk1"/>
                </a:solidFill>
                <a:latin typeface="Poppins SemiBold"/>
                <a:ea typeface="Poppins SemiBold"/>
                <a:cs typeface="Poppins SemiBold"/>
                <a:sym typeface="Poppins SemiBold"/>
              </a:rPr>
              <a:t>First Last Name</a:t>
            </a:r>
            <a:endParaRPr sz="900">
              <a:solidFill>
                <a:schemeClr val="dk1"/>
              </a:solidFill>
              <a:latin typeface="Poppins"/>
              <a:ea typeface="Poppins"/>
              <a:cs typeface="Poppins"/>
              <a:sym typeface="Poppins"/>
            </a:endParaRPr>
          </a:p>
          <a:p>
            <a:pPr indent="0" lvl="0" marL="0" rtl="0" algn="ctr">
              <a:lnSpc>
                <a:spcPct val="100000"/>
              </a:lnSpc>
              <a:spcBef>
                <a:spcPts val="0"/>
              </a:spcBef>
              <a:spcAft>
                <a:spcPts val="0"/>
              </a:spcAft>
              <a:buNone/>
            </a:pPr>
            <a:r>
              <a:rPr lang="en" sz="900">
                <a:solidFill>
                  <a:schemeClr val="dk1"/>
                </a:solidFill>
                <a:latin typeface="Poppins"/>
                <a:ea typeface="Poppins"/>
                <a:cs typeface="Poppins"/>
                <a:sym typeface="Poppins"/>
              </a:rPr>
              <a:t>Role or company</a:t>
            </a:r>
            <a:endParaRPr sz="900">
              <a:solidFill>
                <a:schemeClr val="dk1"/>
              </a:solidFill>
              <a:latin typeface="Poppins"/>
              <a:ea typeface="Poppins"/>
              <a:cs typeface="Poppins"/>
              <a:sym typeface="Poppins"/>
            </a:endParaRPr>
          </a:p>
        </p:txBody>
      </p:sp>
      <p:pic>
        <p:nvPicPr>
          <p:cNvPr id="947" name="Google Shape;947;p118"/>
          <p:cNvPicPr preferRelativeResize="0"/>
          <p:nvPr/>
        </p:nvPicPr>
        <p:blipFill rotWithShape="1">
          <a:blip r:embed="rId3">
            <a:alphaModFix/>
          </a:blip>
          <a:srcRect b="3110" l="18825" r="16078" t="0"/>
          <a:stretch/>
        </p:blipFill>
        <p:spPr>
          <a:xfrm>
            <a:off x="7391300" y="3292720"/>
            <a:ext cx="914400" cy="914400"/>
          </a:xfrm>
          <a:prstGeom prst="ellipse">
            <a:avLst/>
          </a:prstGeom>
          <a:noFill/>
          <a:ln>
            <a:noFill/>
          </a:ln>
        </p:spPr>
      </p:pic>
      <p:sp>
        <p:nvSpPr>
          <p:cNvPr id="948" name="Google Shape;948;p118"/>
          <p:cNvSpPr txBox="1"/>
          <p:nvPr/>
        </p:nvSpPr>
        <p:spPr>
          <a:xfrm>
            <a:off x="7209200" y="4259020"/>
            <a:ext cx="1278600" cy="3084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lang="en" sz="900">
                <a:solidFill>
                  <a:schemeClr val="dk1"/>
                </a:solidFill>
                <a:latin typeface="Poppins SemiBold"/>
                <a:ea typeface="Poppins SemiBold"/>
                <a:cs typeface="Poppins SemiBold"/>
                <a:sym typeface="Poppins SemiBold"/>
              </a:rPr>
              <a:t>First Last Name</a:t>
            </a:r>
            <a:endParaRPr sz="900">
              <a:solidFill>
                <a:schemeClr val="dk1"/>
              </a:solidFill>
              <a:latin typeface="Poppins"/>
              <a:ea typeface="Poppins"/>
              <a:cs typeface="Poppins"/>
              <a:sym typeface="Poppins"/>
            </a:endParaRPr>
          </a:p>
          <a:p>
            <a:pPr indent="0" lvl="0" marL="0" rtl="0" algn="ctr">
              <a:lnSpc>
                <a:spcPct val="100000"/>
              </a:lnSpc>
              <a:spcBef>
                <a:spcPts val="0"/>
              </a:spcBef>
              <a:spcAft>
                <a:spcPts val="0"/>
              </a:spcAft>
              <a:buNone/>
            </a:pPr>
            <a:r>
              <a:rPr lang="en" sz="900">
                <a:solidFill>
                  <a:schemeClr val="dk1"/>
                </a:solidFill>
                <a:latin typeface="Poppins"/>
                <a:ea typeface="Poppins"/>
                <a:cs typeface="Poppins"/>
                <a:sym typeface="Poppins"/>
              </a:rPr>
              <a:t>Role or company</a:t>
            </a:r>
            <a:endParaRPr sz="900">
              <a:solidFill>
                <a:schemeClr val="dk1"/>
              </a:solidFill>
              <a:latin typeface="Poppins"/>
              <a:ea typeface="Poppins"/>
              <a:cs typeface="Poppins"/>
              <a:sym typeface="Poppins"/>
            </a:endParaRPr>
          </a:p>
        </p:txBody>
      </p:sp>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2" name="Shape 952"/>
        <p:cNvGrpSpPr/>
        <p:nvPr/>
      </p:nvGrpSpPr>
      <p:grpSpPr>
        <a:xfrm>
          <a:off x="0" y="0"/>
          <a:ext cx="0" cy="0"/>
          <a:chOff x="0" y="0"/>
          <a:chExt cx="0" cy="0"/>
        </a:xfrm>
      </p:grpSpPr>
      <p:sp>
        <p:nvSpPr>
          <p:cNvPr id="953" name="Google Shape;953;p119"/>
          <p:cNvSpPr txBox="1"/>
          <p:nvPr>
            <p:ph type="title"/>
          </p:nvPr>
        </p:nvSpPr>
        <p:spPr>
          <a:xfrm>
            <a:off x="455775" y="457206"/>
            <a:ext cx="6831900" cy="8082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Add your title here and don’t exceed two lines for your title</a:t>
            </a:r>
            <a:endParaRPr/>
          </a:p>
        </p:txBody>
      </p:sp>
      <p:sp>
        <p:nvSpPr>
          <p:cNvPr id="954" name="Google Shape;954;p119"/>
          <p:cNvSpPr txBox="1"/>
          <p:nvPr>
            <p:ph idx="1" type="body"/>
          </p:nvPr>
        </p:nvSpPr>
        <p:spPr>
          <a:xfrm>
            <a:off x="455775" y="1371605"/>
            <a:ext cx="6831900" cy="29730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When in doubt, you can start with this layout to begin populating content.</a:t>
            </a:r>
            <a:endParaRPr/>
          </a:p>
          <a:p>
            <a:pPr indent="0" lvl="0" marL="0" rtl="0" algn="l">
              <a:spcBef>
                <a:spcPts val="1000"/>
              </a:spcBef>
              <a:spcAft>
                <a:spcPts val="1000"/>
              </a:spcAft>
              <a:buNone/>
            </a:pPr>
            <a:r>
              <a:rPr lang="en"/>
              <a:t>You might ask, why doesn’t the text and headline box extend all the way to the right margin? Lines that are too long can make it difficult for readers to focus. This text box has been adjusted to meet an ideal line width.</a:t>
            </a:r>
            <a:endParaRPr/>
          </a:p>
        </p:txBody>
      </p:sp>
      <p:sp>
        <p:nvSpPr>
          <p:cNvPr id="955" name="Google Shape;955;p119"/>
          <p:cNvSpPr txBox="1"/>
          <p:nvPr>
            <p:ph idx="12" type="sldNum"/>
          </p:nvPr>
        </p:nvSpPr>
        <p:spPr>
          <a:xfrm>
            <a:off x="8256725" y="4708927"/>
            <a:ext cx="437100" cy="107400"/>
          </a:xfrm>
          <a:prstGeom prst="rect">
            <a:avLst/>
          </a:prstGeom>
        </p:spPr>
        <p:txBody>
          <a:bodyPr anchorCtr="0" anchor="t" bIns="0" lIns="0" spcFirstLastPara="1" rIns="0" wrap="square" tIns="0">
            <a:noAutofit/>
          </a:bodyPr>
          <a:lstStyle/>
          <a:p>
            <a:pPr indent="0" lvl="0" marL="0" rtl="0" algn="r">
              <a:spcBef>
                <a:spcPts val="0"/>
              </a:spcBef>
              <a:spcAft>
                <a:spcPts val="0"/>
              </a:spcAft>
              <a:buClr>
                <a:srgbClr val="000000"/>
              </a:buClr>
              <a:buSzPts val="1000"/>
              <a:buFont typeface="Arial"/>
              <a:buNone/>
            </a:pPr>
            <a:fld id="{00000000-1234-1234-1234-123412341234}" type="slidenum">
              <a:rPr lang="en"/>
              <a:t>‹#›</a:t>
            </a:fld>
            <a:endParaRPr/>
          </a:p>
        </p:txBody>
      </p:sp>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9" name="Shape 959"/>
        <p:cNvGrpSpPr/>
        <p:nvPr/>
      </p:nvGrpSpPr>
      <p:grpSpPr>
        <a:xfrm>
          <a:off x="0" y="0"/>
          <a:ext cx="0" cy="0"/>
          <a:chOff x="0" y="0"/>
          <a:chExt cx="0" cy="0"/>
        </a:xfrm>
      </p:grpSpPr>
      <p:sp>
        <p:nvSpPr>
          <p:cNvPr id="960" name="Google Shape;960;p120"/>
          <p:cNvSpPr txBox="1"/>
          <p:nvPr>
            <p:ph type="title"/>
          </p:nvPr>
        </p:nvSpPr>
        <p:spPr>
          <a:xfrm>
            <a:off x="456825" y="457206"/>
            <a:ext cx="8230200" cy="8154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This is the same as the prior layout example, but with two columns of body copy</a:t>
            </a:r>
            <a:endParaRPr/>
          </a:p>
        </p:txBody>
      </p:sp>
      <p:sp>
        <p:nvSpPr>
          <p:cNvPr id="961" name="Google Shape;961;p120"/>
          <p:cNvSpPr txBox="1"/>
          <p:nvPr>
            <p:ph idx="1" type="body"/>
          </p:nvPr>
        </p:nvSpPr>
        <p:spPr>
          <a:xfrm>
            <a:off x="455775" y="1371605"/>
            <a:ext cx="4033500" cy="29733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solidFill>
                  <a:schemeClr val="dk1"/>
                </a:solidFill>
              </a:rPr>
              <a:t>Use this format if you have a lot of copy. The rest of these copy boxes will be filled with hipster ipsum. </a:t>
            </a:r>
            <a:endParaRPr>
              <a:solidFill>
                <a:schemeClr val="dk1"/>
              </a:solidFill>
            </a:endParaRPr>
          </a:p>
          <a:p>
            <a:pPr indent="0" lvl="0" marL="0" rtl="0" algn="l">
              <a:spcBef>
                <a:spcPts val="1000"/>
              </a:spcBef>
              <a:spcAft>
                <a:spcPts val="0"/>
              </a:spcAft>
              <a:buNone/>
            </a:pPr>
            <a:r>
              <a:rPr lang="en">
                <a:solidFill>
                  <a:schemeClr val="dk1"/>
                </a:solidFill>
              </a:rPr>
              <a:t>Green juice edison bulb deep v occupy mollit, disrupt esse tousled synth fam keytar. Selvage enamel pin echo park sustainable, tote bag polaroid chia waistcoat tilde adaptogen poutine bushwick man braid migas craft beer.</a:t>
            </a:r>
            <a:endParaRPr>
              <a:solidFill>
                <a:schemeClr val="dk1"/>
              </a:solidFill>
            </a:endParaRPr>
          </a:p>
          <a:p>
            <a:pPr indent="0" lvl="0" marL="0" rtl="0" algn="l">
              <a:spcBef>
                <a:spcPts val="1000"/>
              </a:spcBef>
              <a:spcAft>
                <a:spcPts val="1000"/>
              </a:spcAft>
              <a:buNone/>
            </a:pPr>
            <a:r>
              <a:t/>
            </a:r>
            <a:endParaRPr>
              <a:solidFill>
                <a:schemeClr val="dk1"/>
              </a:solidFill>
            </a:endParaRPr>
          </a:p>
        </p:txBody>
      </p:sp>
      <p:sp>
        <p:nvSpPr>
          <p:cNvPr id="962" name="Google Shape;962;p120"/>
          <p:cNvSpPr txBox="1"/>
          <p:nvPr>
            <p:ph idx="2" type="body"/>
          </p:nvPr>
        </p:nvSpPr>
        <p:spPr>
          <a:xfrm>
            <a:off x="4654713" y="1371605"/>
            <a:ext cx="4033500" cy="29733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solidFill>
                  <a:schemeClr val="dk1"/>
                </a:solidFill>
              </a:rPr>
              <a:t>Eu farm-to-table organic ipsum glossier art party kale chips squid messenger bag vaporware anim. Thundercats adipisicing bruh tumblr duis. Iceland neutral milk hotel cillum keytar man braid, helvetica freegan nulla direct trade. </a:t>
            </a:r>
            <a:endParaRPr>
              <a:solidFill>
                <a:schemeClr val="dk1"/>
              </a:solidFill>
            </a:endParaRPr>
          </a:p>
          <a:p>
            <a:pPr indent="0" lvl="0" marL="0" rtl="0" algn="l">
              <a:spcBef>
                <a:spcPts val="1000"/>
              </a:spcBef>
              <a:spcAft>
                <a:spcPts val="1000"/>
              </a:spcAft>
              <a:buNone/>
            </a:pPr>
            <a:r>
              <a:rPr lang="en">
                <a:solidFill>
                  <a:schemeClr val="dk1"/>
                </a:solidFill>
              </a:rPr>
              <a:t>Same pug cardigan, incididunt fanny pack lyft man bun marxism. Snackwave everyday carry truffaut, Brooklyn bespoke flannel hoodie sunt tilde blackbird spyplane. Tattooed iPhone coloring book, disrupt bespoke.</a:t>
            </a:r>
            <a:endParaRPr/>
          </a:p>
        </p:txBody>
      </p:sp>
      <p:sp>
        <p:nvSpPr>
          <p:cNvPr id="963" name="Google Shape;963;p120"/>
          <p:cNvSpPr txBox="1"/>
          <p:nvPr>
            <p:ph idx="12" type="sldNum"/>
          </p:nvPr>
        </p:nvSpPr>
        <p:spPr>
          <a:xfrm>
            <a:off x="8256725" y="4708927"/>
            <a:ext cx="437100" cy="107400"/>
          </a:xfrm>
          <a:prstGeom prst="rect">
            <a:avLst/>
          </a:prstGeom>
        </p:spPr>
        <p:txBody>
          <a:bodyPr anchorCtr="0" anchor="t" bIns="0" lIns="0" spcFirstLastPara="1" rIns="0" wrap="square" tIns="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9F5"/>
        </a:solidFill>
      </p:bgPr>
    </p:bg>
    <p:spTree>
      <p:nvGrpSpPr>
        <p:cNvPr id="967" name="Shape 967"/>
        <p:cNvGrpSpPr/>
        <p:nvPr/>
      </p:nvGrpSpPr>
      <p:grpSpPr>
        <a:xfrm>
          <a:off x="0" y="0"/>
          <a:ext cx="0" cy="0"/>
          <a:chOff x="0" y="0"/>
          <a:chExt cx="0" cy="0"/>
        </a:xfrm>
      </p:grpSpPr>
      <p:sp>
        <p:nvSpPr>
          <p:cNvPr id="968" name="Google Shape;968;p121"/>
          <p:cNvSpPr txBox="1"/>
          <p:nvPr>
            <p:ph type="title"/>
          </p:nvPr>
        </p:nvSpPr>
        <p:spPr>
          <a:xfrm>
            <a:off x="456825" y="457206"/>
            <a:ext cx="8230200" cy="8154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This is the same as the prior layout example, but with two columns of body copy in bullets</a:t>
            </a:r>
            <a:endParaRPr/>
          </a:p>
        </p:txBody>
      </p:sp>
      <p:sp>
        <p:nvSpPr>
          <p:cNvPr id="969" name="Google Shape;969;p121"/>
          <p:cNvSpPr txBox="1"/>
          <p:nvPr>
            <p:ph idx="1" type="body"/>
          </p:nvPr>
        </p:nvSpPr>
        <p:spPr>
          <a:xfrm>
            <a:off x="455775" y="1371605"/>
            <a:ext cx="4033500" cy="2973300"/>
          </a:xfrm>
          <a:prstGeom prst="rect">
            <a:avLst/>
          </a:prstGeom>
        </p:spPr>
        <p:txBody>
          <a:bodyPr anchorCtr="0" anchor="t" bIns="0" lIns="0" spcFirstLastPara="1" rIns="0" wrap="square" tIns="0">
            <a:noAutofit/>
          </a:bodyPr>
          <a:lstStyle/>
          <a:p>
            <a:pPr indent="-228600" lvl="0" marL="279400" rtl="0" algn="l">
              <a:spcBef>
                <a:spcPts val="0"/>
              </a:spcBef>
              <a:spcAft>
                <a:spcPts val="0"/>
              </a:spcAft>
              <a:buClr>
                <a:schemeClr val="dk2"/>
              </a:buClr>
              <a:buSzPts val="1400"/>
              <a:buChar char="●"/>
            </a:pPr>
            <a:r>
              <a:rPr lang="en">
                <a:solidFill>
                  <a:schemeClr val="dk1"/>
                </a:solidFill>
              </a:rPr>
              <a:t>Use this format if you have a lot of copy. The rest of these copy boxes will be filled with hipster ipsum. </a:t>
            </a:r>
            <a:endParaRPr>
              <a:solidFill>
                <a:schemeClr val="dk1"/>
              </a:solidFill>
            </a:endParaRPr>
          </a:p>
          <a:p>
            <a:pPr indent="-228600" lvl="0" marL="279400" rtl="0" algn="l">
              <a:spcBef>
                <a:spcPts val="0"/>
              </a:spcBef>
              <a:spcAft>
                <a:spcPts val="0"/>
              </a:spcAft>
              <a:buClr>
                <a:schemeClr val="dk2"/>
              </a:buClr>
              <a:buSzPts val="1400"/>
              <a:buChar char="●"/>
            </a:pPr>
            <a:r>
              <a:rPr lang="en">
                <a:solidFill>
                  <a:schemeClr val="dk1"/>
                </a:solidFill>
              </a:rPr>
              <a:t>Green juice edison bulb deep v occupy mollit, disrupt esse tousled synth fam </a:t>
            </a:r>
            <a:endParaRPr>
              <a:solidFill>
                <a:schemeClr val="dk1"/>
              </a:solidFill>
            </a:endParaRPr>
          </a:p>
          <a:p>
            <a:pPr indent="-228600" lvl="0" marL="279400" rtl="0" algn="l">
              <a:spcBef>
                <a:spcPts val="1000"/>
              </a:spcBef>
              <a:spcAft>
                <a:spcPts val="0"/>
              </a:spcAft>
              <a:buClr>
                <a:schemeClr val="dk2"/>
              </a:buClr>
              <a:buSzPts val="1400"/>
              <a:buChar char="●"/>
            </a:pPr>
            <a:r>
              <a:rPr lang="en">
                <a:solidFill>
                  <a:schemeClr val="dk1"/>
                </a:solidFill>
              </a:rPr>
              <a:t>Selvage enamel pin echo park sustainable, tote bag polaroid chia waistcoat tilde adaptogen poutine </a:t>
            </a:r>
            <a:endParaRPr>
              <a:solidFill>
                <a:schemeClr val="dk1"/>
              </a:solidFill>
            </a:endParaRPr>
          </a:p>
          <a:p>
            <a:pPr indent="0" lvl="0" marL="0" rtl="0" algn="l">
              <a:spcBef>
                <a:spcPts val="1000"/>
              </a:spcBef>
              <a:spcAft>
                <a:spcPts val="1000"/>
              </a:spcAft>
              <a:buNone/>
            </a:pPr>
            <a:r>
              <a:t/>
            </a:r>
            <a:endParaRPr>
              <a:solidFill>
                <a:schemeClr val="dk1"/>
              </a:solidFill>
            </a:endParaRPr>
          </a:p>
        </p:txBody>
      </p:sp>
      <p:sp>
        <p:nvSpPr>
          <p:cNvPr id="970" name="Google Shape;970;p121"/>
          <p:cNvSpPr txBox="1"/>
          <p:nvPr>
            <p:ph idx="2" type="body"/>
          </p:nvPr>
        </p:nvSpPr>
        <p:spPr>
          <a:xfrm>
            <a:off x="4654713" y="1371605"/>
            <a:ext cx="4033500" cy="2973300"/>
          </a:xfrm>
          <a:prstGeom prst="rect">
            <a:avLst/>
          </a:prstGeom>
        </p:spPr>
        <p:txBody>
          <a:bodyPr anchorCtr="0" anchor="t" bIns="0" lIns="0" spcFirstLastPara="1" rIns="0" wrap="square" tIns="0">
            <a:noAutofit/>
          </a:bodyPr>
          <a:lstStyle/>
          <a:p>
            <a:pPr indent="-228600" lvl="0" marL="279400" rtl="0" algn="l">
              <a:spcBef>
                <a:spcPts val="0"/>
              </a:spcBef>
              <a:spcAft>
                <a:spcPts val="0"/>
              </a:spcAft>
              <a:buClr>
                <a:srgbClr val="B0AEA5"/>
              </a:buClr>
              <a:buSzPts val="1400"/>
              <a:buChar char="●"/>
            </a:pPr>
            <a:r>
              <a:rPr lang="en">
                <a:solidFill>
                  <a:schemeClr val="dk1"/>
                </a:solidFill>
              </a:rPr>
              <a:t>Eu farm-to-table organic ipsum glossier art party kale chips squid messenger bag vaporware anim. </a:t>
            </a:r>
            <a:endParaRPr>
              <a:solidFill>
                <a:schemeClr val="dk1"/>
              </a:solidFill>
            </a:endParaRPr>
          </a:p>
          <a:p>
            <a:pPr indent="-228600" lvl="0" marL="279400" rtl="0" algn="l">
              <a:spcBef>
                <a:spcPts val="1000"/>
              </a:spcBef>
              <a:spcAft>
                <a:spcPts val="0"/>
              </a:spcAft>
              <a:buClr>
                <a:srgbClr val="B0AEA5"/>
              </a:buClr>
              <a:buSzPts val="1400"/>
              <a:buChar char="●"/>
            </a:pPr>
            <a:r>
              <a:rPr lang="en">
                <a:solidFill>
                  <a:schemeClr val="dk1"/>
                </a:solidFill>
              </a:rPr>
              <a:t>Thundercats adipisicing bruh tumblr duis. Iceland neutral milk hotel cillum keytar man braid, helvetica freegan nulla direct trade. </a:t>
            </a:r>
            <a:endParaRPr>
              <a:solidFill>
                <a:schemeClr val="dk1"/>
              </a:solidFill>
            </a:endParaRPr>
          </a:p>
          <a:p>
            <a:pPr indent="-228600" lvl="0" marL="279400" rtl="0" algn="l">
              <a:spcBef>
                <a:spcPts val="1000"/>
              </a:spcBef>
              <a:spcAft>
                <a:spcPts val="1000"/>
              </a:spcAft>
              <a:buClr>
                <a:srgbClr val="B0AEA5"/>
              </a:buClr>
              <a:buSzPts val="1400"/>
              <a:buChar char="●"/>
            </a:pPr>
            <a:r>
              <a:rPr lang="en">
                <a:solidFill>
                  <a:schemeClr val="dk1"/>
                </a:solidFill>
              </a:rPr>
              <a:t>Same pug cardigan, incididunt fanny pack lyft man bun marxism. Snackwave everyday carry truffaut, Brooklyn </a:t>
            </a:r>
            <a:endParaRPr/>
          </a:p>
        </p:txBody>
      </p:sp>
      <p:sp>
        <p:nvSpPr>
          <p:cNvPr id="971" name="Google Shape;971;p121"/>
          <p:cNvSpPr txBox="1"/>
          <p:nvPr>
            <p:ph idx="12" type="sldNum"/>
          </p:nvPr>
        </p:nvSpPr>
        <p:spPr>
          <a:xfrm>
            <a:off x="8256725" y="4708927"/>
            <a:ext cx="437100" cy="107400"/>
          </a:xfrm>
          <a:prstGeom prst="rect">
            <a:avLst/>
          </a:prstGeom>
        </p:spPr>
        <p:txBody>
          <a:bodyPr anchorCtr="0" anchor="t" bIns="0" lIns="0" spcFirstLastPara="1" rIns="0" wrap="square" tIns="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9F5"/>
        </a:solidFill>
      </p:bgPr>
    </p:bg>
    <p:spTree>
      <p:nvGrpSpPr>
        <p:cNvPr id="975" name="Shape 975"/>
        <p:cNvGrpSpPr/>
        <p:nvPr/>
      </p:nvGrpSpPr>
      <p:grpSpPr>
        <a:xfrm>
          <a:off x="0" y="0"/>
          <a:ext cx="0" cy="0"/>
          <a:chOff x="0" y="0"/>
          <a:chExt cx="0" cy="0"/>
        </a:xfrm>
      </p:grpSpPr>
      <p:sp>
        <p:nvSpPr>
          <p:cNvPr id="976" name="Google Shape;976;p122"/>
          <p:cNvSpPr txBox="1"/>
          <p:nvPr>
            <p:ph type="title"/>
          </p:nvPr>
        </p:nvSpPr>
        <p:spPr>
          <a:xfrm>
            <a:off x="456825" y="457206"/>
            <a:ext cx="8230200" cy="8154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Same as prior but with subheading sections</a:t>
            </a:r>
            <a:endParaRPr/>
          </a:p>
          <a:p>
            <a:pPr indent="0" lvl="0" marL="0" rtl="0" algn="l">
              <a:spcBef>
                <a:spcPts val="0"/>
              </a:spcBef>
              <a:spcAft>
                <a:spcPts val="0"/>
              </a:spcAft>
              <a:buNone/>
            </a:pPr>
            <a:r>
              <a:t/>
            </a:r>
            <a:endParaRPr/>
          </a:p>
        </p:txBody>
      </p:sp>
      <p:sp>
        <p:nvSpPr>
          <p:cNvPr id="977" name="Google Shape;977;p122"/>
          <p:cNvSpPr txBox="1"/>
          <p:nvPr>
            <p:ph idx="1" type="body"/>
          </p:nvPr>
        </p:nvSpPr>
        <p:spPr>
          <a:xfrm>
            <a:off x="455775" y="1371605"/>
            <a:ext cx="4033500" cy="29733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b="1" lang="en">
                <a:solidFill>
                  <a:schemeClr val="dk1"/>
                </a:solidFill>
              </a:rPr>
              <a:t>Subheading here:</a:t>
            </a:r>
            <a:endParaRPr b="1">
              <a:solidFill>
                <a:schemeClr val="dk1"/>
              </a:solidFill>
            </a:endParaRPr>
          </a:p>
          <a:p>
            <a:pPr indent="-228600" lvl="0" marL="279400" rtl="0" algn="l">
              <a:spcBef>
                <a:spcPts val="1000"/>
              </a:spcBef>
              <a:spcAft>
                <a:spcPts val="0"/>
              </a:spcAft>
              <a:buClr>
                <a:srgbClr val="B0AEA5"/>
              </a:buClr>
              <a:buSzPts val="1400"/>
              <a:buChar char="●"/>
            </a:pPr>
            <a:r>
              <a:rPr lang="en">
                <a:solidFill>
                  <a:schemeClr val="dk1"/>
                </a:solidFill>
              </a:rPr>
              <a:t>Use this format if you have a lot of copy. The rest of these copy boxes will be filled with hipster ipsum. </a:t>
            </a:r>
            <a:endParaRPr>
              <a:solidFill>
                <a:schemeClr val="dk1"/>
              </a:solidFill>
            </a:endParaRPr>
          </a:p>
          <a:p>
            <a:pPr indent="-228600" lvl="0" marL="279400" rtl="0" algn="l">
              <a:spcBef>
                <a:spcPts val="1000"/>
              </a:spcBef>
              <a:spcAft>
                <a:spcPts val="0"/>
              </a:spcAft>
              <a:buClr>
                <a:srgbClr val="B0AEA5"/>
              </a:buClr>
              <a:buSzPts val="1400"/>
              <a:buChar char="●"/>
            </a:pPr>
            <a:r>
              <a:rPr lang="en">
                <a:solidFill>
                  <a:schemeClr val="dk1"/>
                </a:solidFill>
              </a:rPr>
              <a:t>Green juice edison bulb deep v occupy mollit, disrupt esse tousled synth fam </a:t>
            </a:r>
            <a:endParaRPr>
              <a:solidFill>
                <a:schemeClr val="dk1"/>
              </a:solidFill>
            </a:endParaRPr>
          </a:p>
          <a:p>
            <a:pPr indent="-228600" lvl="0" marL="279400" rtl="0" algn="l">
              <a:spcBef>
                <a:spcPts val="1000"/>
              </a:spcBef>
              <a:spcAft>
                <a:spcPts val="1000"/>
              </a:spcAft>
              <a:buClr>
                <a:srgbClr val="B0AEA5"/>
              </a:buClr>
              <a:buSzPts val="1400"/>
              <a:buChar char="●"/>
            </a:pPr>
            <a:r>
              <a:rPr lang="en">
                <a:solidFill>
                  <a:schemeClr val="dk1"/>
                </a:solidFill>
              </a:rPr>
              <a:t>Selvage enamel pin echo park sustainable, tote bag polaroid chia </a:t>
            </a:r>
            <a:endParaRPr>
              <a:solidFill>
                <a:schemeClr val="dk1"/>
              </a:solidFill>
            </a:endParaRPr>
          </a:p>
        </p:txBody>
      </p:sp>
      <p:sp>
        <p:nvSpPr>
          <p:cNvPr id="978" name="Google Shape;978;p122"/>
          <p:cNvSpPr txBox="1"/>
          <p:nvPr>
            <p:ph idx="2" type="body"/>
          </p:nvPr>
        </p:nvSpPr>
        <p:spPr>
          <a:xfrm>
            <a:off x="4654713" y="1371605"/>
            <a:ext cx="4033500" cy="29733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b="1" lang="en">
                <a:solidFill>
                  <a:schemeClr val="dk1"/>
                </a:solidFill>
              </a:rPr>
              <a:t>Subheading here:</a:t>
            </a:r>
            <a:endParaRPr>
              <a:solidFill>
                <a:schemeClr val="dk1"/>
              </a:solidFill>
            </a:endParaRPr>
          </a:p>
          <a:p>
            <a:pPr indent="-228600" lvl="0" marL="279400" rtl="0" algn="l">
              <a:spcBef>
                <a:spcPts val="1000"/>
              </a:spcBef>
              <a:spcAft>
                <a:spcPts val="0"/>
              </a:spcAft>
              <a:buClr>
                <a:srgbClr val="B0AEA5"/>
              </a:buClr>
              <a:buSzPts val="1400"/>
              <a:buChar char="●"/>
            </a:pPr>
            <a:r>
              <a:rPr lang="en">
                <a:solidFill>
                  <a:schemeClr val="dk1"/>
                </a:solidFill>
              </a:rPr>
              <a:t>Eu farm-to-table organic ipsum glossier art party kale chips squid messenger bag vaporware anim. </a:t>
            </a:r>
            <a:endParaRPr>
              <a:solidFill>
                <a:schemeClr val="dk1"/>
              </a:solidFill>
            </a:endParaRPr>
          </a:p>
          <a:p>
            <a:pPr indent="-228600" lvl="0" marL="279400" rtl="0" algn="l">
              <a:spcBef>
                <a:spcPts val="1000"/>
              </a:spcBef>
              <a:spcAft>
                <a:spcPts val="0"/>
              </a:spcAft>
              <a:buClr>
                <a:srgbClr val="B0AEA5"/>
              </a:buClr>
              <a:buSzPts val="1400"/>
              <a:buChar char="●"/>
            </a:pPr>
            <a:r>
              <a:rPr lang="en">
                <a:solidFill>
                  <a:schemeClr val="dk1"/>
                </a:solidFill>
              </a:rPr>
              <a:t>Thundercats adipisicing bruh tumblr duis. Iceland neutral milk hotel cillum keytar man braid, helvetica freegan nulla direct trade. </a:t>
            </a:r>
            <a:endParaRPr>
              <a:solidFill>
                <a:schemeClr val="dk1"/>
              </a:solidFill>
            </a:endParaRPr>
          </a:p>
          <a:p>
            <a:pPr indent="-228600" lvl="0" marL="279400" rtl="0" algn="l">
              <a:spcBef>
                <a:spcPts val="1000"/>
              </a:spcBef>
              <a:spcAft>
                <a:spcPts val="1000"/>
              </a:spcAft>
              <a:buClr>
                <a:srgbClr val="B0AEA5"/>
              </a:buClr>
              <a:buSzPts val="1400"/>
              <a:buChar char="●"/>
            </a:pPr>
            <a:r>
              <a:rPr lang="en">
                <a:solidFill>
                  <a:schemeClr val="dk1"/>
                </a:solidFill>
              </a:rPr>
              <a:t>Same pug cardigan, incididunt fanny pack lyft man bun marxism. Snackwave </a:t>
            </a:r>
            <a:endParaRPr/>
          </a:p>
        </p:txBody>
      </p:sp>
      <p:sp>
        <p:nvSpPr>
          <p:cNvPr id="979" name="Google Shape;979;p122"/>
          <p:cNvSpPr txBox="1"/>
          <p:nvPr>
            <p:ph idx="12" type="sldNum"/>
          </p:nvPr>
        </p:nvSpPr>
        <p:spPr>
          <a:xfrm>
            <a:off x="8256725" y="4708927"/>
            <a:ext cx="437100" cy="107400"/>
          </a:xfrm>
          <a:prstGeom prst="rect">
            <a:avLst/>
          </a:prstGeom>
        </p:spPr>
        <p:txBody>
          <a:bodyPr anchorCtr="0" anchor="t" bIns="0" lIns="0" spcFirstLastPara="1" rIns="0" wrap="square" tIns="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3" name="Shape 983"/>
        <p:cNvGrpSpPr/>
        <p:nvPr/>
      </p:nvGrpSpPr>
      <p:grpSpPr>
        <a:xfrm>
          <a:off x="0" y="0"/>
          <a:ext cx="0" cy="0"/>
          <a:chOff x="0" y="0"/>
          <a:chExt cx="0" cy="0"/>
        </a:xfrm>
      </p:grpSpPr>
      <p:sp>
        <p:nvSpPr>
          <p:cNvPr id="984" name="Google Shape;984;p123"/>
          <p:cNvSpPr txBox="1"/>
          <p:nvPr>
            <p:ph type="title"/>
          </p:nvPr>
        </p:nvSpPr>
        <p:spPr>
          <a:xfrm>
            <a:off x="456825" y="457206"/>
            <a:ext cx="8230200" cy="8154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This is the same as the prior layout example, but with three columns of body copy</a:t>
            </a:r>
            <a:endParaRPr/>
          </a:p>
        </p:txBody>
      </p:sp>
      <p:sp>
        <p:nvSpPr>
          <p:cNvPr id="985" name="Google Shape;985;p123"/>
          <p:cNvSpPr txBox="1"/>
          <p:nvPr>
            <p:ph idx="1" type="body"/>
          </p:nvPr>
        </p:nvSpPr>
        <p:spPr>
          <a:xfrm>
            <a:off x="455775" y="1371605"/>
            <a:ext cx="2634300" cy="29733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solidFill>
                  <a:schemeClr val="dk1"/>
                </a:solidFill>
              </a:rPr>
              <a:t>Use this format if you have a lot of copy. The rest of these copy boxes will be filled with hipster ipsum. </a:t>
            </a:r>
            <a:endParaRPr>
              <a:solidFill>
                <a:schemeClr val="dk1"/>
              </a:solidFill>
            </a:endParaRPr>
          </a:p>
          <a:p>
            <a:pPr indent="0" lvl="0" marL="0" rtl="0" algn="l">
              <a:spcBef>
                <a:spcPts val="1000"/>
              </a:spcBef>
              <a:spcAft>
                <a:spcPts val="1000"/>
              </a:spcAft>
              <a:buNone/>
            </a:pPr>
            <a:r>
              <a:rPr lang="en">
                <a:solidFill>
                  <a:schemeClr val="dk1"/>
                </a:solidFill>
              </a:rPr>
              <a:t>Green juice edison bulb deep v occupy mollit, disrupt esse tousled synth fam keytar. </a:t>
            </a:r>
            <a:endParaRPr>
              <a:solidFill>
                <a:schemeClr val="dk1"/>
              </a:solidFill>
            </a:endParaRPr>
          </a:p>
        </p:txBody>
      </p:sp>
      <p:sp>
        <p:nvSpPr>
          <p:cNvPr id="986" name="Google Shape;986;p123"/>
          <p:cNvSpPr txBox="1"/>
          <p:nvPr>
            <p:ph idx="2" type="body"/>
          </p:nvPr>
        </p:nvSpPr>
        <p:spPr>
          <a:xfrm>
            <a:off x="3255013" y="1371605"/>
            <a:ext cx="2634300" cy="29733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
                <a:solidFill>
                  <a:schemeClr val="dk1"/>
                </a:solidFill>
              </a:rPr>
              <a:t>Eu farm-to-table organic ipsum glossier art party kale chips squid messenger bag vaporware anim. Thundercats adipisicing bruh tumblr duis. Iceland neutral milk hotel cillum keytar man braid, helvetica freegan nulla direct trade. Same pug cardigan, incididunt fanny pack lyft man bun marxism. </a:t>
            </a:r>
            <a:endParaRPr/>
          </a:p>
        </p:txBody>
      </p:sp>
      <p:sp>
        <p:nvSpPr>
          <p:cNvPr id="987" name="Google Shape;987;p123"/>
          <p:cNvSpPr txBox="1"/>
          <p:nvPr>
            <p:ph idx="12" type="sldNum"/>
          </p:nvPr>
        </p:nvSpPr>
        <p:spPr>
          <a:xfrm>
            <a:off x="8256725" y="4708927"/>
            <a:ext cx="437100" cy="107400"/>
          </a:xfrm>
          <a:prstGeom prst="rect">
            <a:avLst/>
          </a:prstGeom>
        </p:spPr>
        <p:txBody>
          <a:bodyPr anchorCtr="0" anchor="t" bIns="0" lIns="0" spcFirstLastPara="1" rIns="0" wrap="square" tIns="0">
            <a:noAutofit/>
          </a:bodyPr>
          <a:lstStyle/>
          <a:p>
            <a:pPr indent="0" lvl="0" marL="0" rtl="0" algn="r">
              <a:spcBef>
                <a:spcPts val="0"/>
              </a:spcBef>
              <a:spcAft>
                <a:spcPts val="0"/>
              </a:spcAft>
              <a:buClr>
                <a:srgbClr val="000000"/>
              </a:buClr>
              <a:buSzPts val="1000"/>
              <a:buFont typeface="Arial"/>
              <a:buNone/>
            </a:pPr>
            <a:fld id="{00000000-1234-1234-1234-123412341234}" type="slidenum">
              <a:rPr lang="en"/>
              <a:t>‹#›</a:t>
            </a:fld>
            <a:endParaRPr/>
          </a:p>
        </p:txBody>
      </p:sp>
      <p:sp>
        <p:nvSpPr>
          <p:cNvPr id="988" name="Google Shape;988;p123"/>
          <p:cNvSpPr txBox="1"/>
          <p:nvPr>
            <p:ph idx="3" type="body"/>
          </p:nvPr>
        </p:nvSpPr>
        <p:spPr>
          <a:xfrm>
            <a:off x="6053325" y="1371605"/>
            <a:ext cx="2634900" cy="29733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solidFill>
                  <a:schemeClr val="dk1"/>
                </a:solidFill>
              </a:rPr>
              <a:t>Selvage enamel pin echo park sustainable, tote bag polaroid chia waistcoat tilde adaptogen poutine bushwick man braid migas craft beer. Snackwave everyday carry truffaut, Brooklyn bespoke flannel hoodie sunt tilde blackbird spyplane. Tattooed iPhone coloring book, disrupt bespoke.</a:t>
            </a:r>
            <a:endParaRPr>
              <a:solidFill>
                <a:schemeClr val="dk1"/>
              </a:solidFill>
            </a:endParaRPr>
          </a:p>
          <a:p>
            <a:pPr indent="0" lvl="0" marL="0" rtl="0" algn="l">
              <a:spcBef>
                <a:spcPts val="1000"/>
              </a:spcBef>
              <a:spcAft>
                <a:spcPts val="0"/>
              </a:spcAft>
              <a:buNone/>
            </a:pPr>
            <a:r>
              <a:t/>
            </a:r>
            <a:endParaRPr>
              <a:solidFill>
                <a:schemeClr val="dk1"/>
              </a:solidFill>
            </a:endParaRPr>
          </a:p>
          <a:p>
            <a:pPr indent="0" lvl="0" marL="0" rtl="0" algn="l">
              <a:spcBef>
                <a:spcPts val="1000"/>
              </a:spcBef>
              <a:spcAft>
                <a:spcPts val="1000"/>
              </a:spcAft>
              <a:buNone/>
            </a:pPr>
            <a:r>
              <a:t/>
            </a:r>
            <a:endParaRPr/>
          </a:p>
        </p:txBody>
      </p:sp>
    </p:spTree>
  </p:cSld>
  <p:clrMapOvr>
    <a:masterClrMapping/>
  </p:clrMapOvr>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9F5"/>
        </a:solidFill>
      </p:bgPr>
    </p:bg>
    <p:spTree>
      <p:nvGrpSpPr>
        <p:cNvPr id="992" name="Shape 992"/>
        <p:cNvGrpSpPr/>
        <p:nvPr/>
      </p:nvGrpSpPr>
      <p:grpSpPr>
        <a:xfrm>
          <a:off x="0" y="0"/>
          <a:ext cx="0" cy="0"/>
          <a:chOff x="0" y="0"/>
          <a:chExt cx="0" cy="0"/>
        </a:xfrm>
      </p:grpSpPr>
      <p:sp>
        <p:nvSpPr>
          <p:cNvPr id="993" name="Google Shape;993;p124"/>
          <p:cNvSpPr txBox="1"/>
          <p:nvPr>
            <p:ph type="title"/>
          </p:nvPr>
        </p:nvSpPr>
        <p:spPr>
          <a:xfrm>
            <a:off x="456825" y="457206"/>
            <a:ext cx="8230200" cy="8154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Same as prior but with subheading sections</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994" name="Google Shape;994;p124"/>
          <p:cNvSpPr txBox="1"/>
          <p:nvPr>
            <p:ph idx="1" type="body"/>
          </p:nvPr>
        </p:nvSpPr>
        <p:spPr>
          <a:xfrm>
            <a:off x="455775" y="1371605"/>
            <a:ext cx="2634300" cy="29733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b="1" lang="en">
                <a:solidFill>
                  <a:schemeClr val="dk1"/>
                </a:solidFill>
              </a:rPr>
              <a:t>Subheading here:</a:t>
            </a:r>
            <a:endParaRPr>
              <a:solidFill>
                <a:schemeClr val="dk1"/>
              </a:solidFill>
            </a:endParaRPr>
          </a:p>
          <a:p>
            <a:pPr indent="-215900" lvl="0" marL="279400" rtl="0" algn="l">
              <a:spcBef>
                <a:spcPts val="1000"/>
              </a:spcBef>
              <a:spcAft>
                <a:spcPts val="0"/>
              </a:spcAft>
              <a:buClr>
                <a:srgbClr val="B0AEA5"/>
              </a:buClr>
              <a:buSzPts val="1200"/>
              <a:buChar char="●"/>
            </a:pPr>
            <a:r>
              <a:rPr lang="en" sz="1200">
                <a:solidFill>
                  <a:schemeClr val="dk1"/>
                </a:solidFill>
              </a:rPr>
              <a:t>Use this format if you have a lot of copy. </a:t>
            </a:r>
            <a:endParaRPr sz="1200">
              <a:solidFill>
                <a:schemeClr val="dk1"/>
              </a:solidFill>
            </a:endParaRPr>
          </a:p>
          <a:p>
            <a:pPr indent="-215900" lvl="0" marL="279400" rtl="0" algn="l">
              <a:spcBef>
                <a:spcPts val="1000"/>
              </a:spcBef>
              <a:spcAft>
                <a:spcPts val="1000"/>
              </a:spcAft>
              <a:buClr>
                <a:srgbClr val="B0AEA5"/>
              </a:buClr>
              <a:buSzPts val="1200"/>
              <a:buChar char="●"/>
            </a:pPr>
            <a:r>
              <a:rPr lang="en" sz="1200">
                <a:solidFill>
                  <a:schemeClr val="dk1"/>
                </a:solidFill>
              </a:rPr>
              <a:t>The rest of these copy boxes will be filled with hipster ipsum. </a:t>
            </a:r>
            <a:endParaRPr sz="1200">
              <a:solidFill>
                <a:schemeClr val="dk1"/>
              </a:solidFill>
            </a:endParaRPr>
          </a:p>
        </p:txBody>
      </p:sp>
      <p:sp>
        <p:nvSpPr>
          <p:cNvPr id="995" name="Google Shape;995;p124"/>
          <p:cNvSpPr txBox="1"/>
          <p:nvPr>
            <p:ph idx="2" type="body"/>
          </p:nvPr>
        </p:nvSpPr>
        <p:spPr>
          <a:xfrm>
            <a:off x="3255013" y="1371605"/>
            <a:ext cx="2634300" cy="29733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b="1" lang="en">
                <a:solidFill>
                  <a:schemeClr val="dk1"/>
                </a:solidFill>
              </a:rPr>
              <a:t>Subheading here:</a:t>
            </a:r>
            <a:endParaRPr>
              <a:solidFill>
                <a:schemeClr val="dk1"/>
              </a:solidFill>
            </a:endParaRPr>
          </a:p>
          <a:p>
            <a:pPr indent="-215900" lvl="0" marL="279400" rtl="0" algn="l">
              <a:spcBef>
                <a:spcPts val="1000"/>
              </a:spcBef>
              <a:spcAft>
                <a:spcPts val="0"/>
              </a:spcAft>
              <a:buClr>
                <a:srgbClr val="B0AEA5"/>
              </a:buClr>
              <a:buSzPts val="1200"/>
              <a:buChar char="●"/>
            </a:pPr>
            <a:r>
              <a:rPr lang="en" sz="1200">
                <a:solidFill>
                  <a:schemeClr val="dk1"/>
                </a:solidFill>
              </a:rPr>
              <a:t>Eu farm-to-table organic ipsum glossier art party kale chips squid messenger bag </a:t>
            </a:r>
            <a:endParaRPr sz="1200">
              <a:solidFill>
                <a:schemeClr val="dk1"/>
              </a:solidFill>
            </a:endParaRPr>
          </a:p>
          <a:p>
            <a:pPr indent="-215900" lvl="0" marL="279400" rtl="0" algn="l">
              <a:spcBef>
                <a:spcPts val="1000"/>
              </a:spcBef>
              <a:spcAft>
                <a:spcPts val="1000"/>
              </a:spcAft>
              <a:buClr>
                <a:srgbClr val="B0AEA5"/>
              </a:buClr>
              <a:buSzPts val="1200"/>
              <a:buChar char="●"/>
            </a:pPr>
            <a:r>
              <a:rPr lang="en" sz="1200">
                <a:solidFill>
                  <a:schemeClr val="dk1"/>
                </a:solidFill>
              </a:rPr>
              <a:t>Vaporware anim. Thundercats adipisicing bruh tumblr duis. Iceland neutral milk </a:t>
            </a:r>
            <a:endParaRPr sz="1200"/>
          </a:p>
        </p:txBody>
      </p:sp>
      <p:sp>
        <p:nvSpPr>
          <p:cNvPr id="996" name="Google Shape;996;p124"/>
          <p:cNvSpPr txBox="1"/>
          <p:nvPr>
            <p:ph idx="12" type="sldNum"/>
          </p:nvPr>
        </p:nvSpPr>
        <p:spPr>
          <a:xfrm>
            <a:off x="8256725" y="4708927"/>
            <a:ext cx="437100" cy="107400"/>
          </a:xfrm>
          <a:prstGeom prst="rect">
            <a:avLst/>
          </a:prstGeom>
        </p:spPr>
        <p:txBody>
          <a:bodyPr anchorCtr="0" anchor="t" bIns="0" lIns="0" spcFirstLastPara="1" rIns="0" wrap="square" tIns="0">
            <a:noAutofit/>
          </a:bodyPr>
          <a:lstStyle/>
          <a:p>
            <a:pPr indent="0" lvl="0" marL="0" rtl="0" algn="r">
              <a:spcBef>
                <a:spcPts val="0"/>
              </a:spcBef>
              <a:spcAft>
                <a:spcPts val="0"/>
              </a:spcAft>
              <a:buNone/>
            </a:pPr>
            <a:fld id="{00000000-1234-1234-1234-123412341234}" type="slidenum">
              <a:rPr lang="en"/>
              <a:t>‹#›</a:t>
            </a:fld>
            <a:endParaRPr/>
          </a:p>
        </p:txBody>
      </p:sp>
      <p:sp>
        <p:nvSpPr>
          <p:cNvPr id="997" name="Google Shape;997;p124"/>
          <p:cNvSpPr txBox="1"/>
          <p:nvPr>
            <p:ph idx="3" type="body"/>
          </p:nvPr>
        </p:nvSpPr>
        <p:spPr>
          <a:xfrm>
            <a:off x="6053325" y="1371605"/>
            <a:ext cx="2634900" cy="29733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b="1" lang="en">
                <a:solidFill>
                  <a:schemeClr val="dk1"/>
                </a:solidFill>
              </a:rPr>
              <a:t>Subheading here:</a:t>
            </a:r>
            <a:endParaRPr>
              <a:solidFill>
                <a:schemeClr val="dk1"/>
              </a:solidFill>
            </a:endParaRPr>
          </a:p>
          <a:p>
            <a:pPr indent="-215900" lvl="0" marL="279400" rtl="0" algn="l">
              <a:spcBef>
                <a:spcPts val="1000"/>
              </a:spcBef>
              <a:spcAft>
                <a:spcPts val="0"/>
              </a:spcAft>
              <a:buClr>
                <a:srgbClr val="B0AEA5"/>
              </a:buClr>
              <a:buSzPts val="1200"/>
              <a:buChar char="●"/>
            </a:pPr>
            <a:r>
              <a:rPr lang="en" sz="1200">
                <a:solidFill>
                  <a:schemeClr val="dk1"/>
                </a:solidFill>
              </a:rPr>
              <a:t>Selvage enamel pin echo park sustainable, tote bag polaroid chia waistcoat tilde </a:t>
            </a:r>
            <a:endParaRPr sz="1200">
              <a:solidFill>
                <a:schemeClr val="dk1"/>
              </a:solidFill>
            </a:endParaRPr>
          </a:p>
          <a:p>
            <a:pPr indent="-215900" lvl="0" marL="279400" rtl="0" algn="l">
              <a:spcBef>
                <a:spcPts val="1000"/>
              </a:spcBef>
              <a:spcAft>
                <a:spcPts val="1000"/>
              </a:spcAft>
              <a:buClr>
                <a:srgbClr val="B0AEA5"/>
              </a:buClr>
              <a:buSzPts val="1200"/>
              <a:buChar char="●"/>
            </a:pPr>
            <a:r>
              <a:rPr lang="en" sz="1200">
                <a:solidFill>
                  <a:schemeClr val="dk1"/>
                </a:solidFill>
              </a:rPr>
              <a:t>Adaptogen poutine bushwick man braid migas craft beer. Snackwave everyday </a:t>
            </a:r>
            <a:endParaRPr sz="1200"/>
          </a:p>
        </p:txBody>
      </p:sp>
    </p:spTree>
  </p:cSld>
  <p:clrMapOvr>
    <a:masterClrMapping/>
  </p:clrMapOvr>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9F5"/>
        </a:solidFill>
      </p:bgPr>
    </p:bg>
    <p:spTree>
      <p:nvGrpSpPr>
        <p:cNvPr id="1001" name="Shape 1001"/>
        <p:cNvGrpSpPr/>
        <p:nvPr/>
      </p:nvGrpSpPr>
      <p:grpSpPr>
        <a:xfrm>
          <a:off x="0" y="0"/>
          <a:ext cx="0" cy="0"/>
          <a:chOff x="0" y="0"/>
          <a:chExt cx="0" cy="0"/>
        </a:xfrm>
      </p:grpSpPr>
      <p:sp>
        <p:nvSpPr>
          <p:cNvPr id="1002" name="Google Shape;1002;p125"/>
          <p:cNvSpPr txBox="1"/>
          <p:nvPr>
            <p:ph type="title"/>
          </p:nvPr>
        </p:nvSpPr>
        <p:spPr>
          <a:xfrm>
            <a:off x="456825" y="457206"/>
            <a:ext cx="8230200" cy="8154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Same as prior but with smaller copy</a:t>
            </a:r>
            <a:endParaRPr/>
          </a:p>
          <a:p>
            <a:pPr indent="0" lvl="0" marL="0" rtl="0" algn="l">
              <a:spcBef>
                <a:spcPts val="0"/>
              </a:spcBef>
              <a:spcAft>
                <a:spcPts val="0"/>
              </a:spcAft>
              <a:buNone/>
            </a:pPr>
            <a:r>
              <a:t/>
            </a:r>
            <a:endParaRPr/>
          </a:p>
        </p:txBody>
      </p:sp>
      <p:sp>
        <p:nvSpPr>
          <p:cNvPr id="1003" name="Google Shape;1003;p125"/>
          <p:cNvSpPr txBox="1"/>
          <p:nvPr>
            <p:ph idx="1" type="body"/>
          </p:nvPr>
        </p:nvSpPr>
        <p:spPr>
          <a:xfrm>
            <a:off x="455775" y="1371605"/>
            <a:ext cx="2634300" cy="29733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b="1" lang="en" sz="1200">
                <a:solidFill>
                  <a:schemeClr val="dk1"/>
                </a:solidFill>
              </a:rPr>
              <a:t>Subheading here:</a:t>
            </a:r>
            <a:endParaRPr sz="1200">
              <a:solidFill>
                <a:schemeClr val="dk1"/>
              </a:solidFill>
            </a:endParaRPr>
          </a:p>
          <a:p>
            <a:pPr indent="-203200" lvl="0" marL="279400" rtl="0" algn="l">
              <a:spcBef>
                <a:spcPts val="1000"/>
              </a:spcBef>
              <a:spcAft>
                <a:spcPts val="0"/>
              </a:spcAft>
              <a:buClr>
                <a:srgbClr val="B0AEA5"/>
              </a:buClr>
              <a:buSzPts val="1000"/>
              <a:buChar char="●"/>
            </a:pPr>
            <a:r>
              <a:rPr lang="en" sz="1000">
                <a:solidFill>
                  <a:schemeClr val="dk1"/>
                </a:solidFill>
              </a:rPr>
              <a:t>Use this format if you have a lot of copy. </a:t>
            </a:r>
            <a:endParaRPr sz="1000">
              <a:solidFill>
                <a:schemeClr val="dk1"/>
              </a:solidFill>
            </a:endParaRPr>
          </a:p>
          <a:p>
            <a:pPr indent="-203200" lvl="0" marL="279400" rtl="0" algn="l">
              <a:spcBef>
                <a:spcPts val="1000"/>
              </a:spcBef>
              <a:spcAft>
                <a:spcPts val="1000"/>
              </a:spcAft>
              <a:buClr>
                <a:srgbClr val="B0AEA5"/>
              </a:buClr>
              <a:buSzPts val="1000"/>
              <a:buChar char="●"/>
            </a:pPr>
            <a:r>
              <a:rPr lang="en" sz="1000">
                <a:solidFill>
                  <a:schemeClr val="dk1"/>
                </a:solidFill>
              </a:rPr>
              <a:t>The rest of these copy boxes will be filled with hipster ipsum. </a:t>
            </a:r>
            <a:endParaRPr sz="1000">
              <a:solidFill>
                <a:schemeClr val="dk1"/>
              </a:solidFill>
            </a:endParaRPr>
          </a:p>
        </p:txBody>
      </p:sp>
      <p:sp>
        <p:nvSpPr>
          <p:cNvPr id="1004" name="Google Shape;1004;p125"/>
          <p:cNvSpPr txBox="1"/>
          <p:nvPr>
            <p:ph idx="2" type="body"/>
          </p:nvPr>
        </p:nvSpPr>
        <p:spPr>
          <a:xfrm>
            <a:off x="3255013" y="1371605"/>
            <a:ext cx="2634300" cy="29733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b="1" lang="en" sz="1200">
                <a:solidFill>
                  <a:schemeClr val="dk1"/>
                </a:solidFill>
              </a:rPr>
              <a:t>Subheading here:</a:t>
            </a:r>
            <a:endParaRPr sz="1200">
              <a:solidFill>
                <a:schemeClr val="dk1"/>
              </a:solidFill>
            </a:endParaRPr>
          </a:p>
          <a:p>
            <a:pPr indent="-203200" lvl="0" marL="279400" rtl="0" algn="l">
              <a:spcBef>
                <a:spcPts val="1000"/>
              </a:spcBef>
              <a:spcAft>
                <a:spcPts val="0"/>
              </a:spcAft>
              <a:buClr>
                <a:srgbClr val="B0AEA5"/>
              </a:buClr>
              <a:buSzPts val="1000"/>
              <a:buChar char="●"/>
            </a:pPr>
            <a:r>
              <a:rPr lang="en" sz="1000">
                <a:solidFill>
                  <a:schemeClr val="dk1"/>
                </a:solidFill>
              </a:rPr>
              <a:t>Eu farm-to-table organic ipsum glossier art party kale chips squid messenger bag </a:t>
            </a:r>
            <a:endParaRPr sz="1000">
              <a:solidFill>
                <a:schemeClr val="dk1"/>
              </a:solidFill>
            </a:endParaRPr>
          </a:p>
          <a:p>
            <a:pPr indent="-203200" lvl="0" marL="279400" rtl="0" algn="l">
              <a:spcBef>
                <a:spcPts val="1000"/>
              </a:spcBef>
              <a:spcAft>
                <a:spcPts val="1000"/>
              </a:spcAft>
              <a:buClr>
                <a:srgbClr val="B0AEA5"/>
              </a:buClr>
              <a:buSzPts val="1000"/>
              <a:buChar char="●"/>
            </a:pPr>
            <a:r>
              <a:rPr lang="en" sz="1000">
                <a:solidFill>
                  <a:schemeClr val="dk1"/>
                </a:solidFill>
              </a:rPr>
              <a:t>Vaporware anim. Thundercats adipisicing bruh tumblr duis. Iceland neutral milk </a:t>
            </a:r>
            <a:endParaRPr sz="1000"/>
          </a:p>
        </p:txBody>
      </p:sp>
      <p:sp>
        <p:nvSpPr>
          <p:cNvPr id="1005" name="Google Shape;1005;p125"/>
          <p:cNvSpPr txBox="1"/>
          <p:nvPr>
            <p:ph idx="12" type="sldNum"/>
          </p:nvPr>
        </p:nvSpPr>
        <p:spPr>
          <a:xfrm>
            <a:off x="8256725" y="4708927"/>
            <a:ext cx="437100" cy="107400"/>
          </a:xfrm>
          <a:prstGeom prst="rect">
            <a:avLst/>
          </a:prstGeom>
        </p:spPr>
        <p:txBody>
          <a:bodyPr anchorCtr="0" anchor="t" bIns="0" lIns="0" spcFirstLastPara="1" rIns="0" wrap="square" tIns="0">
            <a:noAutofit/>
          </a:bodyPr>
          <a:lstStyle/>
          <a:p>
            <a:pPr indent="0" lvl="0" marL="0" rtl="0" algn="r">
              <a:spcBef>
                <a:spcPts val="0"/>
              </a:spcBef>
              <a:spcAft>
                <a:spcPts val="0"/>
              </a:spcAft>
              <a:buNone/>
            </a:pPr>
            <a:fld id="{00000000-1234-1234-1234-123412341234}" type="slidenum">
              <a:rPr lang="en"/>
              <a:t>‹#›</a:t>
            </a:fld>
            <a:endParaRPr/>
          </a:p>
        </p:txBody>
      </p:sp>
      <p:sp>
        <p:nvSpPr>
          <p:cNvPr id="1006" name="Google Shape;1006;p125"/>
          <p:cNvSpPr txBox="1"/>
          <p:nvPr>
            <p:ph idx="3" type="body"/>
          </p:nvPr>
        </p:nvSpPr>
        <p:spPr>
          <a:xfrm>
            <a:off x="6053325" y="1371605"/>
            <a:ext cx="2634900" cy="29733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b="1" lang="en" sz="1200">
                <a:solidFill>
                  <a:schemeClr val="dk1"/>
                </a:solidFill>
              </a:rPr>
              <a:t>Subheading here:</a:t>
            </a:r>
            <a:endParaRPr sz="1200">
              <a:solidFill>
                <a:schemeClr val="dk1"/>
              </a:solidFill>
            </a:endParaRPr>
          </a:p>
          <a:p>
            <a:pPr indent="-203200" lvl="0" marL="279400" rtl="0" algn="l">
              <a:spcBef>
                <a:spcPts val="1000"/>
              </a:spcBef>
              <a:spcAft>
                <a:spcPts val="0"/>
              </a:spcAft>
              <a:buClr>
                <a:srgbClr val="B0AEA5"/>
              </a:buClr>
              <a:buSzPts val="1000"/>
              <a:buChar char="●"/>
            </a:pPr>
            <a:r>
              <a:rPr lang="en" sz="1000">
                <a:solidFill>
                  <a:schemeClr val="dk1"/>
                </a:solidFill>
              </a:rPr>
              <a:t>Selvage enamel pin echo park sustainable, tote bag polaroid chia waistcoat tilde </a:t>
            </a:r>
            <a:endParaRPr sz="1000">
              <a:solidFill>
                <a:schemeClr val="dk1"/>
              </a:solidFill>
            </a:endParaRPr>
          </a:p>
          <a:p>
            <a:pPr indent="-203200" lvl="0" marL="279400" rtl="0" algn="l">
              <a:spcBef>
                <a:spcPts val="1000"/>
              </a:spcBef>
              <a:spcAft>
                <a:spcPts val="1000"/>
              </a:spcAft>
              <a:buClr>
                <a:srgbClr val="B0AEA5"/>
              </a:buClr>
              <a:buSzPts val="1000"/>
              <a:buChar char="●"/>
            </a:pPr>
            <a:r>
              <a:rPr lang="en" sz="1000">
                <a:solidFill>
                  <a:schemeClr val="dk1"/>
                </a:solidFill>
              </a:rPr>
              <a:t>Adaptogen poutine bushwick man braid migas craft beer. Snackwave everyday </a:t>
            </a:r>
            <a:endParaRPr sz="1000"/>
          </a:p>
        </p:txBody>
      </p:sp>
    </p:spTree>
  </p:cSld>
  <p:clrMapOvr>
    <a:masterClrMapping/>
  </p:clrMapOvr>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0" name="Shape 1010"/>
        <p:cNvGrpSpPr/>
        <p:nvPr/>
      </p:nvGrpSpPr>
      <p:grpSpPr>
        <a:xfrm>
          <a:off x="0" y="0"/>
          <a:ext cx="0" cy="0"/>
          <a:chOff x="0" y="0"/>
          <a:chExt cx="0" cy="0"/>
        </a:xfrm>
      </p:grpSpPr>
      <p:sp>
        <p:nvSpPr>
          <p:cNvPr id="1011" name="Google Shape;1011;p126"/>
          <p:cNvSpPr txBox="1"/>
          <p:nvPr>
            <p:ph type="title"/>
          </p:nvPr>
        </p:nvSpPr>
        <p:spPr>
          <a:xfrm>
            <a:off x="455775" y="457206"/>
            <a:ext cx="2634300" cy="3887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This is a page layout with the body copy on the side</a:t>
            </a:r>
            <a:endParaRPr/>
          </a:p>
        </p:txBody>
      </p:sp>
      <p:sp>
        <p:nvSpPr>
          <p:cNvPr id="1012" name="Google Shape;1012;p126"/>
          <p:cNvSpPr txBox="1"/>
          <p:nvPr>
            <p:ph idx="1" type="body"/>
          </p:nvPr>
        </p:nvSpPr>
        <p:spPr>
          <a:xfrm>
            <a:off x="3254975" y="457206"/>
            <a:ext cx="5439000" cy="3887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This is a nice layout to break up the sequence of the deck. Also handy for bullets, lists, etc.</a:t>
            </a:r>
            <a:endParaRPr/>
          </a:p>
          <a:p>
            <a:pPr indent="0" lvl="0" marL="0" rtl="0" algn="l">
              <a:spcBef>
                <a:spcPts val="1000"/>
              </a:spcBef>
              <a:spcAft>
                <a:spcPts val="0"/>
              </a:spcAft>
              <a:buNone/>
            </a:pPr>
            <a:r>
              <a:rPr lang="en" sz="1400">
                <a:solidFill>
                  <a:schemeClr val="dk1"/>
                </a:solidFill>
              </a:rPr>
              <a:t>The rest of the copy box will be filled with hipster ipsum. Green juice edison bulb deep v occupy mollit, disrupt esse tousled synth fam keytar. Selvage enamel pin echo park sustainable, tote bag polaroid chia waistcoat tilde adaptogen poutine bushwick man braid migas craft beer.</a:t>
            </a:r>
            <a:endParaRPr sz="1400">
              <a:solidFill>
                <a:schemeClr val="dk1"/>
              </a:solidFill>
            </a:endParaRPr>
          </a:p>
          <a:p>
            <a:pPr indent="0" lvl="0" marL="0" rtl="0" algn="l">
              <a:spcBef>
                <a:spcPts val="1000"/>
              </a:spcBef>
              <a:spcAft>
                <a:spcPts val="0"/>
              </a:spcAft>
              <a:buNone/>
            </a:pPr>
            <a:r>
              <a:rPr lang="en">
                <a:solidFill>
                  <a:schemeClr val="dk1"/>
                </a:solidFill>
              </a:rPr>
              <a:t>Selvage enamel pin echo park sustainable, tote bag polaroid chia waistcoat tilde adaptogen poutine bushwick man braid migas craft beer. Snackwave everyday carry truffaut, Brooklyn bespoke flannel hoodie sunt tilde blackbird spyplane. Tattooed iPhone coloring book, disrupt bespoke.</a:t>
            </a:r>
            <a:endParaRPr>
              <a:solidFill>
                <a:schemeClr val="dk1"/>
              </a:solidFill>
            </a:endParaRPr>
          </a:p>
          <a:p>
            <a:pPr indent="0" lvl="0" marL="0" rtl="0" algn="l">
              <a:spcBef>
                <a:spcPts val="1000"/>
              </a:spcBef>
              <a:spcAft>
                <a:spcPts val="0"/>
              </a:spcAft>
              <a:buNone/>
            </a:pPr>
            <a:r>
              <a:t/>
            </a:r>
            <a:endParaRPr>
              <a:solidFill>
                <a:schemeClr val="dk1"/>
              </a:solidFill>
            </a:endParaRPr>
          </a:p>
          <a:p>
            <a:pPr indent="0" lvl="0" marL="0" rtl="0" algn="l">
              <a:spcBef>
                <a:spcPts val="1000"/>
              </a:spcBef>
              <a:spcAft>
                <a:spcPts val="1000"/>
              </a:spcAft>
              <a:buNone/>
            </a:pPr>
            <a:r>
              <a:t/>
            </a:r>
            <a:endParaRPr/>
          </a:p>
        </p:txBody>
      </p:sp>
      <p:sp>
        <p:nvSpPr>
          <p:cNvPr id="1013" name="Google Shape;1013;p126"/>
          <p:cNvSpPr txBox="1"/>
          <p:nvPr>
            <p:ph idx="12" type="sldNum"/>
          </p:nvPr>
        </p:nvSpPr>
        <p:spPr>
          <a:xfrm>
            <a:off x="8256725" y="4708927"/>
            <a:ext cx="437100" cy="107400"/>
          </a:xfrm>
          <a:prstGeom prst="rect">
            <a:avLst/>
          </a:prstGeom>
        </p:spPr>
        <p:txBody>
          <a:bodyPr anchorCtr="0" anchor="t" bIns="0" lIns="0" spcFirstLastPara="1" rIns="0" wrap="square" tIns="0">
            <a:noAutofit/>
          </a:bodyPr>
          <a:lstStyle/>
          <a:p>
            <a:pPr indent="0" lvl="0" marL="0" rtl="0" algn="r">
              <a:spcBef>
                <a:spcPts val="0"/>
              </a:spcBef>
              <a:spcAft>
                <a:spcPts val="0"/>
              </a:spcAft>
              <a:buClr>
                <a:srgbClr val="000000"/>
              </a:buClr>
              <a:buSzPts val="1000"/>
              <a:buFont typeface="Arial"/>
              <a:buNone/>
            </a:pPr>
            <a:fld id="{00000000-1234-1234-1234-123412341234}" type="slidenum">
              <a:rPr lang="en"/>
              <a:t>‹#›</a:t>
            </a:fld>
            <a:endParaRPr/>
          </a:p>
        </p:txBody>
      </p:sp>
    </p:spTree>
  </p:cSld>
  <p:clrMapOvr>
    <a:masterClrMapping/>
  </p:clrMapOvr>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9F5"/>
        </a:solidFill>
      </p:bgPr>
    </p:bg>
    <p:spTree>
      <p:nvGrpSpPr>
        <p:cNvPr id="1017" name="Shape 1017"/>
        <p:cNvGrpSpPr/>
        <p:nvPr/>
      </p:nvGrpSpPr>
      <p:grpSpPr>
        <a:xfrm>
          <a:off x="0" y="0"/>
          <a:ext cx="0" cy="0"/>
          <a:chOff x="0" y="0"/>
          <a:chExt cx="0" cy="0"/>
        </a:xfrm>
      </p:grpSpPr>
      <p:sp>
        <p:nvSpPr>
          <p:cNvPr id="1018" name="Google Shape;1018;p127"/>
          <p:cNvSpPr txBox="1"/>
          <p:nvPr>
            <p:ph type="title"/>
          </p:nvPr>
        </p:nvSpPr>
        <p:spPr>
          <a:xfrm>
            <a:off x="455775" y="457206"/>
            <a:ext cx="2634300" cy="3887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Header on left, body copy on right with bullets</a:t>
            </a:r>
            <a:endParaRPr/>
          </a:p>
        </p:txBody>
      </p:sp>
      <p:sp>
        <p:nvSpPr>
          <p:cNvPr id="1019" name="Google Shape;1019;p127"/>
          <p:cNvSpPr txBox="1"/>
          <p:nvPr>
            <p:ph idx="1" type="body"/>
          </p:nvPr>
        </p:nvSpPr>
        <p:spPr>
          <a:xfrm>
            <a:off x="3254975" y="457206"/>
            <a:ext cx="5439000" cy="3887700"/>
          </a:xfrm>
          <a:prstGeom prst="rect">
            <a:avLst/>
          </a:prstGeom>
        </p:spPr>
        <p:txBody>
          <a:bodyPr anchorCtr="0" anchor="t" bIns="0" lIns="0" spcFirstLastPara="1" rIns="0" wrap="square" tIns="0">
            <a:noAutofit/>
          </a:bodyPr>
          <a:lstStyle/>
          <a:p>
            <a:pPr indent="-228600" lvl="0" marL="279400" rtl="0" algn="l">
              <a:spcBef>
                <a:spcPts val="0"/>
              </a:spcBef>
              <a:spcAft>
                <a:spcPts val="0"/>
              </a:spcAft>
              <a:buClr>
                <a:srgbClr val="B0AEA5"/>
              </a:buClr>
              <a:buSzPts val="1400"/>
              <a:buChar char="●"/>
            </a:pPr>
            <a:r>
              <a:rPr lang="en">
                <a:solidFill>
                  <a:schemeClr val="dk1"/>
                </a:solidFill>
              </a:rPr>
              <a:t>This is a nice layout to break up the sequence of the deck. Also handy for bullets, lists, etc.</a:t>
            </a:r>
            <a:endParaRPr>
              <a:solidFill>
                <a:schemeClr val="dk1"/>
              </a:solidFill>
            </a:endParaRPr>
          </a:p>
          <a:p>
            <a:pPr indent="-228600" lvl="0" marL="279400" rtl="0" algn="l">
              <a:spcBef>
                <a:spcPts val="1000"/>
              </a:spcBef>
              <a:spcAft>
                <a:spcPts val="0"/>
              </a:spcAft>
              <a:buClr>
                <a:srgbClr val="B0AEA5"/>
              </a:buClr>
              <a:buSzPts val="1400"/>
              <a:buChar char="●"/>
            </a:pPr>
            <a:r>
              <a:rPr lang="en" sz="1400">
                <a:solidFill>
                  <a:schemeClr val="dk1"/>
                </a:solidFill>
              </a:rPr>
              <a:t>The rest of the copy box will be filled with hipster ipsum. Green juice edison bulb deep v occupy mollit, disrupt esse tousled synth fam keytar. Selvage enamel pin echo park sustainable, tote bag polaroid chia waistcoat tilde adaptogen poutine bushwick man braid migas craft beer.</a:t>
            </a:r>
            <a:endParaRPr sz="1400">
              <a:solidFill>
                <a:schemeClr val="dk1"/>
              </a:solidFill>
            </a:endParaRPr>
          </a:p>
          <a:p>
            <a:pPr indent="-228600" lvl="0" marL="279400" rtl="0" algn="l">
              <a:spcBef>
                <a:spcPts val="1000"/>
              </a:spcBef>
              <a:spcAft>
                <a:spcPts val="1000"/>
              </a:spcAft>
              <a:buClr>
                <a:srgbClr val="B0AEA5"/>
              </a:buClr>
              <a:buSzPts val="1400"/>
              <a:buChar char="●"/>
            </a:pPr>
            <a:r>
              <a:rPr lang="en">
                <a:solidFill>
                  <a:schemeClr val="dk1"/>
                </a:solidFill>
              </a:rPr>
              <a:t>Selvage enamel pin echo park sustainable, tote bag polaroid chia waistcoat tilde adaptogen poutine bushwick man braid migas craft beer. Snackwave everyday carry truffaut, Brooklyn bespoke flannel hoodie sunt tilde blackbird spyplane. Tattooed iPhone coloring book, disrupt bespoke.</a:t>
            </a:r>
            <a:endParaRPr>
              <a:solidFill>
                <a:schemeClr val="dk1"/>
              </a:solidFill>
            </a:endParaRPr>
          </a:p>
        </p:txBody>
      </p:sp>
      <p:sp>
        <p:nvSpPr>
          <p:cNvPr id="1020" name="Google Shape;1020;p127"/>
          <p:cNvSpPr txBox="1"/>
          <p:nvPr>
            <p:ph idx="12" type="sldNum"/>
          </p:nvPr>
        </p:nvSpPr>
        <p:spPr>
          <a:xfrm>
            <a:off x="8256725" y="4708927"/>
            <a:ext cx="437100" cy="107400"/>
          </a:xfrm>
          <a:prstGeom prst="rect">
            <a:avLst/>
          </a:prstGeom>
        </p:spPr>
        <p:txBody>
          <a:bodyPr anchorCtr="0" anchor="t" bIns="0" lIns="0" spcFirstLastPara="1" rIns="0" wrap="square" tIns="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4" name="Shape 1024"/>
        <p:cNvGrpSpPr/>
        <p:nvPr/>
      </p:nvGrpSpPr>
      <p:grpSpPr>
        <a:xfrm>
          <a:off x="0" y="0"/>
          <a:ext cx="0" cy="0"/>
          <a:chOff x="0" y="0"/>
          <a:chExt cx="0" cy="0"/>
        </a:xfrm>
      </p:grpSpPr>
      <p:sp>
        <p:nvSpPr>
          <p:cNvPr id="1025" name="Google Shape;1025;p128"/>
          <p:cNvSpPr txBox="1"/>
          <p:nvPr>
            <p:ph type="title"/>
          </p:nvPr>
        </p:nvSpPr>
        <p:spPr>
          <a:xfrm>
            <a:off x="456825" y="457206"/>
            <a:ext cx="8230200" cy="8154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This is a layout with just a headline </a:t>
            </a:r>
            <a:endParaRPr/>
          </a:p>
        </p:txBody>
      </p:sp>
      <p:sp>
        <p:nvSpPr>
          <p:cNvPr id="1026" name="Google Shape;1026;p128"/>
          <p:cNvSpPr txBox="1"/>
          <p:nvPr>
            <p:ph idx="12" type="sldNum"/>
          </p:nvPr>
        </p:nvSpPr>
        <p:spPr>
          <a:xfrm>
            <a:off x="8256725" y="4708927"/>
            <a:ext cx="437100" cy="107400"/>
          </a:xfrm>
          <a:prstGeom prst="rect">
            <a:avLst/>
          </a:prstGeom>
        </p:spPr>
        <p:txBody>
          <a:bodyPr anchorCtr="0" anchor="t" bIns="0" lIns="0" spcFirstLastPara="1" rIns="0" wrap="square" tIns="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9F5"/>
        </a:solidFill>
      </p:bgPr>
    </p:bg>
    <p:spTree>
      <p:nvGrpSpPr>
        <p:cNvPr id="1030" name="Shape 1030"/>
        <p:cNvGrpSpPr/>
        <p:nvPr/>
      </p:nvGrpSpPr>
      <p:grpSpPr>
        <a:xfrm>
          <a:off x="0" y="0"/>
          <a:ext cx="0" cy="0"/>
          <a:chOff x="0" y="0"/>
          <a:chExt cx="0" cy="0"/>
        </a:xfrm>
      </p:grpSpPr>
      <p:sp>
        <p:nvSpPr>
          <p:cNvPr id="1031" name="Google Shape;1031;p129"/>
          <p:cNvSpPr txBox="1"/>
          <p:nvPr>
            <p:ph type="title"/>
          </p:nvPr>
        </p:nvSpPr>
        <p:spPr>
          <a:xfrm>
            <a:off x="455775" y="457202"/>
            <a:ext cx="2634300" cy="2777100"/>
          </a:xfrm>
          <a:prstGeom prst="rect">
            <a:avLst/>
          </a:prstGeom>
        </p:spPr>
        <p:txBody>
          <a:bodyPr anchorCtr="0" anchor="t" bIns="45725" lIns="182875" spcFirstLastPara="1" rIns="45725" wrap="square" tIns="137150">
            <a:noAutofit/>
          </a:bodyPr>
          <a:lstStyle/>
          <a:p>
            <a:pPr indent="0" lvl="0" marL="0" rtl="0" algn="l">
              <a:spcBef>
                <a:spcPts val="0"/>
              </a:spcBef>
              <a:spcAft>
                <a:spcPts val="0"/>
              </a:spcAft>
              <a:buNone/>
            </a:pPr>
            <a:r>
              <a:rPr lang="en"/>
              <a:t>Layout for an icon with the header</a:t>
            </a:r>
            <a:endParaRPr/>
          </a:p>
          <a:p>
            <a:pPr indent="0" lvl="0" marL="0" rtl="0" algn="l">
              <a:spcBef>
                <a:spcPts val="1300"/>
              </a:spcBef>
              <a:spcAft>
                <a:spcPts val="0"/>
              </a:spcAft>
              <a:buNone/>
            </a:pPr>
            <a:r>
              <a:rPr lang="en" sz="1400">
                <a:latin typeface="Lora"/>
                <a:ea typeface="Lora"/>
                <a:cs typeface="Lora"/>
                <a:sym typeface="Lora"/>
              </a:rPr>
              <a:t>To replace an icon:</a:t>
            </a:r>
            <a:br>
              <a:rPr lang="en" sz="1400">
                <a:latin typeface="Lora"/>
                <a:ea typeface="Lora"/>
                <a:cs typeface="Lora"/>
                <a:sym typeface="Lora"/>
              </a:rPr>
            </a:br>
            <a:r>
              <a:rPr lang="en" sz="1400">
                <a:latin typeface="Lora"/>
                <a:ea typeface="Lora"/>
                <a:cs typeface="Lora"/>
                <a:sym typeface="Lora"/>
              </a:rPr>
              <a:t>Right click image &gt; Replace image &gt;Drive &amp; Photos &gt; Shared Drives &gt; “[Template] Google Slide” folder</a:t>
            </a:r>
            <a:endParaRPr sz="1400">
              <a:latin typeface="Lora"/>
              <a:ea typeface="Lora"/>
              <a:cs typeface="Lora"/>
              <a:sym typeface="Lora"/>
            </a:endParaRPr>
          </a:p>
          <a:p>
            <a:pPr indent="0" lvl="0" marL="0" rtl="0" algn="l">
              <a:spcBef>
                <a:spcPts val="1300"/>
              </a:spcBef>
              <a:spcAft>
                <a:spcPts val="1300"/>
              </a:spcAft>
              <a:buNone/>
            </a:pPr>
            <a:r>
              <a:t/>
            </a:r>
            <a:endParaRPr sz="1400">
              <a:latin typeface="Lora"/>
              <a:ea typeface="Lora"/>
              <a:cs typeface="Lora"/>
              <a:sym typeface="Lora"/>
            </a:endParaRPr>
          </a:p>
        </p:txBody>
      </p:sp>
      <p:sp>
        <p:nvSpPr>
          <p:cNvPr id="1032" name="Google Shape;1032;p129"/>
          <p:cNvSpPr txBox="1"/>
          <p:nvPr>
            <p:ph idx="1" type="body"/>
          </p:nvPr>
        </p:nvSpPr>
        <p:spPr>
          <a:xfrm>
            <a:off x="3545838" y="457200"/>
            <a:ext cx="5148000" cy="3887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solidFill>
                  <a:schemeClr val="dk1"/>
                </a:solidFill>
              </a:rPr>
              <a:t>This is a nice layout to break up the sequence of the deck. Also handy for bullets, lists, etc.</a:t>
            </a:r>
            <a:endParaRPr>
              <a:solidFill>
                <a:schemeClr val="dk1"/>
              </a:solidFill>
            </a:endParaRPr>
          </a:p>
          <a:p>
            <a:pPr indent="0" lvl="0" marL="0" rtl="0" algn="l">
              <a:spcBef>
                <a:spcPts val="1000"/>
              </a:spcBef>
              <a:spcAft>
                <a:spcPts val="0"/>
              </a:spcAft>
              <a:buNone/>
            </a:pPr>
            <a:r>
              <a:rPr lang="en" sz="1400">
                <a:solidFill>
                  <a:schemeClr val="dk1"/>
                </a:solidFill>
              </a:rPr>
              <a:t>The rest of the copy box will be filled with hipster ipsum. Green juice edison bulb deep v occupy mollit, disrupt esse tousled synth fam keytar. Selvage enamel pin echo park sustainable, tote bag polaroid chia waistcoat tilde adaptogen poutine bushwick man braid migas craft beer.</a:t>
            </a:r>
            <a:endParaRPr sz="1400">
              <a:solidFill>
                <a:schemeClr val="dk1"/>
              </a:solidFill>
            </a:endParaRPr>
          </a:p>
          <a:p>
            <a:pPr indent="0" lvl="0" marL="0" rtl="0" algn="l">
              <a:spcBef>
                <a:spcPts val="1000"/>
              </a:spcBef>
              <a:spcAft>
                <a:spcPts val="0"/>
              </a:spcAft>
              <a:buNone/>
            </a:pPr>
            <a:r>
              <a:rPr lang="en">
                <a:solidFill>
                  <a:schemeClr val="dk1"/>
                </a:solidFill>
              </a:rPr>
              <a:t>Selvage enamel pin echo park sustainable, tote bag polaroid chia waistcoat tilde adaptogen poutine bushwick man braid migas craft beer. Snackwave everyday carry truffaut, Brooklyn bespoke flannel hoodie sunt tilde blackbird spyplane. Tattooed iPhone coloring book, disrupt bespoke.</a:t>
            </a:r>
            <a:endParaRPr>
              <a:solidFill>
                <a:schemeClr val="dk1"/>
              </a:solidFill>
            </a:endParaRPr>
          </a:p>
          <a:p>
            <a:pPr indent="0" lvl="0" marL="0" rtl="0" algn="l">
              <a:spcBef>
                <a:spcPts val="1000"/>
              </a:spcBef>
              <a:spcAft>
                <a:spcPts val="0"/>
              </a:spcAft>
              <a:buNone/>
            </a:pPr>
            <a:r>
              <a:t/>
            </a:r>
            <a:endParaRPr>
              <a:solidFill>
                <a:schemeClr val="dk1"/>
              </a:solidFill>
            </a:endParaRPr>
          </a:p>
          <a:p>
            <a:pPr indent="0" lvl="0" marL="0" rtl="0" algn="l">
              <a:spcBef>
                <a:spcPts val="1000"/>
              </a:spcBef>
              <a:spcAft>
                <a:spcPts val="1000"/>
              </a:spcAft>
              <a:buNone/>
            </a:pPr>
            <a:r>
              <a:t/>
            </a:r>
            <a:endParaRPr>
              <a:solidFill>
                <a:schemeClr val="dk1"/>
              </a:solidFill>
            </a:endParaRPr>
          </a:p>
        </p:txBody>
      </p:sp>
      <p:sp>
        <p:nvSpPr>
          <p:cNvPr id="1033" name="Google Shape;1033;p129"/>
          <p:cNvSpPr txBox="1"/>
          <p:nvPr>
            <p:ph idx="12" type="sldNum"/>
          </p:nvPr>
        </p:nvSpPr>
        <p:spPr>
          <a:xfrm>
            <a:off x="8256725" y="4708927"/>
            <a:ext cx="437100" cy="107400"/>
          </a:xfrm>
          <a:prstGeom prst="rect">
            <a:avLst/>
          </a:prstGeom>
        </p:spPr>
        <p:txBody>
          <a:bodyPr anchorCtr="0" anchor="t" bIns="0" lIns="0" spcFirstLastPara="1" rIns="0" wrap="square" tIns="0">
            <a:noAutofit/>
          </a:bodyPr>
          <a:lstStyle/>
          <a:p>
            <a:pPr indent="0" lvl="0" marL="0" rtl="0" algn="r">
              <a:spcBef>
                <a:spcPts val="0"/>
              </a:spcBef>
              <a:spcAft>
                <a:spcPts val="0"/>
              </a:spcAft>
              <a:buClr>
                <a:srgbClr val="000000"/>
              </a:buClr>
              <a:buSzPts val="1000"/>
              <a:buFont typeface="Arial"/>
              <a:buNone/>
            </a:pPr>
            <a:fld id="{00000000-1234-1234-1234-123412341234}" type="slidenum">
              <a:rPr lang="en"/>
              <a:t>‹#›</a:t>
            </a:fld>
            <a:endParaRPr/>
          </a:p>
        </p:txBody>
      </p:sp>
      <p:pic>
        <p:nvPicPr>
          <p:cNvPr id="1034" name="Google Shape;1034;p129"/>
          <p:cNvPicPr preferRelativeResize="0"/>
          <p:nvPr/>
        </p:nvPicPr>
        <p:blipFill rotWithShape="1">
          <a:blip r:embed="rId3">
            <a:alphaModFix/>
          </a:blip>
          <a:srcRect b="0" l="0" r="0" t="0"/>
          <a:stretch/>
        </p:blipFill>
        <p:spPr>
          <a:xfrm>
            <a:off x="2117300" y="3388161"/>
            <a:ext cx="750934" cy="750934"/>
          </a:xfrm>
          <a:prstGeom prst="rect">
            <a:avLst/>
          </a:prstGeom>
          <a:noFill/>
          <a:ln>
            <a:noFill/>
          </a:ln>
        </p:spPr>
      </p:pic>
      <p:pic>
        <p:nvPicPr>
          <p:cNvPr id="1035" name="Google Shape;1035;p129" title="Objects-Flowers-1.png"/>
          <p:cNvPicPr preferRelativeResize="0"/>
          <p:nvPr>
            <p:ph idx="2" type="pic"/>
          </p:nvPr>
        </p:nvPicPr>
        <p:blipFill rotWithShape="1">
          <a:blip r:embed="rId3">
            <a:alphaModFix/>
          </a:blip>
          <a:srcRect b="0" l="0" r="0" t="0"/>
          <a:stretch/>
        </p:blipFill>
        <p:spPr>
          <a:xfrm>
            <a:off x="2117319" y="3388174"/>
            <a:ext cx="750900" cy="750900"/>
          </a:xfrm>
          <a:prstGeom prst="rect">
            <a:avLst/>
          </a:prstGeom>
        </p:spPr>
      </p:pic>
    </p:spTree>
  </p:cSld>
  <p:clrMapOvr>
    <a:masterClrMapping/>
  </p:clrMapOvr>
</p:sld>
</file>

<file path=ppt/slides/slide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9" name="Shape 1039"/>
        <p:cNvGrpSpPr/>
        <p:nvPr/>
      </p:nvGrpSpPr>
      <p:grpSpPr>
        <a:xfrm>
          <a:off x="0" y="0"/>
          <a:ext cx="0" cy="0"/>
          <a:chOff x="0" y="0"/>
          <a:chExt cx="0" cy="0"/>
        </a:xfrm>
      </p:grpSpPr>
      <p:sp>
        <p:nvSpPr>
          <p:cNvPr id="1040" name="Google Shape;1040;p130"/>
          <p:cNvSpPr txBox="1"/>
          <p:nvPr>
            <p:ph idx="1" type="subTitle"/>
          </p:nvPr>
        </p:nvSpPr>
        <p:spPr>
          <a:xfrm>
            <a:off x="474092" y="1092300"/>
            <a:ext cx="3705000" cy="3207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
              <a:t>This is a line for a section name</a:t>
            </a:r>
            <a:endParaRPr/>
          </a:p>
        </p:txBody>
      </p:sp>
      <p:sp>
        <p:nvSpPr>
          <p:cNvPr id="1041" name="Google Shape;1041;p130"/>
          <p:cNvSpPr txBox="1"/>
          <p:nvPr>
            <p:ph type="ctrTitle"/>
          </p:nvPr>
        </p:nvSpPr>
        <p:spPr>
          <a:xfrm>
            <a:off x="455775" y="1554700"/>
            <a:ext cx="6402300" cy="16542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This is a chapter </a:t>
            </a:r>
            <a:br>
              <a:rPr lang="en"/>
            </a:br>
            <a:r>
              <a:rPr lang="en"/>
              <a:t>slide layout</a:t>
            </a:r>
            <a:endParaRPr/>
          </a:p>
        </p:txBody>
      </p:sp>
      <p:sp>
        <p:nvSpPr>
          <p:cNvPr id="1042" name="Google Shape;1042;p130"/>
          <p:cNvSpPr txBox="1"/>
          <p:nvPr>
            <p:ph idx="12" type="sldNum"/>
          </p:nvPr>
        </p:nvSpPr>
        <p:spPr>
          <a:xfrm>
            <a:off x="8256725" y="4708927"/>
            <a:ext cx="437100" cy="107400"/>
          </a:xfrm>
          <a:prstGeom prst="rect">
            <a:avLst/>
          </a:prstGeom>
        </p:spPr>
        <p:txBody>
          <a:bodyPr anchorCtr="0" anchor="t" bIns="0" lIns="0" spcFirstLastPara="1" rIns="0" wrap="square" tIns="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6" name="Shape 1046"/>
        <p:cNvGrpSpPr/>
        <p:nvPr/>
      </p:nvGrpSpPr>
      <p:grpSpPr>
        <a:xfrm>
          <a:off x="0" y="0"/>
          <a:ext cx="0" cy="0"/>
          <a:chOff x="0" y="0"/>
          <a:chExt cx="0" cy="0"/>
        </a:xfrm>
      </p:grpSpPr>
      <p:sp>
        <p:nvSpPr>
          <p:cNvPr id="1047" name="Google Shape;1047;p131"/>
          <p:cNvSpPr txBox="1"/>
          <p:nvPr>
            <p:ph idx="12" type="sldNum"/>
          </p:nvPr>
        </p:nvSpPr>
        <p:spPr>
          <a:xfrm>
            <a:off x="8256725" y="4708927"/>
            <a:ext cx="437100" cy="107400"/>
          </a:xfrm>
          <a:prstGeom prst="rect">
            <a:avLst/>
          </a:prstGeom>
        </p:spPr>
        <p:txBody>
          <a:bodyPr anchorCtr="0" anchor="t" bIns="0" lIns="0" spcFirstLastPara="1" rIns="0" wrap="square" tIns="0">
            <a:noAutofit/>
          </a:bodyPr>
          <a:lstStyle/>
          <a:p>
            <a:pPr indent="0" lvl="0" marL="0" rtl="0" algn="r">
              <a:spcBef>
                <a:spcPts val="0"/>
              </a:spcBef>
              <a:spcAft>
                <a:spcPts val="0"/>
              </a:spcAft>
              <a:buClr>
                <a:srgbClr val="000000"/>
              </a:buClr>
              <a:buSzPts val="1000"/>
              <a:buFont typeface="Arial"/>
              <a:buNone/>
            </a:pPr>
            <a:fld id="{00000000-1234-1234-1234-123412341234}" type="slidenum">
              <a:rPr lang="en"/>
              <a:t>‹#›</a:t>
            </a:fld>
            <a:endParaRPr/>
          </a:p>
        </p:txBody>
      </p:sp>
      <p:sp>
        <p:nvSpPr>
          <p:cNvPr id="1048" name="Google Shape;1048;p131"/>
          <p:cNvSpPr txBox="1"/>
          <p:nvPr>
            <p:ph type="title"/>
          </p:nvPr>
        </p:nvSpPr>
        <p:spPr>
          <a:xfrm>
            <a:off x="455775" y="457206"/>
            <a:ext cx="2634300" cy="3887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This is slide with room for adding screenshots</a:t>
            </a:r>
            <a:endParaRPr/>
          </a:p>
          <a:p>
            <a:pPr indent="0" lvl="0" marL="0" rtl="0" algn="l">
              <a:lnSpc>
                <a:spcPct val="115000"/>
              </a:lnSpc>
              <a:spcBef>
                <a:spcPts val="1300"/>
              </a:spcBef>
              <a:spcAft>
                <a:spcPts val="1000"/>
              </a:spcAft>
              <a:buNone/>
            </a:pPr>
            <a:r>
              <a:rPr lang="en" sz="1400">
                <a:latin typeface="Lora"/>
                <a:ea typeface="Lora"/>
                <a:cs typeface="Lora"/>
                <a:sym typeface="Lora"/>
              </a:rPr>
              <a:t>To replace the image, click it and then click </a:t>
            </a:r>
            <a:r>
              <a:rPr b="1" lang="en" sz="1400">
                <a:latin typeface="Lora"/>
                <a:ea typeface="Lora"/>
                <a:cs typeface="Lora"/>
                <a:sym typeface="Lora"/>
              </a:rPr>
              <a:t>Replace image</a:t>
            </a:r>
            <a:r>
              <a:rPr lang="en" sz="1400">
                <a:latin typeface="Lora"/>
                <a:ea typeface="Lora"/>
                <a:cs typeface="Lora"/>
                <a:sym typeface="Lora"/>
              </a:rPr>
              <a:t> in the toolbar and then choose </a:t>
            </a:r>
            <a:r>
              <a:rPr b="1" lang="en" sz="1400">
                <a:latin typeface="Lora"/>
                <a:ea typeface="Lora"/>
                <a:cs typeface="Lora"/>
                <a:sym typeface="Lora"/>
              </a:rPr>
              <a:t>Drive</a:t>
            </a:r>
            <a:endParaRPr sz="1400">
              <a:latin typeface="Lora"/>
              <a:ea typeface="Lora"/>
              <a:cs typeface="Lora"/>
              <a:sym typeface="Lora"/>
            </a:endParaRPr>
          </a:p>
        </p:txBody>
      </p:sp>
      <p:pic>
        <p:nvPicPr>
          <p:cNvPr id="1049" name="Google Shape;1049;p131"/>
          <p:cNvPicPr preferRelativeResize="0"/>
          <p:nvPr/>
        </p:nvPicPr>
        <p:blipFill rotWithShape="1">
          <a:blip r:embed="rId3">
            <a:alphaModFix/>
          </a:blip>
          <a:srcRect b="16572" l="11102" r="11094" t="18209"/>
          <a:stretch/>
        </p:blipFill>
        <p:spPr>
          <a:xfrm>
            <a:off x="3645888" y="561438"/>
            <a:ext cx="5406674" cy="4124864"/>
          </a:xfrm>
          <a:prstGeom prst="rect">
            <a:avLst/>
          </a:prstGeom>
          <a:noFill/>
          <a:ln>
            <a:noFill/>
          </a:ln>
        </p:spPr>
      </p:pic>
    </p:spTree>
  </p:cSld>
  <p:clrMapOvr>
    <a:masterClrMapping/>
  </p:clrMapOvr>
</p:sld>
</file>

<file path=ppt/slides/slide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3" name="Shape 1053"/>
        <p:cNvGrpSpPr/>
        <p:nvPr/>
      </p:nvGrpSpPr>
      <p:grpSpPr>
        <a:xfrm>
          <a:off x="0" y="0"/>
          <a:ext cx="0" cy="0"/>
          <a:chOff x="0" y="0"/>
          <a:chExt cx="0" cy="0"/>
        </a:xfrm>
      </p:grpSpPr>
      <p:sp>
        <p:nvSpPr>
          <p:cNvPr id="1054" name="Google Shape;1054;p132"/>
          <p:cNvSpPr txBox="1"/>
          <p:nvPr>
            <p:ph idx="12" type="sldNum"/>
          </p:nvPr>
        </p:nvSpPr>
        <p:spPr>
          <a:xfrm>
            <a:off x="8256725" y="4708927"/>
            <a:ext cx="437100" cy="107400"/>
          </a:xfrm>
          <a:prstGeom prst="rect">
            <a:avLst/>
          </a:prstGeom>
        </p:spPr>
        <p:txBody>
          <a:bodyPr anchorCtr="0" anchor="t" bIns="0" lIns="0" spcFirstLastPara="1" rIns="0" wrap="square" tIns="0">
            <a:noAutofit/>
          </a:bodyPr>
          <a:lstStyle/>
          <a:p>
            <a:pPr indent="0" lvl="0" marL="0" rtl="0" algn="r">
              <a:spcBef>
                <a:spcPts val="0"/>
              </a:spcBef>
              <a:spcAft>
                <a:spcPts val="0"/>
              </a:spcAft>
              <a:buClr>
                <a:srgbClr val="000000"/>
              </a:buClr>
              <a:buSzPts val="1000"/>
              <a:buFont typeface="Arial"/>
              <a:buNone/>
            </a:pPr>
            <a:fld id="{00000000-1234-1234-1234-123412341234}" type="slidenum">
              <a:rPr lang="en"/>
              <a:t>‹#›</a:t>
            </a:fld>
            <a:endParaRPr/>
          </a:p>
        </p:txBody>
      </p:sp>
      <p:sp>
        <p:nvSpPr>
          <p:cNvPr id="1055" name="Google Shape;1055;p132"/>
          <p:cNvSpPr txBox="1"/>
          <p:nvPr>
            <p:ph type="title"/>
          </p:nvPr>
        </p:nvSpPr>
        <p:spPr>
          <a:xfrm>
            <a:off x="455775" y="457206"/>
            <a:ext cx="2634300" cy="3887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This is slide with room for adding screenshots</a:t>
            </a:r>
            <a:endParaRPr/>
          </a:p>
          <a:p>
            <a:pPr indent="0" lvl="0" marL="0" rtl="0" algn="l">
              <a:lnSpc>
                <a:spcPct val="115000"/>
              </a:lnSpc>
              <a:spcBef>
                <a:spcPts val="1300"/>
              </a:spcBef>
              <a:spcAft>
                <a:spcPts val="1000"/>
              </a:spcAft>
              <a:buNone/>
            </a:pPr>
            <a:r>
              <a:rPr lang="en" sz="1400">
                <a:latin typeface="Lora"/>
                <a:ea typeface="Lora"/>
                <a:cs typeface="Lora"/>
                <a:sym typeface="Lora"/>
              </a:rPr>
              <a:t>To replace the image, click it and then click </a:t>
            </a:r>
            <a:r>
              <a:rPr b="1" lang="en" sz="1400">
                <a:latin typeface="Lora"/>
                <a:ea typeface="Lora"/>
                <a:cs typeface="Lora"/>
                <a:sym typeface="Lora"/>
              </a:rPr>
              <a:t>Replace image</a:t>
            </a:r>
            <a:r>
              <a:rPr lang="en" sz="1400">
                <a:latin typeface="Lora"/>
                <a:ea typeface="Lora"/>
                <a:cs typeface="Lora"/>
                <a:sym typeface="Lora"/>
              </a:rPr>
              <a:t> in the toolbar and then choose </a:t>
            </a:r>
            <a:r>
              <a:rPr b="1" lang="en" sz="1400">
                <a:latin typeface="Lora"/>
                <a:ea typeface="Lora"/>
                <a:cs typeface="Lora"/>
                <a:sym typeface="Lora"/>
              </a:rPr>
              <a:t>Drive</a:t>
            </a:r>
            <a:endParaRPr/>
          </a:p>
        </p:txBody>
      </p:sp>
      <p:pic>
        <p:nvPicPr>
          <p:cNvPr id="1056" name="Google Shape;1056;p132"/>
          <p:cNvPicPr preferRelativeResize="0"/>
          <p:nvPr/>
        </p:nvPicPr>
        <p:blipFill rotWithShape="1">
          <a:blip r:embed="rId3">
            <a:alphaModFix/>
          </a:blip>
          <a:srcRect b="0" l="159" r="159" t="0"/>
          <a:stretch/>
        </p:blipFill>
        <p:spPr>
          <a:xfrm>
            <a:off x="3954487" y="615398"/>
            <a:ext cx="4728107" cy="3781557"/>
          </a:xfrm>
          <a:prstGeom prst="rect">
            <a:avLst/>
          </a:prstGeom>
          <a:noFill/>
          <a:ln>
            <a:noFill/>
          </a:ln>
        </p:spPr>
      </p:pic>
    </p:spTree>
  </p:cSld>
  <p:clrMapOvr>
    <a:masterClrMapping/>
  </p:clrMapOvr>
</p:sld>
</file>

<file path=ppt/slides/slide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0" name="Shape 1060"/>
        <p:cNvGrpSpPr/>
        <p:nvPr/>
      </p:nvGrpSpPr>
      <p:grpSpPr>
        <a:xfrm>
          <a:off x="0" y="0"/>
          <a:ext cx="0" cy="0"/>
          <a:chOff x="0" y="0"/>
          <a:chExt cx="0" cy="0"/>
        </a:xfrm>
      </p:grpSpPr>
      <p:sp>
        <p:nvSpPr>
          <p:cNvPr id="1061" name="Google Shape;1061;p133"/>
          <p:cNvSpPr txBox="1"/>
          <p:nvPr>
            <p:ph type="title"/>
          </p:nvPr>
        </p:nvSpPr>
        <p:spPr>
          <a:xfrm>
            <a:off x="455775" y="457206"/>
            <a:ext cx="3708900" cy="3887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This is a slide for using a hero illustration</a:t>
            </a:r>
            <a:endParaRPr/>
          </a:p>
          <a:p>
            <a:pPr indent="0" lvl="0" marL="0" rtl="0" algn="l">
              <a:lnSpc>
                <a:spcPct val="115000"/>
              </a:lnSpc>
              <a:spcBef>
                <a:spcPts val="1300"/>
              </a:spcBef>
              <a:spcAft>
                <a:spcPts val="0"/>
              </a:spcAft>
              <a:buNone/>
            </a:pPr>
            <a:r>
              <a:rPr lang="en" sz="1400">
                <a:latin typeface="Lora"/>
                <a:ea typeface="Lora"/>
                <a:cs typeface="Lora"/>
                <a:sym typeface="Lora"/>
              </a:rPr>
              <a:t>To replace the image:</a:t>
            </a:r>
            <a:endParaRPr sz="1400">
              <a:latin typeface="Lora"/>
              <a:ea typeface="Lora"/>
              <a:cs typeface="Lora"/>
              <a:sym typeface="Lora"/>
            </a:endParaRPr>
          </a:p>
          <a:p>
            <a:pPr indent="0" lvl="0" marL="0" rtl="0" algn="l">
              <a:lnSpc>
                <a:spcPct val="115000"/>
              </a:lnSpc>
              <a:spcBef>
                <a:spcPts val="1000"/>
              </a:spcBef>
              <a:spcAft>
                <a:spcPts val="0"/>
              </a:spcAft>
              <a:buNone/>
            </a:pPr>
            <a:r>
              <a:rPr lang="en" sz="1400">
                <a:latin typeface="Lora"/>
                <a:ea typeface="Lora"/>
                <a:cs typeface="Lora"/>
                <a:sym typeface="Lora"/>
              </a:rPr>
              <a:t>Right click image &gt; Replace image &gt;Drive &amp; Photos &gt; Shared Drives &gt; “[Template] Google Slide” folder</a:t>
            </a:r>
            <a:endParaRPr sz="1400">
              <a:latin typeface="Lora"/>
              <a:ea typeface="Lora"/>
              <a:cs typeface="Lora"/>
              <a:sym typeface="Lora"/>
            </a:endParaRPr>
          </a:p>
          <a:p>
            <a:pPr indent="0" lvl="0" marL="0" rtl="0" algn="l">
              <a:lnSpc>
                <a:spcPct val="115000"/>
              </a:lnSpc>
              <a:spcBef>
                <a:spcPts val="1000"/>
              </a:spcBef>
              <a:spcAft>
                <a:spcPts val="1000"/>
              </a:spcAft>
              <a:buNone/>
            </a:pPr>
            <a:r>
              <a:t/>
            </a:r>
            <a:endParaRPr sz="1400">
              <a:latin typeface="Lora"/>
              <a:ea typeface="Lora"/>
              <a:cs typeface="Lora"/>
              <a:sym typeface="Lora"/>
            </a:endParaRPr>
          </a:p>
        </p:txBody>
      </p:sp>
      <p:sp>
        <p:nvSpPr>
          <p:cNvPr id="1062" name="Google Shape;1062;p133"/>
          <p:cNvSpPr txBox="1"/>
          <p:nvPr>
            <p:ph idx="12" type="sldNum"/>
          </p:nvPr>
        </p:nvSpPr>
        <p:spPr>
          <a:xfrm>
            <a:off x="8256725" y="4708927"/>
            <a:ext cx="437100" cy="107400"/>
          </a:xfrm>
          <a:prstGeom prst="rect">
            <a:avLst/>
          </a:prstGeom>
        </p:spPr>
        <p:txBody>
          <a:bodyPr anchorCtr="0" anchor="t" bIns="0" lIns="0" spcFirstLastPara="1" rIns="0" wrap="square" tIns="0">
            <a:noAutofit/>
          </a:bodyPr>
          <a:lstStyle/>
          <a:p>
            <a:pPr indent="0" lvl="0" marL="0" rtl="0" algn="r">
              <a:spcBef>
                <a:spcPts val="0"/>
              </a:spcBef>
              <a:spcAft>
                <a:spcPts val="0"/>
              </a:spcAft>
              <a:buNone/>
            </a:pPr>
            <a:fld id="{00000000-1234-1234-1234-123412341234}" type="slidenum">
              <a:rPr lang="en"/>
              <a:t>‹#›</a:t>
            </a:fld>
            <a:endParaRPr/>
          </a:p>
        </p:txBody>
      </p:sp>
      <p:pic>
        <p:nvPicPr>
          <p:cNvPr id="1063" name="Google Shape;1063;p133"/>
          <p:cNvPicPr preferRelativeResize="0"/>
          <p:nvPr>
            <p:ph idx="2" type="pic"/>
          </p:nvPr>
        </p:nvPicPr>
        <p:blipFill rotWithShape="1">
          <a:blip r:embed="rId3">
            <a:alphaModFix/>
          </a:blip>
          <a:srcRect b="0" l="0" r="0" t="0"/>
          <a:stretch/>
        </p:blipFill>
        <p:spPr>
          <a:xfrm>
            <a:off x="4806275" y="457197"/>
            <a:ext cx="3887698" cy="3887698"/>
          </a:xfrm>
          <a:prstGeom prst="rect">
            <a:avLst/>
          </a:prstGeom>
        </p:spPr>
      </p:pic>
    </p:spTree>
  </p:cSld>
  <p:clrMapOvr>
    <a:masterClrMapping/>
  </p:clrMapOvr>
</p:sld>
</file>

<file path=ppt/slides/slide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7" name="Shape 1067"/>
        <p:cNvGrpSpPr/>
        <p:nvPr/>
      </p:nvGrpSpPr>
      <p:grpSpPr>
        <a:xfrm>
          <a:off x="0" y="0"/>
          <a:ext cx="0" cy="0"/>
          <a:chOff x="0" y="0"/>
          <a:chExt cx="0" cy="0"/>
        </a:xfrm>
      </p:grpSpPr>
      <p:sp>
        <p:nvSpPr>
          <p:cNvPr id="1068" name="Google Shape;1068;p134"/>
          <p:cNvSpPr txBox="1"/>
          <p:nvPr>
            <p:ph type="title"/>
          </p:nvPr>
        </p:nvSpPr>
        <p:spPr>
          <a:xfrm>
            <a:off x="455775" y="940426"/>
            <a:ext cx="6840600" cy="22530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Use this for a quote or a large statement. </a:t>
            </a:r>
            <a:endParaRPr/>
          </a:p>
        </p:txBody>
      </p:sp>
      <p:sp>
        <p:nvSpPr>
          <p:cNvPr id="1069" name="Google Shape;1069;p134"/>
          <p:cNvSpPr txBox="1"/>
          <p:nvPr>
            <p:ph idx="1" type="subTitle"/>
          </p:nvPr>
        </p:nvSpPr>
        <p:spPr>
          <a:xfrm>
            <a:off x="455775" y="3429000"/>
            <a:ext cx="3705000" cy="8211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0"/>
              </a:spcAft>
              <a:buNone/>
            </a:pPr>
            <a:r>
              <a:rPr lang="en"/>
              <a:t>Add your attribution here. Move the box up or down to align with the length of your quote. </a:t>
            </a:r>
            <a:endParaRPr/>
          </a:p>
        </p:txBody>
      </p:sp>
      <p:sp>
        <p:nvSpPr>
          <p:cNvPr id="1070" name="Google Shape;1070;p134"/>
          <p:cNvSpPr txBox="1"/>
          <p:nvPr>
            <p:ph idx="12" type="sldNum"/>
          </p:nvPr>
        </p:nvSpPr>
        <p:spPr>
          <a:xfrm>
            <a:off x="8256725" y="4708927"/>
            <a:ext cx="437100" cy="107400"/>
          </a:xfrm>
          <a:prstGeom prst="rect">
            <a:avLst/>
          </a:prstGeom>
        </p:spPr>
        <p:txBody>
          <a:bodyPr anchorCtr="0" anchor="t" bIns="0" lIns="0" spcFirstLastPara="1" rIns="0" wrap="square" tIns="0">
            <a:noAutofit/>
          </a:bodyPr>
          <a:lstStyle/>
          <a:p>
            <a:pPr indent="0" lvl="0" marL="0" rtl="0" algn="r">
              <a:spcBef>
                <a:spcPts val="0"/>
              </a:spcBef>
              <a:spcAft>
                <a:spcPts val="0"/>
              </a:spcAft>
              <a:buClr>
                <a:srgbClr val="000000"/>
              </a:buClr>
              <a:buSzPts val="1000"/>
              <a:buFont typeface="Arial"/>
              <a:buNone/>
            </a:pPr>
            <a:fld id="{00000000-1234-1234-1234-123412341234}" type="slidenum">
              <a:rPr lang="en"/>
              <a:t>‹#›</a:t>
            </a:fld>
            <a:endParaRPr/>
          </a:p>
        </p:txBody>
      </p:sp>
    </p:spTree>
  </p:cSld>
  <p:clrMapOvr>
    <a:masterClrMapping/>
  </p:clrMapOvr>
</p:sld>
</file>

<file path=ppt/slides/slide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074" name="Shape 1074"/>
        <p:cNvGrpSpPr/>
        <p:nvPr/>
      </p:nvGrpSpPr>
      <p:grpSpPr>
        <a:xfrm>
          <a:off x="0" y="0"/>
          <a:ext cx="0" cy="0"/>
          <a:chOff x="0" y="0"/>
          <a:chExt cx="0" cy="0"/>
        </a:xfrm>
      </p:grpSpPr>
      <p:sp>
        <p:nvSpPr>
          <p:cNvPr id="1075" name="Google Shape;1075;p135"/>
          <p:cNvSpPr txBox="1"/>
          <p:nvPr>
            <p:ph type="title"/>
          </p:nvPr>
        </p:nvSpPr>
        <p:spPr>
          <a:xfrm>
            <a:off x="455775" y="940425"/>
            <a:ext cx="2634300" cy="22530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This is for a quote with accompanying photo</a:t>
            </a:r>
            <a:endParaRPr/>
          </a:p>
        </p:txBody>
      </p:sp>
      <p:sp>
        <p:nvSpPr>
          <p:cNvPr id="1076" name="Google Shape;1076;p135"/>
          <p:cNvSpPr txBox="1"/>
          <p:nvPr>
            <p:ph idx="1" type="subTitle"/>
          </p:nvPr>
        </p:nvSpPr>
        <p:spPr>
          <a:xfrm>
            <a:off x="455775" y="3429000"/>
            <a:ext cx="2634300" cy="8211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Add your attribution here. Move the box up or down to align with the length of your quote. </a:t>
            </a:r>
            <a:endParaRPr/>
          </a:p>
          <a:p>
            <a:pPr indent="0" lvl="0" marL="0" rtl="0" algn="l">
              <a:spcBef>
                <a:spcPts val="0"/>
              </a:spcBef>
              <a:spcAft>
                <a:spcPts val="0"/>
              </a:spcAft>
              <a:buNone/>
            </a:pPr>
            <a:r>
              <a:t/>
            </a:r>
            <a:endParaRPr/>
          </a:p>
        </p:txBody>
      </p:sp>
      <p:pic>
        <p:nvPicPr>
          <p:cNvPr id="1077" name="Google Shape;1077;p135"/>
          <p:cNvPicPr preferRelativeResize="0"/>
          <p:nvPr>
            <p:ph idx="2" type="pic"/>
          </p:nvPr>
        </p:nvPicPr>
        <p:blipFill rotWithShape="1">
          <a:blip r:embed="rId3">
            <a:alphaModFix/>
          </a:blip>
          <a:srcRect b="2244" l="0" r="0" t="2244"/>
          <a:stretch/>
        </p:blipFill>
        <p:spPr>
          <a:xfrm>
            <a:off x="3254975" y="457206"/>
            <a:ext cx="5431800" cy="3887700"/>
          </a:xfrm>
          <a:prstGeom prst="roundRect">
            <a:avLst>
              <a:gd fmla="val 16667" name="adj"/>
            </a:avLst>
          </a:prstGeom>
        </p:spPr>
      </p:pic>
      <p:sp>
        <p:nvSpPr>
          <p:cNvPr id="1078" name="Google Shape;1078;p135"/>
          <p:cNvSpPr txBox="1"/>
          <p:nvPr/>
        </p:nvSpPr>
        <p:spPr>
          <a:xfrm>
            <a:off x="455775" y="296906"/>
            <a:ext cx="604500" cy="9234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 sz="7200">
                <a:solidFill>
                  <a:srgbClr val="B0AEA5"/>
                </a:solidFill>
                <a:latin typeface="Lora SemiBold"/>
                <a:ea typeface="Lora SemiBold"/>
                <a:cs typeface="Lora SemiBold"/>
                <a:sym typeface="Lora SemiBold"/>
              </a:rPr>
              <a:t>“</a:t>
            </a:r>
            <a:endParaRPr sz="7200">
              <a:solidFill>
                <a:srgbClr val="B0AEA5"/>
              </a:solidFill>
              <a:latin typeface="Lora SemiBold"/>
              <a:ea typeface="Lora SemiBold"/>
              <a:cs typeface="Lora SemiBold"/>
              <a:sym typeface="Lora SemiBold"/>
            </a:endParaRPr>
          </a:p>
        </p:txBody>
      </p:sp>
      <p:sp>
        <p:nvSpPr>
          <p:cNvPr id="1079" name="Google Shape;1079;p135"/>
          <p:cNvSpPr txBox="1"/>
          <p:nvPr>
            <p:ph idx="12" type="sldNum"/>
          </p:nvPr>
        </p:nvSpPr>
        <p:spPr>
          <a:xfrm>
            <a:off x="8256725" y="4708927"/>
            <a:ext cx="437100" cy="107400"/>
          </a:xfrm>
          <a:prstGeom prst="rect">
            <a:avLst/>
          </a:prstGeom>
        </p:spPr>
        <p:txBody>
          <a:bodyPr anchorCtr="0" anchor="t" bIns="0" lIns="0" spcFirstLastPara="1" rIns="0" wrap="square" tIns="0">
            <a:noAutofit/>
          </a:bodyPr>
          <a:lstStyle/>
          <a:p>
            <a:pPr indent="0" lvl="0" marL="0" rtl="0" algn="r">
              <a:spcBef>
                <a:spcPts val="0"/>
              </a:spcBef>
              <a:spcAft>
                <a:spcPts val="0"/>
              </a:spcAft>
              <a:buClr>
                <a:srgbClr val="000000"/>
              </a:buClr>
              <a:buSzPts val="1000"/>
              <a:buFont typeface="Arial"/>
              <a:buNone/>
            </a:pPr>
            <a:fld id="{00000000-1234-1234-1234-123412341234}" type="slidenum">
              <a:rPr lang="en"/>
              <a:t>‹#›</a:t>
            </a:fld>
            <a:endParaRPr/>
          </a:p>
        </p:txBody>
      </p:sp>
    </p:spTree>
  </p:cSld>
  <p:clrMapOvr>
    <a:masterClrMapping/>
  </p:clrMapOvr>
</p:sld>
</file>

<file path=ppt/slides/slide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3" name="Shape 1083"/>
        <p:cNvGrpSpPr/>
        <p:nvPr/>
      </p:nvGrpSpPr>
      <p:grpSpPr>
        <a:xfrm>
          <a:off x="0" y="0"/>
          <a:ext cx="0" cy="0"/>
          <a:chOff x="0" y="0"/>
          <a:chExt cx="0" cy="0"/>
        </a:xfrm>
      </p:grpSpPr>
      <p:sp>
        <p:nvSpPr>
          <p:cNvPr id="1084" name="Google Shape;1084;p136"/>
          <p:cNvSpPr txBox="1"/>
          <p:nvPr>
            <p:ph type="title"/>
          </p:nvPr>
        </p:nvSpPr>
        <p:spPr>
          <a:xfrm>
            <a:off x="455775" y="1371605"/>
            <a:ext cx="6840600" cy="18219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Use this for a large statement. </a:t>
            </a:r>
            <a:br>
              <a:rPr lang="en"/>
            </a:br>
            <a:endParaRPr/>
          </a:p>
        </p:txBody>
      </p:sp>
      <p:sp>
        <p:nvSpPr>
          <p:cNvPr id="1085" name="Google Shape;1085;p136"/>
          <p:cNvSpPr txBox="1"/>
          <p:nvPr>
            <p:ph idx="1" type="subTitle"/>
          </p:nvPr>
        </p:nvSpPr>
        <p:spPr>
          <a:xfrm>
            <a:off x="455775" y="3429000"/>
            <a:ext cx="3705000" cy="8211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0"/>
              </a:spcAft>
              <a:buNone/>
            </a:pPr>
            <a:r>
              <a:rPr lang="en"/>
              <a:t>Add a source here or delete if not needed</a:t>
            </a:r>
            <a:endParaRPr/>
          </a:p>
        </p:txBody>
      </p:sp>
      <p:sp>
        <p:nvSpPr>
          <p:cNvPr id="1086" name="Google Shape;1086;p136"/>
          <p:cNvSpPr txBox="1"/>
          <p:nvPr>
            <p:ph idx="12" type="sldNum"/>
          </p:nvPr>
        </p:nvSpPr>
        <p:spPr>
          <a:xfrm>
            <a:off x="8256725" y="4708927"/>
            <a:ext cx="437100" cy="107400"/>
          </a:xfrm>
          <a:prstGeom prst="rect">
            <a:avLst/>
          </a:prstGeom>
        </p:spPr>
        <p:txBody>
          <a:bodyPr anchorCtr="0" anchor="t" bIns="0" lIns="0" spcFirstLastPara="1" rIns="0" wrap="square" tIns="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1090" name="Shape 1090"/>
        <p:cNvGrpSpPr/>
        <p:nvPr/>
      </p:nvGrpSpPr>
      <p:grpSpPr>
        <a:xfrm>
          <a:off x="0" y="0"/>
          <a:ext cx="0" cy="0"/>
          <a:chOff x="0" y="0"/>
          <a:chExt cx="0" cy="0"/>
        </a:xfrm>
      </p:grpSpPr>
      <p:pic>
        <p:nvPicPr>
          <p:cNvPr id="1091" name="Google Shape;1091;p137"/>
          <p:cNvPicPr preferRelativeResize="0"/>
          <p:nvPr>
            <p:ph idx="2" type="pic"/>
          </p:nvPr>
        </p:nvPicPr>
        <p:blipFill rotWithShape="1">
          <a:blip r:embed="rId3">
            <a:alphaModFix/>
          </a:blip>
          <a:srcRect b="0" l="0" r="10" t="0"/>
          <a:stretch/>
        </p:blipFill>
        <p:spPr>
          <a:xfrm>
            <a:off x="407700" y="374838"/>
            <a:ext cx="1167027" cy="1167135"/>
          </a:xfrm>
          <a:prstGeom prst="rect">
            <a:avLst/>
          </a:prstGeom>
        </p:spPr>
      </p:pic>
      <p:sp>
        <p:nvSpPr>
          <p:cNvPr id="1092" name="Google Shape;1092;p137"/>
          <p:cNvSpPr txBox="1"/>
          <p:nvPr>
            <p:ph idx="12" type="sldNum"/>
          </p:nvPr>
        </p:nvSpPr>
        <p:spPr>
          <a:xfrm>
            <a:off x="8256725" y="4708927"/>
            <a:ext cx="437100" cy="107400"/>
          </a:xfrm>
          <a:prstGeom prst="rect">
            <a:avLst/>
          </a:prstGeom>
        </p:spPr>
        <p:txBody>
          <a:bodyPr anchorCtr="0" anchor="t" bIns="0" lIns="0" spcFirstLastPara="1" rIns="0" wrap="square" tIns="0">
            <a:noAutofit/>
          </a:bodyPr>
          <a:lstStyle/>
          <a:p>
            <a:pPr indent="0" lvl="0" marL="0" rtl="0" algn="r">
              <a:spcBef>
                <a:spcPts val="0"/>
              </a:spcBef>
              <a:spcAft>
                <a:spcPts val="0"/>
              </a:spcAft>
              <a:buNone/>
            </a:pPr>
            <a:fld id="{00000000-1234-1234-1234-123412341234}" type="slidenum">
              <a:rPr lang="en"/>
              <a:t>‹#›</a:t>
            </a:fld>
            <a:endParaRPr/>
          </a:p>
        </p:txBody>
      </p:sp>
      <p:sp>
        <p:nvSpPr>
          <p:cNvPr id="1093" name="Google Shape;1093;p137"/>
          <p:cNvSpPr txBox="1"/>
          <p:nvPr>
            <p:ph type="title"/>
          </p:nvPr>
        </p:nvSpPr>
        <p:spPr>
          <a:xfrm>
            <a:off x="455775" y="1863742"/>
            <a:ext cx="6840600" cy="18219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Use this for a large statement. </a:t>
            </a:r>
            <a:endParaRPr/>
          </a:p>
          <a:p>
            <a:pPr indent="0" lvl="0" marL="0" rtl="0" algn="ctr">
              <a:lnSpc>
                <a:spcPct val="115000"/>
              </a:lnSpc>
              <a:spcBef>
                <a:spcPts val="0"/>
              </a:spcBef>
              <a:spcAft>
                <a:spcPts val="0"/>
              </a:spcAft>
              <a:buNone/>
            </a:pPr>
            <a:r>
              <a:t/>
            </a:r>
            <a:endParaRPr sz="1400"/>
          </a:p>
          <a:p>
            <a:pPr indent="0" lvl="0" marL="0" rtl="0" algn="l">
              <a:lnSpc>
                <a:spcPct val="115000"/>
              </a:lnSpc>
              <a:spcBef>
                <a:spcPts val="1000"/>
              </a:spcBef>
              <a:spcAft>
                <a:spcPts val="0"/>
              </a:spcAft>
              <a:buNone/>
            </a:pPr>
            <a:r>
              <a:rPr lang="en" sz="1400"/>
              <a:t>To replace an icon:</a:t>
            </a:r>
            <a:br>
              <a:rPr lang="en" sz="1400"/>
            </a:br>
            <a:r>
              <a:rPr lang="en" sz="1400"/>
              <a:t>Right click image &gt; Replace image &gt;Drive &amp; Photos &gt; Shared Drives &gt; </a:t>
            </a:r>
            <a:br>
              <a:rPr lang="en" sz="1400"/>
            </a:br>
            <a:r>
              <a:rPr lang="en" sz="1400"/>
              <a:t>“[Template] Google Slide” folder</a:t>
            </a:r>
            <a:endParaRPr sz="2400">
              <a:latin typeface="Poppins SemiBold"/>
              <a:ea typeface="Poppins SemiBold"/>
              <a:cs typeface="Poppins SemiBold"/>
              <a:sym typeface="Poppins SemiBold"/>
            </a:endParaRPr>
          </a:p>
          <a:p>
            <a:pPr indent="0" lvl="0" marL="0" rtl="0" algn="l">
              <a:spcBef>
                <a:spcPts val="1000"/>
              </a:spcBef>
              <a:spcAft>
                <a:spcPts val="0"/>
              </a:spcAft>
              <a:buNone/>
            </a:pPr>
            <a:r>
              <a:t/>
            </a:r>
            <a:endParaRPr/>
          </a:p>
        </p:txBody>
      </p:sp>
    </p:spTree>
  </p:cSld>
  <p:clrMapOvr>
    <a:masterClrMapping/>
  </p:clrMapOvr>
</p:sld>
</file>

<file path=ppt/slides/slide8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7" name="Shape 1097"/>
        <p:cNvGrpSpPr/>
        <p:nvPr/>
      </p:nvGrpSpPr>
      <p:grpSpPr>
        <a:xfrm>
          <a:off x="0" y="0"/>
          <a:ext cx="0" cy="0"/>
          <a:chOff x="0" y="0"/>
          <a:chExt cx="0" cy="0"/>
        </a:xfrm>
      </p:grpSpPr>
      <p:sp>
        <p:nvSpPr>
          <p:cNvPr id="1098" name="Google Shape;1098;p138"/>
          <p:cNvSpPr txBox="1"/>
          <p:nvPr>
            <p:ph type="title"/>
          </p:nvPr>
        </p:nvSpPr>
        <p:spPr>
          <a:xfrm>
            <a:off x="457200" y="457206"/>
            <a:ext cx="2632800" cy="3887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This is a slide with an image placeholder </a:t>
            </a:r>
            <a:endParaRPr/>
          </a:p>
          <a:p>
            <a:pPr indent="0" lvl="0" marL="0" rtl="0" algn="l">
              <a:lnSpc>
                <a:spcPct val="115000"/>
              </a:lnSpc>
              <a:spcBef>
                <a:spcPts val="1300"/>
              </a:spcBef>
              <a:spcAft>
                <a:spcPts val="1000"/>
              </a:spcAft>
              <a:buNone/>
            </a:pPr>
            <a:r>
              <a:rPr lang="en" sz="1400">
                <a:latin typeface="Lora"/>
                <a:ea typeface="Lora"/>
                <a:cs typeface="Lora"/>
                <a:sym typeface="Lora"/>
              </a:rPr>
              <a:t>To replace the image, click it and then click </a:t>
            </a:r>
            <a:r>
              <a:rPr b="1" lang="en" sz="1400">
                <a:latin typeface="Lora"/>
                <a:ea typeface="Lora"/>
                <a:cs typeface="Lora"/>
                <a:sym typeface="Lora"/>
              </a:rPr>
              <a:t>Replace image</a:t>
            </a:r>
            <a:r>
              <a:rPr lang="en" sz="1400">
                <a:latin typeface="Lora"/>
                <a:ea typeface="Lora"/>
                <a:cs typeface="Lora"/>
                <a:sym typeface="Lora"/>
              </a:rPr>
              <a:t> </a:t>
            </a:r>
            <a:br>
              <a:rPr lang="en" sz="1400">
                <a:latin typeface="Lora"/>
                <a:ea typeface="Lora"/>
                <a:cs typeface="Lora"/>
                <a:sym typeface="Lora"/>
              </a:rPr>
            </a:br>
            <a:r>
              <a:rPr lang="en" sz="1400">
                <a:latin typeface="Lora"/>
                <a:ea typeface="Lora"/>
                <a:cs typeface="Lora"/>
                <a:sym typeface="Lora"/>
              </a:rPr>
              <a:t>in the toolbar and then choose your photo.</a:t>
            </a:r>
            <a:endParaRPr/>
          </a:p>
        </p:txBody>
      </p:sp>
      <p:sp>
        <p:nvSpPr>
          <p:cNvPr id="1099" name="Google Shape;1099;p138"/>
          <p:cNvSpPr txBox="1"/>
          <p:nvPr>
            <p:ph idx="12" type="sldNum"/>
          </p:nvPr>
        </p:nvSpPr>
        <p:spPr>
          <a:xfrm>
            <a:off x="8256725" y="4708927"/>
            <a:ext cx="437100" cy="107400"/>
          </a:xfrm>
          <a:prstGeom prst="rect">
            <a:avLst/>
          </a:prstGeom>
        </p:spPr>
        <p:txBody>
          <a:bodyPr anchorCtr="0" anchor="t" bIns="0" lIns="0" spcFirstLastPara="1" rIns="0" wrap="square" tIns="0">
            <a:noAutofit/>
          </a:bodyPr>
          <a:lstStyle/>
          <a:p>
            <a:pPr indent="0" lvl="0" marL="0" rtl="0" algn="r">
              <a:spcBef>
                <a:spcPts val="0"/>
              </a:spcBef>
              <a:spcAft>
                <a:spcPts val="0"/>
              </a:spcAft>
              <a:buClr>
                <a:srgbClr val="000000"/>
              </a:buClr>
              <a:buSzPts val="1000"/>
              <a:buFont typeface="Arial"/>
              <a:buNone/>
            </a:pPr>
            <a:fld id="{00000000-1234-1234-1234-123412341234}" type="slidenum">
              <a:rPr lang="en"/>
              <a:t>‹#›</a:t>
            </a:fld>
            <a:endParaRPr/>
          </a:p>
        </p:txBody>
      </p:sp>
      <p:pic>
        <p:nvPicPr>
          <p:cNvPr id="1100" name="Google Shape;1100;p138" title="62eedd3c49a10081ea84946f3e02b5840ffcb61c-1152x864.png"/>
          <p:cNvPicPr preferRelativeResize="0"/>
          <p:nvPr>
            <p:ph idx="2" type="pic"/>
          </p:nvPr>
        </p:nvPicPr>
        <p:blipFill rotWithShape="1">
          <a:blip r:embed="rId3">
            <a:alphaModFix/>
          </a:blip>
          <a:srcRect b="2280" l="0" r="0" t="2290"/>
          <a:stretch/>
        </p:blipFill>
        <p:spPr>
          <a:xfrm>
            <a:off x="3254975" y="457206"/>
            <a:ext cx="5431800" cy="3887700"/>
          </a:xfrm>
          <a:prstGeom prst="roundRect">
            <a:avLst>
              <a:gd fmla="val 16667" name="adj"/>
            </a:avLst>
          </a:prstGeom>
        </p:spPr>
      </p:pic>
    </p:spTree>
  </p:cSld>
  <p:clrMapOvr>
    <a:masterClrMapping/>
  </p:clrMapOvr>
</p:sld>
</file>

<file path=ppt/slides/slide8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4" name="Shape 1104"/>
        <p:cNvGrpSpPr/>
        <p:nvPr/>
      </p:nvGrpSpPr>
      <p:grpSpPr>
        <a:xfrm>
          <a:off x="0" y="0"/>
          <a:ext cx="0" cy="0"/>
          <a:chOff x="0" y="0"/>
          <a:chExt cx="0" cy="0"/>
        </a:xfrm>
      </p:grpSpPr>
      <p:sp>
        <p:nvSpPr>
          <p:cNvPr id="1105" name="Google Shape;1105;p139"/>
          <p:cNvSpPr txBox="1"/>
          <p:nvPr>
            <p:ph type="title"/>
          </p:nvPr>
        </p:nvSpPr>
        <p:spPr>
          <a:xfrm>
            <a:off x="455775" y="457218"/>
            <a:ext cx="4033500" cy="3887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This is the same but 50/50 ratio</a:t>
            </a:r>
            <a:endParaRPr/>
          </a:p>
          <a:p>
            <a:pPr indent="0" lvl="0" marL="0" rtl="0" algn="l">
              <a:lnSpc>
                <a:spcPct val="115000"/>
              </a:lnSpc>
              <a:spcBef>
                <a:spcPts val="1300"/>
              </a:spcBef>
              <a:spcAft>
                <a:spcPts val="1000"/>
              </a:spcAft>
              <a:buNone/>
            </a:pPr>
            <a:r>
              <a:rPr lang="en" sz="1400">
                <a:latin typeface="Lora"/>
                <a:ea typeface="Lora"/>
                <a:cs typeface="Lora"/>
                <a:sym typeface="Lora"/>
              </a:rPr>
              <a:t>To replace the image, click it and then click </a:t>
            </a:r>
            <a:r>
              <a:rPr b="1" lang="en" sz="1400">
                <a:latin typeface="Lora"/>
                <a:ea typeface="Lora"/>
                <a:cs typeface="Lora"/>
                <a:sym typeface="Lora"/>
              </a:rPr>
              <a:t>Replace image</a:t>
            </a:r>
            <a:r>
              <a:rPr lang="en" sz="1400">
                <a:latin typeface="Lora"/>
                <a:ea typeface="Lora"/>
                <a:cs typeface="Lora"/>
                <a:sym typeface="Lora"/>
              </a:rPr>
              <a:t> in the toolbar and then choose your photo.</a:t>
            </a:r>
            <a:endParaRPr/>
          </a:p>
        </p:txBody>
      </p:sp>
      <p:sp>
        <p:nvSpPr>
          <p:cNvPr id="1106" name="Google Shape;1106;p139"/>
          <p:cNvSpPr txBox="1"/>
          <p:nvPr>
            <p:ph idx="12" type="sldNum"/>
          </p:nvPr>
        </p:nvSpPr>
        <p:spPr>
          <a:xfrm>
            <a:off x="8256725" y="4708927"/>
            <a:ext cx="437100" cy="107400"/>
          </a:xfrm>
          <a:prstGeom prst="rect">
            <a:avLst/>
          </a:prstGeom>
        </p:spPr>
        <p:txBody>
          <a:bodyPr anchorCtr="0" anchor="t" bIns="0" lIns="0" spcFirstLastPara="1" rIns="0" wrap="square" tIns="0">
            <a:noAutofit/>
          </a:bodyPr>
          <a:lstStyle/>
          <a:p>
            <a:pPr indent="0" lvl="0" marL="0" rtl="0" algn="r">
              <a:spcBef>
                <a:spcPts val="0"/>
              </a:spcBef>
              <a:spcAft>
                <a:spcPts val="0"/>
              </a:spcAft>
              <a:buClr>
                <a:srgbClr val="000000"/>
              </a:buClr>
              <a:buSzPts val="1000"/>
              <a:buFont typeface="Arial"/>
              <a:buNone/>
            </a:pPr>
            <a:fld id="{00000000-1234-1234-1234-123412341234}" type="slidenum">
              <a:rPr lang="en"/>
              <a:t>‹#›</a:t>
            </a:fld>
            <a:endParaRPr/>
          </a:p>
        </p:txBody>
      </p:sp>
      <p:pic>
        <p:nvPicPr>
          <p:cNvPr id="1107" name="Google Shape;1107;p139" title="62eedd3c49a10081ea84946f3e02b5840ffcb61c-1152x864.png"/>
          <p:cNvPicPr preferRelativeResize="0"/>
          <p:nvPr>
            <p:ph idx="2" type="pic"/>
          </p:nvPr>
        </p:nvPicPr>
        <p:blipFill rotWithShape="1">
          <a:blip r:embed="rId3">
            <a:alphaModFix/>
          </a:blip>
          <a:srcRect b="0" l="12502" r="12495" t="0"/>
          <a:stretch/>
        </p:blipFill>
        <p:spPr>
          <a:xfrm>
            <a:off x="4795838" y="457206"/>
            <a:ext cx="3887700" cy="3887700"/>
          </a:xfrm>
          <a:prstGeom prst="roundRect">
            <a:avLst>
              <a:gd fmla="val 16667" name="adj"/>
            </a:avLst>
          </a:prstGeom>
        </p:spPr>
      </p:pic>
    </p:spTree>
  </p:cSld>
  <p:clrMapOvr>
    <a:masterClrMapping/>
  </p:clrMapOvr>
</p:sld>
</file>

<file path=ppt/slides/slide8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1" name="Shape 1111"/>
        <p:cNvGrpSpPr/>
        <p:nvPr/>
      </p:nvGrpSpPr>
      <p:grpSpPr>
        <a:xfrm>
          <a:off x="0" y="0"/>
          <a:ext cx="0" cy="0"/>
          <a:chOff x="0" y="0"/>
          <a:chExt cx="0" cy="0"/>
        </a:xfrm>
      </p:grpSpPr>
      <p:sp>
        <p:nvSpPr>
          <p:cNvPr id="1112" name="Google Shape;1112;p140"/>
          <p:cNvSpPr txBox="1"/>
          <p:nvPr>
            <p:ph idx="12" type="sldNum"/>
          </p:nvPr>
        </p:nvSpPr>
        <p:spPr>
          <a:xfrm>
            <a:off x="8256725" y="4708927"/>
            <a:ext cx="437100" cy="107400"/>
          </a:xfrm>
          <a:prstGeom prst="rect">
            <a:avLst/>
          </a:prstGeom>
        </p:spPr>
        <p:txBody>
          <a:bodyPr anchorCtr="0" anchor="t" bIns="0" lIns="0" spcFirstLastPara="1" rIns="0" wrap="square" tIns="0">
            <a:noAutofit/>
          </a:bodyPr>
          <a:lstStyle/>
          <a:p>
            <a:pPr indent="0" lvl="0" marL="0" rtl="0" algn="r">
              <a:spcBef>
                <a:spcPts val="0"/>
              </a:spcBef>
              <a:spcAft>
                <a:spcPts val="0"/>
              </a:spcAft>
              <a:buNone/>
            </a:pPr>
            <a:fld id="{00000000-1234-1234-1234-123412341234}" type="slidenum">
              <a:rPr lang="en"/>
              <a:t>‹#›</a:t>
            </a:fld>
            <a:endParaRPr/>
          </a:p>
        </p:txBody>
      </p:sp>
      <p:pic>
        <p:nvPicPr>
          <p:cNvPr id="1113" name="Google Shape;1113;p140"/>
          <p:cNvPicPr preferRelativeResize="0"/>
          <p:nvPr>
            <p:ph idx="2" type="pic"/>
          </p:nvPr>
        </p:nvPicPr>
        <p:blipFill rotWithShape="1">
          <a:blip r:embed="rId3">
            <a:alphaModFix/>
          </a:blip>
          <a:srcRect b="0" l="12502" r="12495" t="0"/>
          <a:stretch/>
        </p:blipFill>
        <p:spPr>
          <a:xfrm>
            <a:off x="455775" y="457206"/>
            <a:ext cx="3887700" cy="3887700"/>
          </a:xfrm>
          <a:prstGeom prst="roundRect">
            <a:avLst>
              <a:gd fmla="val 16667" name="adj"/>
            </a:avLst>
          </a:prstGeom>
        </p:spPr>
      </p:pic>
      <p:sp>
        <p:nvSpPr>
          <p:cNvPr id="1114" name="Google Shape;1114;p140"/>
          <p:cNvSpPr txBox="1"/>
          <p:nvPr>
            <p:ph type="title"/>
          </p:nvPr>
        </p:nvSpPr>
        <p:spPr>
          <a:xfrm>
            <a:off x="4654113" y="457206"/>
            <a:ext cx="4033500" cy="3887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This is the same but with the photo on the left</a:t>
            </a:r>
            <a:endParaRPr/>
          </a:p>
          <a:p>
            <a:pPr indent="0" lvl="0" marL="0" rtl="0" algn="l">
              <a:lnSpc>
                <a:spcPct val="115000"/>
              </a:lnSpc>
              <a:spcBef>
                <a:spcPts val="1300"/>
              </a:spcBef>
              <a:spcAft>
                <a:spcPts val="0"/>
              </a:spcAft>
              <a:buNone/>
            </a:pPr>
            <a:r>
              <a:rPr lang="en" sz="1400">
                <a:latin typeface="Lora"/>
                <a:ea typeface="Lora"/>
                <a:cs typeface="Lora"/>
                <a:sym typeface="Lora"/>
              </a:rPr>
              <a:t>To replace the image, click it and then click </a:t>
            </a:r>
            <a:r>
              <a:rPr b="1" lang="en" sz="1400">
                <a:latin typeface="Lora"/>
                <a:ea typeface="Lora"/>
                <a:cs typeface="Lora"/>
                <a:sym typeface="Lora"/>
              </a:rPr>
              <a:t>Replace image</a:t>
            </a:r>
            <a:r>
              <a:rPr lang="en" sz="1400">
                <a:latin typeface="Lora"/>
                <a:ea typeface="Lora"/>
                <a:cs typeface="Lora"/>
                <a:sym typeface="Lora"/>
              </a:rPr>
              <a:t> in the toolbar and then choose your photo.</a:t>
            </a:r>
            <a:endParaRPr/>
          </a:p>
          <a:p>
            <a:pPr indent="0" lvl="0" marL="0" rtl="0" algn="l">
              <a:spcBef>
                <a:spcPts val="1000"/>
              </a:spcBef>
              <a:spcAft>
                <a:spcPts val="1300"/>
              </a:spcAft>
              <a:buNone/>
            </a:pPr>
            <a:r>
              <a:t/>
            </a:r>
            <a:endParaRPr/>
          </a:p>
        </p:txBody>
      </p:sp>
    </p:spTree>
  </p:cSld>
  <p:clrMapOvr>
    <a:masterClrMapping/>
  </p:clrMapOvr>
</p:sld>
</file>

<file path=ppt/slides/slide8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8" name="Shape 1118"/>
        <p:cNvGrpSpPr/>
        <p:nvPr/>
      </p:nvGrpSpPr>
      <p:grpSpPr>
        <a:xfrm>
          <a:off x="0" y="0"/>
          <a:ext cx="0" cy="0"/>
          <a:chOff x="0" y="0"/>
          <a:chExt cx="0" cy="0"/>
        </a:xfrm>
      </p:grpSpPr>
      <p:sp>
        <p:nvSpPr>
          <p:cNvPr id="1119" name="Google Shape;1119;p141"/>
          <p:cNvSpPr txBox="1"/>
          <p:nvPr>
            <p:ph idx="12" type="sldNum"/>
          </p:nvPr>
        </p:nvSpPr>
        <p:spPr>
          <a:xfrm>
            <a:off x="8256725" y="4708927"/>
            <a:ext cx="437100" cy="107400"/>
          </a:xfrm>
          <a:prstGeom prst="rect">
            <a:avLst/>
          </a:prstGeom>
        </p:spPr>
        <p:txBody>
          <a:bodyPr anchorCtr="0" anchor="t" bIns="0" lIns="0" spcFirstLastPara="1" rIns="0" wrap="square" tIns="0">
            <a:noAutofit/>
          </a:bodyPr>
          <a:lstStyle/>
          <a:p>
            <a:pPr indent="0" lvl="0" marL="0" rtl="0" algn="r">
              <a:spcBef>
                <a:spcPts val="0"/>
              </a:spcBef>
              <a:spcAft>
                <a:spcPts val="0"/>
              </a:spcAft>
              <a:buClr>
                <a:srgbClr val="000000"/>
              </a:buClr>
              <a:buSzPts val="1000"/>
              <a:buFont typeface="Arial"/>
              <a:buNone/>
            </a:pPr>
            <a:fld id="{00000000-1234-1234-1234-123412341234}" type="slidenum">
              <a:rPr lang="en"/>
              <a:t>‹#›</a:t>
            </a:fld>
            <a:endParaRPr/>
          </a:p>
        </p:txBody>
      </p:sp>
      <p:sp>
        <p:nvSpPr>
          <p:cNvPr id="1120" name="Google Shape;1120;p141"/>
          <p:cNvSpPr txBox="1"/>
          <p:nvPr>
            <p:ph idx="1" type="body"/>
          </p:nvPr>
        </p:nvSpPr>
        <p:spPr>
          <a:xfrm>
            <a:off x="6053325" y="1371605"/>
            <a:ext cx="2640600" cy="29733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To replace the image, click it and then click </a:t>
            </a:r>
            <a:r>
              <a:rPr b="1" lang="en"/>
              <a:t>Replace image</a:t>
            </a:r>
            <a:r>
              <a:rPr lang="en"/>
              <a:t> in the toolbar and then choose your photo.</a:t>
            </a:r>
            <a:endParaRPr>
              <a:latin typeface="Poppins SemiBold"/>
              <a:ea typeface="Poppins SemiBold"/>
              <a:cs typeface="Poppins SemiBold"/>
              <a:sym typeface="Poppins SemiBold"/>
            </a:endParaRPr>
          </a:p>
          <a:p>
            <a:pPr indent="0" lvl="0" marL="0" rtl="0" algn="l">
              <a:spcBef>
                <a:spcPts val="1000"/>
              </a:spcBef>
              <a:spcAft>
                <a:spcPts val="0"/>
              </a:spcAft>
              <a:buNone/>
            </a:pPr>
            <a:r>
              <a:t/>
            </a:r>
            <a:endParaRPr/>
          </a:p>
          <a:p>
            <a:pPr indent="0" lvl="0" marL="0" rtl="0" algn="l">
              <a:spcBef>
                <a:spcPts val="1000"/>
              </a:spcBef>
              <a:spcAft>
                <a:spcPts val="1000"/>
              </a:spcAft>
              <a:buNone/>
            </a:pPr>
            <a:r>
              <a:t/>
            </a:r>
            <a:endParaRPr/>
          </a:p>
        </p:txBody>
      </p:sp>
      <p:sp>
        <p:nvSpPr>
          <p:cNvPr id="1121" name="Google Shape;1121;p141"/>
          <p:cNvSpPr txBox="1"/>
          <p:nvPr>
            <p:ph type="title"/>
          </p:nvPr>
        </p:nvSpPr>
        <p:spPr>
          <a:xfrm>
            <a:off x="455775" y="456794"/>
            <a:ext cx="8238000" cy="8082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This is the same but just a different layout, good option for leading with a wide image</a:t>
            </a:r>
            <a:endParaRPr/>
          </a:p>
        </p:txBody>
      </p:sp>
      <p:pic>
        <p:nvPicPr>
          <p:cNvPr id="1122" name="Google Shape;1122;p141" title="49810dc8aa0de730866f49a164df84646226e880-1152x864.png"/>
          <p:cNvPicPr preferRelativeResize="0"/>
          <p:nvPr>
            <p:ph idx="2" type="pic"/>
          </p:nvPr>
        </p:nvPicPr>
        <p:blipFill rotWithShape="1">
          <a:blip r:embed="rId3">
            <a:alphaModFix/>
          </a:blip>
          <a:srcRect b="13514" l="0" r="0" t="13514"/>
          <a:stretch/>
        </p:blipFill>
        <p:spPr>
          <a:xfrm>
            <a:off x="455775" y="1371605"/>
            <a:ext cx="5432700" cy="2973300"/>
          </a:xfrm>
          <a:prstGeom prst="roundRect">
            <a:avLst>
              <a:gd fmla="val 16667" name="adj"/>
            </a:avLst>
          </a:prstGeom>
        </p:spPr>
      </p:pic>
    </p:spTree>
  </p:cSld>
  <p:clrMapOvr>
    <a:masterClrMapping/>
  </p:clrMapOvr>
</p:sld>
</file>

<file path=ppt/slides/slide8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6" name="Shape 1126"/>
        <p:cNvGrpSpPr/>
        <p:nvPr/>
      </p:nvGrpSpPr>
      <p:grpSpPr>
        <a:xfrm>
          <a:off x="0" y="0"/>
          <a:ext cx="0" cy="0"/>
          <a:chOff x="0" y="0"/>
          <a:chExt cx="0" cy="0"/>
        </a:xfrm>
      </p:grpSpPr>
      <p:pic>
        <p:nvPicPr>
          <p:cNvPr id="1127" name="Google Shape;1127;p142"/>
          <p:cNvPicPr preferRelativeResize="0"/>
          <p:nvPr>
            <p:ph idx="2" type="pic"/>
          </p:nvPr>
        </p:nvPicPr>
        <p:blipFill rotWithShape="1">
          <a:blip r:embed="rId3">
            <a:alphaModFix/>
          </a:blip>
          <a:srcRect b="806" l="0" r="0" t="816"/>
          <a:stretch/>
        </p:blipFill>
        <p:spPr>
          <a:xfrm>
            <a:off x="455700" y="1371605"/>
            <a:ext cx="4033500" cy="2973300"/>
          </a:xfrm>
          <a:prstGeom prst="roundRect">
            <a:avLst>
              <a:gd fmla="val 16667" name="adj"/>
            </a:avLst>
          </a:prstGeom>
        </p:spPr>
      </p:pic>
      <p:sp>
        <p:nvSpPr>
          <p:cNvPr id="1128" name="Google Shape;1128;p142"/>
          <p:cNvSpPr txBox="1"/>
          <p:nvPr>
            <p:ph idx="12" type="sldNum"/>
          </p:nvPr>
        </p:nvSpPr>
        <p:spPr>
          <a:xfrm>
            <a:off x="8256725" y="4708927"/>
            <a:ext cx="437100" cy="107400"/>
          </a:xfrm>
          <a:prstGeom prst="rect">
            <a:avLst/>
          </a:prstGeom>
        </p:spPr>
        <p:txBody>
          <a:bodyPr anchorCtr="0" anchor="t" bIns="0" lIns="0" spcFirstLastPara="1" rIns="0" wrap="square" tIns="0">
            <a:noAutofit/>
          </a:bodyPr>
          <a:lstStyle/>
          <a:p>
            <a:pPr indent="0" lvl="0" marL="0" rtl="0" algn="r">
              <a:spcBef>
                <a:spcPts val="0"/>
              </a:spcBef>
              <a:spcAft>
                <a:spcPts val="0"/>
              </a:spcAft>
              <a:buClr>
                <a:srgbClr val="000000"/>
              </a:buClr>
              <a:buSzPts val="1000"/>
              <a:buFont typeface="Arial"/>
              <a:buNone/>
            </a:pPr>
            <a:fld id="{00000000-1234-1234-1234-123412341234}" type="slidenum">
              <a:rPr lang="en"/>
              <a:t>‹#›</a:t>
            </a:fld>
            <a:endParaRPr/>
          </a:p>
        </p:txBody>
      </p:sp>
      <p:sp>
        <p:nvSpPr>
          <p:cNvPr id="1129" name="Google Shape;1129;p142"/>
          <p:cNvSpPr txBox="1"/>
          <p:nvPr>
            <p:ph type="title"/>
          </p:nvPr>
        </p:nvSpPr>
        <p:spPr>
          <a:xfrm>
            <a:off x="455775" y="456794"/>
            <a:ext cx="8238000" cy="808200"/>
          </a:xfrm>
          <a:prstGeom prst="rect">
            <a:avLst/>
          </a:prstGeom>
        </p:spPr>
        <p:txBody>
          <a:bodyPr anchorCtr="0" anchor="t" bIns="0" lIns="0" spcFirstLastPara="1" rIns="0" wrap="square" tIns="0">
            <a:noAutofit/>
          </a:bodyPr>
          <a:lstStyle/>
          <a:p>
            <a:pPr indent="0" lvl="0" marL="0" rtl="0" algn="ctr">
              <a:lnSpc>
                <a:spcPct val="100000"/>
              </a:lnSpc>
              <a:spcBef>
                <a:spcPts val="0"/>
              </a:spcBef>
              <a:spcAft>
                <a:spcPts val="0"/>
              </a:spcAft>
              <a:buNone/>
            </a:pPr>
            <a:r>
              <a:rPr lang="en"/>
              <a:t>And another for two images, side by side</a:t>
            </a:r>
            <a:endParaRPr/>
          </a:p>
          <a:p>
            <a:pPr indent="0" lvl="0" marL="0" rtl="0" algn="ctr">
              <a:spcBef>
                <a:spcPts val="1300"/>
              </a:spcBef>
              <a:spcAft>
                <a:spcPts val="0"/>
              </a:spcAft>
              <a:buNone/>
            </a:pPr>
            <a:r>
              <a:rPr lang="en" sz="1400">
                <a:latin typeface="Lora"/>
                <a:ea typeface="Lora"/>
                <a:cs typeface="Lora"/>
                <a:sym typeface="Lora"/>
              </a:rPr>
              <a:t>To replace an image, click it and then click </a:t>
            </a:r>
            <a:r>
              <a:rPr b="1" lang="en" sz="1400">
                <a:latin typeface="Lora"/>
                <a:ea typeface="Lora"/>
                <a:cs typeface="Lora"/>
                <a:sym typeface="Lora"/>
              </a:rPr>
              <a:t>Replace image</a:t>
            </a:r>
            <a:r>
              <a:rPr lang="en" sz="1400">
                <a:latin typeface="Lora"/>
                <a:ea typeface="Lora"/>
                <a:cs typeface="Lora"/>
                <a:sym typeface="Lora"/>
              </a:rPr>
              <a:t> in the toolbar and choose your photo</a:t>
            </a:r>
            <a:endParaRPr sz="1400">
              <a:latin typeface="Lora"/>
              <a:ea typeface="Lora"/>
              <a:cs typeface="Lora"/>
              <a:sym typeface="Lora"/>
            </a:endParaRPr>
          </a:p>
          <a:p>
            <a:pPr indent="0" lvl="0" marL="0" rtl="0" algn="ctr">
              <a:lnSpc>
                <a:spcPct val="100000"/>
              </a:lnSpc>
              <a:spcBef>
                <a:spcPts val="1300"/>
              </a:spcBef>
              <a:spcAft>
                <a:spcPts val="0"/>
              </a:spcAft>
              <a:buNone/>
            </a:pPr>
            <a:r>
              <a:t/>
            </a:r>
            <a:endParaRPr sz="1400">
              <a:latin typeface="Lora"/>
              <a:ea typeface="Lora"/>
              <a:cs typeface="Lora"/>
              <a:sym typeface="Lora"/>
            </a:endParaRPr>
          </a:p>
          <a:p>
            <a:pPr indent="0" lvl="0" marL="0" rtl="0" algn="ctr">
              <a:lnSpc>
                <a:spcPct val="100000"/>
              </a:lnSpc>
              <a:spcBef>
                <a:spcPts val="1300"/>
              </a:spcBef>
              <a:spcAft>
                <a:spcPts val="1300"/>
              </a:spcAft>
              <a:buNone/>
            </a:pPr>
            <a:r>
              <a:t/>
            </a:r>
            <a:endParaRPr/>
          </a:p>
        </p:txBody>
      </p:sp>
      <p:pic>
        <p:nvPicPr>
          <p:cNvPr id="1130" name="Google Shape;1130;p142"/>
          <p:cNvPicPr preferRelativeResize="0"/>
          <p:nvPr>
            <p:ph idx="3" type="pic"/>
          </p:nvPr>
        </p:nvPicPr>
        <p:blipFill rotWithShape="1">
          <a:blip r:embed="rId4">
            <a:alphaModFix/>
          </a:blip>
          <a:srcRect b="893" l="0" r="0" t="883"/>
          <a:stretch/>
        </p:blipFill>
        <p:spPr>
          <a:xfrm>
            <a:off x="4654113" y="1371605"/>
            <a:ext cx="4039800" cy="2973300"/>
          </a:xfrm>
          <a:prstGeom prst="roundRect">
            <a:avLst>
              <a:gd fmla="val 16667" name="adj"/>
            </a:avLst>
          </a:prstGeom>
        </p:spPr>
      </p:pic>
    </p:spTree>
  </p:cSld>
  <p:clrMapOvr>
    <a:masterClrMapping/>
  </p:clrMapOvr>
</p:sld>
</file>

<file path=ppt/slides/slide8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4" name="Shape 1134"/>
        <p:cNvGrpSpPr/>
        <p:nvPr/>
      </p:nvGrpSpPr>
      <p:grpSpPr>
        <a:xfrm>
          <a:off x="0" y="0"/>
          <a:ext cx="0" cy="0"/>
          <a:chOff x="0" y="0"/>
          <a:chExt cx="0" cy="0"/>
        </a:xfrm>
      </p:grpSpPr>
      <p:pic>
        <p:nvPicPr>
          <p:cNvPr id="1135" name="Google Shape;1135;p143"/>
          <p:cNvPicPr preferRelativeResize="0"/>
          <p:nvPr>
            <p:ph idx="2" type="pic"/>
          </p:nvPr>
        </p:nvPicPr>
        <p:blipFill rotWithShape="1">
          <a:blip r:embed="rId3">
            <a:alphaModFix/>
          </a:blip>
          <a:srcRect b="11491" l="0" r="0" t="11491"/>
          <a:stretch/>
        </p:blipFill>
        <p:spPr>
          <a:xfrm>
            <a:off x="455700" y="1371601"/>
            <a:ext cx="4033500" cy="2328000"/>
          </a:xfrm>
          <a:prstGeom prst="roundRect">
            <a:avLst>
              <a:gd fmla="val 16667" name="adj"/>
            </a:avLst>
          </a:prstGeom>
        </p:spPr>
      </p:pic>
      <p:sp>
        <p:nvSpPr>
          <p:cNvPr id="1136" name="Google Shape;1136;p143"/>
          <p:cNvSpPr txBox="1"/>
          <p:nvPr>
            <p:ph idx="12" type="sldNum"/>
          </p:nvPr>
        </p:nvSpPr>
        <p:spPr>
          <a:xfrm>
            <a:off x="8256725" y="4708927"/>
            <a:ext cx="437100" cy="107400"/>
          </a:xfrm>
          <a:prstGeom prst="rect">
            <a:avLst/>
          </a:prstGeom>
        </p:spPr>
        <p:txBody>
          <a:bodyPr anchorCtr="0" anchor="t" bIns="0" lIns="0" spcFirstLastPara="1" rIns="0" wrap="square" tIns="0">
            <a:noAutofit/>
          </a:bodyPr>
          <a:lstStyle/>
          <a:p>
            <a:pPr indent="0" lvl="0" marL="0" rtl="0" algn="r">
              <a:spcBef>
                <a:spcPts val="0"/>
              </a:spcBef>
              <a:spcAft>
                <a:spcPts val="0"/>
              </a:spcAft>
              <a:buClr>
                <a:srgbClr val="000000"/>
              </a:buClr>
              <a:buSzPts val="1000"/>
              <a:buFont typeface="Arial"/>
              <a:buNone/>
            </a:pPr>
            <a:fld id="{00000000-1234-1234-1234-123412341234}" type="slidenum">
              <a:rPr lang="en"/>
              <a:t>‹#›</a:t>
            </a:fld>
            <a:endParaRPr/>
          </a:p>
        </p:txBody>
      </p:sp>
      <p:sp>
        <p:nvSpPr>
          <p:cNvPr id="1137" name="Google Shape;1137;p143"/>
          <p:cNvSpPr txBox="1"/>
          <p:nvPr>
            <p:ph type="title"/>
          </p:nvPr>
        </p:nvSpPr>
        <p:spPr>
          <a:xfrm>
            <a:off x="455775" y="456794"/>
            <a:ext cx="8238000" cy="8082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rPr lang="en"/>
              <a:t>Another for two photos with descriptions</a:t>
            </a:r>
            <a:endParaRPr/>
          </a:p>
          <a:p>
            <a:pPr indent="0" lvl="0" marL="0" rtl="0" algn="ctr">
              <a:spcBef>
                <a:spcPts val="1300"/>
              </a:spcBef>
              <a:spcAft>
                <a:spcPts val="0"/>
              </a:spcAft>
              <a:buNone/>
            </a:pPr>
            <a:r>
              <a:rPr lang="en" sz="1400">
                <a:latin typeface="Lora"/>
                <a:ea typeface="Lora"/>
                <a:cs typeface="Lora"/>
                <a:sym typeface="Lora"/>
              </a:rPr>
              <a:t>To replace an image, click it and then click </a:t>
            </a:r>
            <a:r>
              <a:rPr b="1" lang="en" sz="1400">
                <a:latin typeface="Lora"/>
                <a:ea typeface="Lora"/>
                <a:cs typeface="Lora"/>
                <a:sym typeface="Lora"/>
              </a:rPr>
              <a:t>Replace image</a:t>
            </a:r>
            <a:r>
              <a:rPr lang="en" sz="1400">
                <a:latin typeface="Lora"/>
                <a:ea typeface="Lora"/>
                <a:cs typeface="Lora"/>
                <a:sym typeface="Lora"/>
              </a:rPr>
              <a:t> in the toolbar and choose your photo</a:t>
            </a:r>
            <a:endParaRPr sz="1400">
              <a:latin typeface="Lora"/>
              <a:ea typeface="Lora"/>
              <a:cs typeface="Lora"/>
              <a:sym typeface="Lora"/>
            </a:endParaRPr>
          </a:p>
          <a:p>
            <a:pPr indent="0" lvl="0" marL="0" rtl="0" algn="ctr">
              <a:spcBef>
                <a:spcPts val="1300"/>
              </a:spcBef>
              <a:spcAft>
                <a:spcPts val="1300"/>
              </a:spcAft>
              <a:buNone/>
            </a:pPr>
            <a:r>
              <a:t/>
            </a:r>
            <a:endParaRPr sz="1400">
              <a:latin typeface="Lora"/>
              <a:ea typeface="Lora"/>
              <a:cs typeface="Lora"/>
              <a:sym typeface="Lora"/>
            </a:endParaRPr>
          </a:p>
        </p:txBody>
      </p:sp>
      <p:pic>
        <p:nvPicPr>
          <p:cNvPr id="1138" name="Google Shape;1138;p143"/>
          <p:cNvPicPr preferRelativeResize="0"/>
          <p:nvPr>
            <p:ph idx="3" type="pic"/>
          </p:nvPr>
        </p:nvPicPr>
        <p:blipFill rotWithShape="1">
          <a:blip r:embed="rId4">
            <a:alphaModFix/>
          </a:blip>
          <a:srcRect b="11543" l="0" r="0" t="11551"/>
          <a:stretch/>
        </p:blipFill>
        <p:spPr>
          <a:xfrm>
            <a:off x="4654113" y="1371601"/>
            <a:ext cx="4039800" cy="2328000"/>
          </a:xfrm>
          <a:prstGeom prst="roundRect">
            <a:avLst>
              <a:gd fmla="val 16667" name="adj"/>
            </a:avLst>
          </a:prstGeom>
        </p:spPr>
      </p:pic>
      <p:sp>
        <p:nvSpPr>
          <p:cNvPr id="1139" name="Google Shape;1139;p143"/>
          <p:cNvSpPr txBox="1"/>
          <p:nvPr>
            <p:ph idx="1" type="body"/>
          </p:nvPr>
        </p:nvSpPr>
        <p:spPr>
          <a:xfrm>
            <a:off x="4661025" y="3833700"/>
            <a:ext cx="4032900" cy="5112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
              <a:t>Eu farm-to-table organic ipsum </a:t>
            </a:r>
            <a:br>
              <a:rPr lang="en"/>
            </a:br>
            <a:r>
              <a:rPr lang="en"/>
              <a:t>glossier art party kale chips</a:t>
            </a:r>
            <a:endParaRPr/>
          </a:p>
        </p:txBody>
      </p:sp>
      <p:sp>
        <p:nvSpPr>
          <p:cNvPr id="1140" name="Google Shape;1140;p143"/>
          <p:cNvSpPr txBox="1"/>
          <p:nvPr>
            <p:ph idx="4" type="body"/>
          </p:nvPr>
        </p:nvSpPr>
        <p:spPr>
          <a:xfrm>
            <a:off x="456075" y="3833700"/>
            <a:ext cx="4032900" cy="5112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
              <a:t>Squid messenger bag vaporware </a:t>
            </a:r>
            <a:br>
              <a:rPr lang="en"/>
            </a:br>
            <a:r>
              <a:rPr lang="en"/>
              <a:t>Thundercats adipisicing bruh </a:t>
            </a:r>
            <a:endParaRPr/>
          </a:p>
        </p:txBody>
      </p:sp>
    </p:spTree>
  </p:cSld>
  <p:clrMapOvr>
    <a:masterClrMapping/>
  </p:clrMapOvr>
</p:sld>
</file>

<file path=ppt/slides/slide8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4" name="Shape 1144"/>
        <p:cNvGrpSpPr/>
        <p:nvPr/>
      </p:nvGrpSpPr>
      <p:grpSpPr>
        <a:xfrm>
          <a:off x="0" y="0"/>
          <a:ext cx="0" cy="0"/>
          <a:chOff x="0" y="0"/>
          <a:chExt cx="0" cy="0"/>
        </a:xfrm>
      </p:grpSpPr>
      <p:sp>
        <p:nvSpPr>
          <p:cNvPr id="1145" name="Google Shape;1145;p144"/>
          <p:cNvSpPr txBox="1"/>
          <p:nvPr>
            <p:ph idx="12" type="sldNum"/>
          </p:nvPr>
        </p:nvSpPr>
        <p:spPr>
          <a:xfrm>
            <a:off x="8256725" y="4708927"/>
            <a:ext cx="437100" cy="107400"/>
          </a:xfrm>
          <a:prstGeom prst="rect">
            <a:avLst/>
          </a:prstGeom>
        </p:spPr>
        <p:txBody>
          <a:bodyPr anchorCtr="0" anchor="t" bIns="0" lIns="0" spcFirstLastPara="1" rIns="0" wrap="square" tIns="0">
            <a:noAutofit/>
          </a:bodyPr>
          <a:lstStyle/>
          <a:p>
            <a:pPr indent="0" lvl="0" marL="0" rtl="0" algn="r">
              <a:spcBef>
                <a:spcPts val="0"/>
              </a:spcBef>
              <a:spcAft>
                <a:spcPts val="0"/>
              </a:spcAft>
              <a:buClr>
                <a:srgbClr val="000000"/>
              </a:buClr>
              <a:buSzPts val="1000"/>
              <a:buFont typeface="Arial"/>
              <a:buNone/>
            </a:pPr>
            <a:fld id="{00000000-1234-1234-1234-123412341234}" type="slidenum">
              <a:rPr lang="en"/>
              <a:t>‹#›</a:t>
            </a:fld>
            <a:endParaRPr/>
          </a:p>
        </p:txBody>
      </p:sp>
      <p:pic>
        <p:nvPicPr>
          <p:cNvPr id="1146" name="Google Shape;1146;p144" title="3e08b5548ea51c9d5928d31739aca51344ecb400-1152x864 (1).png"/>
          <p:cNvPicPr preferRelativeResize="0"/>
          <p:nvPr>
            <p:ph idx="2" type="pic"/>
          </p:nvPr>
        </p:nvPicPr>
        <p:blipFill rotWithShape="1">
          <a:blip r:embed="rId3">
            <a:alphaModFix/>
          </a:blip>
          <a:srcRect b="0" l="16778" r="16771" t="0"/>
          <a:stretch/>
        </p:blipFill>
        <p:spPr>
          <a:xfrm>
            <a:off x="455700" y="1371600"/>
            <a:ext cx="2634300" cy="2973300"/>
          </a:xfrm>
          <a:prstGeom prst="roundRect">
            <a:avLst>
              <a:gd fmla="val 16667" name="adj"/>
            </a:avLst>
          </a:prstGeom>
        </p:spPr>
      </p:pic>
      <p:sp>
        <p:nvSpPr>
          <p:cNvPr id="1147" name="Google Shape;1147;p144"/>
          <p:cNvSpPr txBox="1"/>
          <p:nvPr>
            <p:ph type="title"/>
          </p:nvPr>
        </p:nvSpPr>
        <p:spPr>
          <a:xfrm>
            <a:off x="455775" y="456794"/>
            <a:ext cx="8238000" cy="8082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rPr lang="en"/>
              <a:t>And another for three images, side by side</a:t>
            </a:r>
            <a:endParaRPr/>
          </a:p>
          <a:p>
            <a:pPr indent="0" lvl="0" marL="0" rtl="0" algn="ctr">
              <a:spcBef>
                <a:spcPts val="1300"/>
              </a:spcBef>
              <a:spcAft>
                <a:spcPts val="0"/>
              </a:spcAft>
              <a:buNone/>
            </a:pPr>
            <a:r>
              <a:rPr lang="en" sz="1400">
                <a:latin typeface="Lora"/>
                <a:ea typeface="Lora"/>
                <a:cs typeface="Lora"/>
                <a:sym typeface="Lora"/>
              </a:rPr>
              <a:t>To replace an image, click it and then click </a:t>
            </a:r>
            <a:r>
              <a:rPr b="1" lang="en" sz="1400">
                <a:latin typeface="Lora"/>
                <a:ea typeface="Lora"/>
                <a:cs typeface="Lora"/>
                <a:sym typeface="Lora"/>
              </a:rPr>
              <a:t>Replace image</a:t>
            </a:r>
            <a:r>
              <a:rPr lang="en" sz="1400">
                <a:latin typeface="Lora"/>
                <a:ea typeface="Lora"/>
                <a:cs typeface="Lora"/>
                <a:sym typeface="Lora"/>
              </a:rPr>
              <a:t> in the toolbar and choose your photo</a:t>
            </a:r>
            <a:endParaRPr sz="1400">
              <a:latin typeface="Lora"/>
              <a:ea typeface="Lora"/>
              <a:cs typeface="Lora"/>
              <a:sym typeface="Lora"/>
            </a:endParaRPr>
          </a:p>
          <a:p>
            <a:pPr indent="0" lvl="0" marL="0" rtl="0" algn="ctr">
              <a:spcBef>
                <a:spcPts val="1300"/>
              </a:spcBef>
              <a:spcAft>
                <a:spcPts val="0"/>
              </a:spcAft>
              <a:buNone/>
            </a:pPr>
            <a:r>
              <a:t/>
            </a:r>
            <a:endParaRPr/>
          </a:p>
        </p:txBody>
      </p:sp>
      <p:pic>
        <p:nvPicPr>
          <p:cNvPr id="1148" name="Google Shape;1148;p144" title="49810dc8aa0de730866f49a164df84646226e880-1152x864.png"/>
          <p:cNvPicPr preferRelativeResize="0"/>
          <p:nvPr>
            <p:ph idx="3" type="pic"/>
          </p:nvPr>
        </p:nvPicPr>
        <p:blipFill rotWithShape="1">
          <a:blip r:embed="rId4">
            <a:alphaModFix/>
          </a:blip>
          <a:srcRect b="0" l="16697" r="16697" t="0"/>
          <a:stretch/>
        </p:blipFill>
        <p:spPr>
          <a:xfrm>
            <a:off x="6053325" y="1371600"/>
            <a:ext cx="2640600" cy="2973300"/>
          </a:xfrm>
          <a:prstGeom prst="roundRect">
            <a:avLst>
              <a:gd fmla="val 16667" name="adj"/>
            </a:avLst>
          </a:prstGeom>
        </p:spPr>
      </p:pic>
      <p:pic>
        <p:nvPicPr>
          <p:cNvPr id="1149" name="Google Shape;1149;p144" title="62eedd3c49a10081ea84946f3e02b5840ffcb61c-1152x864.png"/>
          <p:cNvPicPr preferRelativeResize="0"/>
          <p:nvPr>
            <p:ph idx="4" type="pic"/>
          </p:nvPr>
        </p:nvPicPr>
        <p:blipFill rotWithShape="1">
          <a:blip r:embed="rId5">
            <a:alphaModFix/>
          </a:blip>
          <a:srcRect b="0" l="16697" r="16697" t="0"/>
          <a:stretch/>
        </p:blipFill>
        <p:spPr>
          <a:xfrm>
            <a:off x="3251438" y="1371600"/>
            <a:ext cx="2640600" cy="2973300"/>
          </a:xfrm>
          <a:prstGeom prst="roundRect">
            <a:avLst>
              <a:gd fmla="val 16667" name="adj"/>
            </a:avLst>
          </a:prstGeom>
        </p:spPr>
      </p:pic>
    </p:spTree>
  </p:cSld>
  <p:clrMapOvr>
    <a:masterClrMapping/>
  </p:clrMapOvr>
</p:sld>
</file>

<file path=ppt/slides/slide8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3" name="Shape 1153"/>
        <p:cNvGrpSpPr/>
        <p:nvPr/>
      </p:nvGrpSpPr>
      <p:grpSpPr>
        <a:xfrm>
          <a:off x="0" y="0"/>
          <a:ext cx="0" cy="0"/>
          <a:chOff x="0" y="0"/>
          <a:chExt cx="0" cy="0"/>
        </a:xfrm>
      </p:grpSpPr>
      <p:sp>
        <p:nvSpPr>
          <p:cNvPr id="1154" name="Google Shape;1154;p145"/>
          <p:cNvSpPr txBox="1"/>
          <p:nvPr>
            <p:ph idx="3" type="body"/>
          </p:nvPr>
        </p:nvSpPr>
        <p:spPr>
          <a:xfrm>
            <a:off x="6059625" y="3833700"/>
            <a:ext cx="2634000" cy="5112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
              <a:t>Polaroid chia waistcoat tilde adaptogen poutine bushwick</a:t>
            </a:r>
            <a:endParaRPr/>
          </a:p>
        </p:txBody>
      </p:sp>
      <p:pic>
        <p:nvPicPr>
          <p:cNvPr id="1155" name="Google Shape;1155;p145" title="3e08b5548ea51c9d5928d31739aca51344ecb400-1152x864 (1).png"/>
          <p:cNvPicPr preferRelativeResize="0"/>
          <p:nvPr>
            <p:ph idx="4" type="pic"/>
          </p:nvPr>
        </p:nvPicPr>
        <p:blipFill rotWithShape="1">
          <a:blip r:embed="rId3">
            <a:alphaModFix/>
          </a:blip>
          <a:srcRect b="0" l="7562" r="7562" t="0"/>
          <a:stretch/>
        </p:blipFill>
        <p:spPr>
          <a:xfrm>
            <a:off x="455700" y="1371600"/>
            <a:ext cx="2634300" cy="2328000"/>
          </a:xfrm>
          <a:prstGeom prst="roundRect">
            <a:avLst>
              <a:gd fmla="val 16667" name="adj"/>
            </a:avLst>
          </a:prstGeom>
        </p:spPr>
      </p:pic>
      <p:pic>
        <p:nvPicPr>
          <p:cNvPr id="1156" name="Google Shape;1156;p145" title="49810dc8aa0de730866f49a164df84646226e880-1152x864.png"/>
          <p:cNvPicPr preferRelativeResize="0"/>
          <p:nvPr>
            <p:ph idx="5" type="pic"/>
          </p:nvPr>
        </p:nvPicPr>
        <p:blipFill rotWithShape="1">
          <a:blip r:embed="rId4">
            <a:alphaModFix/>
          </a:blip>
          <a:srcRect b="0" l="7460" r="7469" t="0"/>
          <a:stretch/>
        </p:blipFill>
        <p:spPr>
          <a:xfrm>
            <a:off x="6053325" y="1371600"/>
            <a:ext cx="2640600" cy="2328000"/>
          </a:xfrm>
          <a:prstGeom prst="roundRect">
            <a:avLst>
              <a:gd fmla="val 16667" name="adj"/>
            </a:avLst>
          </a:prstGeom>
        </p:spPr>
      </p:pic>
      <p:pic>
        <p:nvPicPr>
          <p:cNvPr id="1157" name="Google Shape;1157;p145" title="62eedd3c49a10081ea84946f3e02b5840ffcb61c-1152x864.png"/>
          <p:cNvPicPr preferRelativeResize="0"/>
          <p:nvPr>
            <p:ph idx="6" type="pic"/>
          </p:nvPr>
        </p:nvPicPr>
        <p:blipFill rotWithShape="1">
          <a:blip r:embed="rId5">
            <a:alphaModFix/>
          </a:blip>
          <a:srcRect b="0" l="7460" r="7469" t="0"/>
          <a:stretch/>
        </p:blipFill>
        <p:spPr>
          <a:xfrm>
            <a:off x="3251438" y="1371600"/>
            <a:ext cx="2640600" cy="2328000"/>
          </a:xfrm>
          <a:prstGeom prst="roundRect">
            <a:avLst>
              <a:gd fmla="val 16667" name="adj"/>
            </a:avLst>
          </a:prstGeom>
        </p:spPr>
      </p:pic>
      <p:sp>
        <p:nvSpPr>
          <p:cNvPr id="1158" name="Google Shape;1158;p145"/>
          <p:cNvSpPr txBox="1"/>
          <p:nvPr>
            <p:ph idx="12" type="sldNum"/>
          </p:nvPr>
        </p:nvSpPr>
        <p:spPr>
          <a:xfrm>
            <a:off x="8256725" y="4708927"/>
            <a:ext cx="437100" cy="107400"/>
          </a:xfrm>
          <a:prstGeom prst="rect">
            <a:avLst/>
          </a:prstGeom>
        </p:spPr>
        <p:txBody>
          <a:bodyPr anchorCtr="0" anchor="t" bIns="0" lIns="0" spcFirstLastPara="1" rIns="0" wrap="square" tIns="0">
            <a:noAutofit/>
          </a:bodyPr>
          <a:lstStyle/>
          <a:p>
            <a:pPr indent="0" lvl="0" marL="0" rtl="0" algn="r">
              <a:spcBef>
                <a:spcPts val="0"/>
              </a:spcBef>
              <a:spcAft>
                <a:spcPts val="0"/>
              </a:spcAft>
              <a:buClr>
                <a:srgbClr val="000000"/>
              </a:buClr>
              <a:buSzPts val="1000"/>
              <a:buFont typeface="Arial"/>
              <a:buNone/>
            </a:pPr>
            <a:fld id="{00000000-1234-1234-1234-123412341234}" type="slidenum">
              <a:rPr lang="en"/>
              <a:t>‹#›</a:t>
            </a:fld>
            <a:endParaRPr/>
          </a:p>
        </p:txBody>
      </p:sp>
      <p:sp>
        <p:nvSpPr>
          <p:cNvPr id="1159" name="Google Shape;1159;p145"/>
          <p:cNvSpPr txBox="1"/>
          <p:nvPr>
            <p:ph type="title"/>
          </p:nvPr>
        </p:nvSpPr>
        <p:spPr>
          <a:xfrm>
            <a:off x="455775" y="456794"/>
            <a:ext cx="8238000" cy="808200"/>
          </a:xfrm>
          <a:prstGeom prst="rect">
            <a:avLst/>
          </a:prstGeom>
        </p:spPr>
        <p:txBody>
          <a:bodyPr anchorCtr="0" anchor="t" bIns="0" lIns="0" spcFirstLastPara="1" rIns="0" wrap="square" tIns="0">
            <a:noAutofit/>
          </a:bodyPr>
          <a:lstStyle/>
          <a:p>
            <a:pPr indent="0" lvl="0" marL="0" rtl="0" algn="ctr">
              <a:lnSpc>
                <a:spcPct val="100000"/>
              </a:lnSpc>
              <a:spcBef>
                <a:spcPts val="0"/>
              </a:spcBef>
              <a:spcAft>
                <a:spcPts val="0"/>
              </a:spcAft>
              <a:buNone/>
            </a:pPr>
            <a:r>
              <a:rPr lang="en"/>
              <a:t>Three photos with descriptions</a:t>
            </a:r>
            <a:endParaRPr/>
          </a:p>
          <a:p>
            <a:pPr indent="0" lvl="0" marL="0" rtl="0" algn="ctr">
              <a:lnSpc>
                <a:spcPct val="100000"/>
              </a:lnSpc>
              <a:spcBef>
                <a:spcPts val="1300"/>
              </a:spcBef>
              <a:spcAft>
                <a:spcPts val="0"/>
              </a:spcAft>
              <a:buNone/>
            </a:pPr>
            <a:r>
              <a:rPr lang="en" sz="1400">
                <a:latin typeface="Lora"/>
                <a:ea typeface="Lora"/>
                <a:cs typeface="Lora"/>
                <a:sym typeface="Lora"/>
              </a:rPr>
              <a:t>To replace an image, click it and then click </a:t>
            </a:r>
            <a:r>
              <a:rPr b="1" lang="en" sz="1400">
                <a:latin typeface="Lora"/>
                <a:ea typeface="Lora"/>
                <a:cs typeface="Lora"/>
                <a:sym typeface="Lora"/>
              </a:rPr>
              <a:t>Replace image</a:t>
            </a:r>
            <a:r>
              <a:rPr lang="en" sz="1400">
                <a:latin typeface="Lora"/>
                <a:ea typeface="Lora"/>
                <a:cs typeface="Lora"/>
                <a:sym typeface="Lora"/>
              </a:rPr>
              <a:t> in the toolbar and choose your photo</a:t>
            </a:r>
            <a:endParaRPr sz="1400">
              <a:latin typeface="Lora"/>
              <a:ea typeface="Lora"/>
              <a:cs typeface="Lora"/>
              <a:sym typeface="Lora"/>
            </a:endParaRPr>
          </a:p>
          <a:p>
            <a:pPr indent="0" lvl="0" marL="0" rtl="0" algn="ctr">
              <a:lnSpc>
                <a:spcPct val="100000"/>
              </a:lnSpc>
              <a:spcBef>
                <a:spcPts val="1300"/>
              </a:spcBef>
              <a:spcAft>
                <a:spcPts val="1300"/>
              </a:spcAft>
              <a:buNone/>
            </a:pPr>
            <a:r>
              <a:t/>
            </a:r>
            <a:endParaRPr/>
          </a:p>
        </p:txBody>
      </p:sp>
      <p:sp>
        <p:nvSpPr>
          <p:cNvPr id="1160" name="Google Shape;1160;p145"/>
          <p:cNvSpPr txBox="1"/>
          <p:nvPr>
            <p:ph idx="2" type="body"/>
          </p:nvPr>
        </p:nvSpPr>
        <p:spPr>
          <a:xfrm>
            <a:off x="3257850" y="3833700"/>
            <a:ext cx="2634000" cy="5112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
              <a:t>Eu farm-to-table organic ipsum </a:t>
            </a:r>
            <a:br>
              <a:rPr lang="en"/>
            </a:br>
            <a:r>
              <a:rPr lang="en"/>
              <a:t>glossier art party kale chips</a:t>
            </a:r>
            <a:endParaRPr/>
          </a:p>
        </p:txBody>
      </p:sp>
      <p:sp>
        <p:nvSpPr>
          <p:cNvPr id="1161" name="Google Shape;1161;p145"/>
          <p:cNvSpPr txBox="1"/>
          <p:nvPr>
            <p:ph idx="1" type="body"/>
          </p:nvPr>
        </p:nvSpPr>
        <p:spPr>
          <a:xfrm>
            <a:off x="456075" y="3833700"/>
            <a:ext cx="2634000" cy="5112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
              <a:t>S</a:t>
            </a:r>
            <a:r>
              <a:rPr lang="en">
                <a:solidFill>
                  <a:schemeClr val="dk1"/>
                </a:solidFill>
              </a:rPr>
              <a:t>quid messenger bag</a:t>
            </a:r>
            <a:r>
              <a:rPr lang="en"/>
              <a:t> </a:t>
            </a:r>
            <a:br>
              <a:rPr lang="en">
                <a:solidFill>
                  <a:schemeClr val="dk1"/>
                </a:solidFill>
              </a:rPr>
            </a:br>
            <a:r>
              <a:rPr lang="en">
                <a:solidFill>
                  <a:schemeClr val="dk1"/>
                </a:solidFill>
              </a:rPr>
              <a:t>Thundercats adipisicing bruh </a:t>
            </a:r>
            <a:endParaRPr/>
          </a:p>
        </p:txBody>
      </p:sp>
    </p:spTree>
  </p:cSld>
  <p:clrMapOvr>
    <a:masterClrMapping/>
  </p:clrMapOvr>
</p:sld>
</file>

<file path=ppt/slides/slide9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5" name="Shape 1165"/>
        <p:cNvGrpSpPr/>
        <p:nvPr/>
      </p:nvGrpSpPr>
      <p:grpSpPr>
        <a:xfrm>
          <a:off x="0" y="0"/>
          <a:ext cx="0" cy="0"/>
          <a:chOff x="0" y="0"/>
          <a:chExt cx="0" cy="0"/>
        </a:xfrm>
      </p:grpSpPr>
      <p:pic>
        <p:nvPicPr>
          <p:cNvPr id="1166" name="Google Shape;1166;p146" title="Objects-Flowers.png"/>
          <p:cNvPicPr preferRelativeResize="0"/>
          <p:nvPr>
            <p:ph idx="3" type="pic"/>
          </p:nvPr>
        </p:nvPicPr>
        <p:blipFill rotWithShape="1">
          <a:blip r:embed="rId3">
            <a:alphaModFix/>
          </a:blip>
          <a:srcRect b="0" l="0" r="0" t="0"/>
          <a:stretch/>
        </p:blipFill>
        <p:spPr>
          <a:xfrm>
            <a:off x="1998450" y="1623594"/>
            <a:ext cx="948300" cy="948300"/>
          </a:xfrm>
          <a:prstGeom prst="rect">
            <a:avLst/>
          </a:prstGeom>
        </p:spPr>
      </p:pic>
      <p:sp>
        <p:nvSpPr>
          <p:cNvPr id="1167" name="Google Shape;1167;p146"/>
          <p:cNvSpPr txBox="1"/>
          <p:nvPr>
            <p:ph type="title"/>
          </p:nvPr>
        </p:nvSpPr>
        <p:spPr>
          <a:xfrm>
            <a:off x="456825" y="457199"/>
            <a:ext cx="8230200" cy="9144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rPr lang="en"/>
              <a:t>A layout for two icons without boxes</a:t>
            </a:r>
            <a:endParaRPr/>
          </a:p>
          <a:p>
            <a:pPr indent="0" lvl="0" marL="0" rtl="0" algn="ctr">
              <a:lnSpc>
                <a:spcPct val="115000"/>
              </a:lnSpc>
              <a:spcBef>
                <a:spcPts val="1300"/>
              </a:spcBef>
              <a:spcAft>
                <a:spcPts val="0"/>
              </a:spcAft>
              <a:buNone/>
            </a:pPr>
            <a:r>
              <a:rPr lang="en" sz="1400">
                <a:latin typeface="Lora"/>
                <a:ea typeface="Lora"/>
                <a:cs typeface="Lora"/>
                <a:sym typeface="Lora"/>
              </a:rPr>
              <a:t>To replace an icon: Right click image &gt; Replace image &gt;Drive &amp; Photos &gt; Shared Drives &gt; “[Template] Google Slide” folder</a:t>
            </a:r>
            <a:endParaRPr sz="1400">
              <a:latin typeface="Lora"/>
              <a:ea typeface="Lora"/>
              <a:cs typeface="Lora"/>
              <a:sym typeface="Lora"/>
            </a:endParaRPr>
          </a:p>
          <a:p>
            <a:pPr indent="0" lvl="0" marL="0" rtl="0" algn="ctr">
              <a:lnSpc>
                <a:spcPct val="115000"/>
              </a:lnSpc>
              <a:spcBef>
                <a:spcPts val="1000"/>
              </a:spcBef>
              <a:spcAft>
                <a:spcPts val="0"/>
              </a:spcAft>
              <a:buNone/>
            </a:pPr>
            <a:r>
              <a:t/>
            </a:r>
            <a:endParaRPr sz="1400">
              <a:latin typeface="Lora"/>
              <a:ea typeface="Lora"/>
              <a:cs typeface="Lora"/>
              <a:sym typeface="Lora"/>
            </a:endParaRPr>
          </a:p>
          <a:p>
            <a:pPr indent="0" lvl="0" marL="0" rtl="0" algn="ctr">
              <a:spcBef>
                <a:spcPts val="1000"/>
              </a:spcBef>
              <a:spcAft>
                <a:spcPts val="1300"/>
              </a:spcAft>
              <a:buNone/>
            </a:pPr>
            <a:r>
              <a:t/>
            </a:r>
            <a:endParaRPr/>
          </a:p>
        </p:txBody>
      </p:sp>
      <p:pic>
        <p:nvPicPr>
          <p:cNvPr id="1168" name="Google Shape;1168;p146" title="Objects-Lightbulb.png"/>
          <p:cNvPicPr preferRelativeResize="0"/>
          <p:nvPr>
            <p:ph idx="4" type="pic"/>
          </p:nvPr>
        </p:nvPicPr>
        <p:blipFill rotWithShape="1">
          <a:blip r:embed="rId4">
            <a:alphaModFix/>
          </a:blip>
          <a:srcRect b="0" l="0" r="0" t="0"/>
          <a:stretch/>
        </p:blipFill>
        <p:spPr>
          <a:xfrm>
            <a:off x="6197388" y="1623594"/>
            <a:ext cx="948300" cy="948300"/>
          </a:xfrm>
          <a:prstGeom prst="rect">
            <a:avLst/>
          </a:prstGeom>
        </p:spPr>
      </p:pic>
      <p:sp>
        <p:nvSpPr>
          <p:cNvPr id="1169" name="Google Shape;1169;p146"/>
          <p:cNvSpPr txBox="1"/>
          <p:nvPr>
            <p:ph idx="1" type="body"/>
          </p:nvPr>
        </p:nvSpPr>
        <p:spPr>
          <a:xfrm>
            <a:off x="455775" y="2762100"/>
            <a:ext cx="4033500" cy="15828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rPr b="1" lang="en"/>
              <a:t>Label</a:t>
            </a:r>
            <a:endParaRPr b="1"/>
          </a:p>
          <a:p>
            <a:pPr indent="0" lvl="0" marL="0" rtl="0" algn="ctr">
              <a:spcBef>
                <a:spcPts val="1000"/>
              </a:spcBef>
              <a:spcAft>
                <a:spcPts val="0"/>
              </a:spcAft>
              <a:buNone/>
            </a:pPr>
            <a:r>
              <a:rPr lang="en" sz="1200"/>
              <a:t>Eu farm-to-table organic ipsum </a:t>
            </a:r>
            <a:br>
              <a:rPr lang="en" sz="1200"/>
            </a:br>
            <a:r>
              <a:rPr lang="en" sz="1200"/>
              <a:t>glossier art party kale chips</a:t>
            </a:r>
            <a:endParaRPr sz="1200"/>
          </a:p>
          <a:p>
            <a:pPr indent="0" lvl="0" marL="0" rtl="0" algn="ctr">
              <a:spcBef>
                <a:spcPts val="1000"/>
              </a:spcBef>
              <a:spcAft>
                <a:spcPts val="1000"/>
              </a:spcAft>
              <a:buNone/>
            </a:pPr>
            <a:r>
              <a:t/>
            </a:r>
            <a:endParaRPr/>
          </a:p>
        </p:txBody>
      </p:sp>
      <p:sp>
        <p:nvSpPr>
          <p:cNvPr id="1170" name="Google Shape;1170;p146"/>
          <p:cNvSpPr txBox="1"/>
          <p:nvPr>
            <p:ph idx="2" type="body"/>
          </p:nvPr>
        </p:nvSpPr>
        <p:spPr>
          <a:xfrm>
            <a:off x="4654713" y="2762100"/>
            <a:ext cx="4033500" cy="15828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rPr b="1" lang="en"/>
              <a:t>Label</a:t>
            </a:r>
            <a:endParaRPr b="1"/>
          </a:p>
          <a:p>
            <a:pPr indent="0" lvl="0" marL="0" rtl="0" algn="ctr">
              <a:spcBef>
                <a:spcPts val="1000"/>
              </a:spcBef>
              <a:spcAft>
                <a:spcPts val="0"/>
              </a:spcAft>
              <a:buNone/>
            </a:pPr>
            <a:r>
              <a:rPr lang="en" sz="1200"/>
              <a:t>Squid messenger bag vaporware </a:t>
            </a:r>
            <a:br>
              <a:rPr lang="en" sz="1200"/>
            </a:br>
            <a:r>
              <a:rPr lang="en" sz="1200"/>
              <a:t>Thundercats adipisicing bruh </a:t>
            </a:r>
            <a:endParaRPr b="1" sz="1200"/>
          </a:p>
          <a:p>
            <a:pPr indent="0" lvl="0" marL="0" rtl="0" algn="ctr">
              <a:spcBef>
                <a:spcPts val="1000"/>
              </a:spcBef>
              <a:spcAft>
                <a:spcPts val="1000"/>
              </a:spcAft>
              <a:buNone/>
            </a:pPr>
            <a:r>
              <a:t/>
            </a:r>
            <a:endParaRPr b="1"/>
          </a:p>
        </p:txBody>
      </p:sp>
      <p:sp>
        <p:nvSpPr>
          <p:cNvPr id="1171" name="Google Shape;1171;p146"/>
          <p:cNvSpPr txBox="1"/>
          <p:nvPr>
            <p:ph idx="12" type="sldNum"/>
          </p:nvPr>
        </p:nvSpPr>
        <p:spPr>
          <a:xfrm>
            <a:off x="8256725" y="4708927"/>
            <a:ext cx="437100" cy="107400"/>
          </a:xfrm>
          <a:prstGeom prst="rect">
            <a:avLst/>
          </a:prstGeom>
        </p:spPr>
        <p:txBody>
          <a:bodyPr anchorCtr="0" anchor="t" bIns="0" lIns="0" spcFirstLastPara="1" rIns="0" wrap="square" tIns="0">
            <a:noAutofit/>
          </a:bodyPr>
          <a:lstStyle/>
          <a:p>
            <a:pPr indent="0" lvl="0" marL="0" rtl="0" algn="r">
              <a:spcBef>
                <a:spcPts val="0"/>
              </a:spcBef>
              <a:spcAft>
                <a:spcPts val="0"/>
              </a:spcAft>
              <a:buClr>
                <a:srgbClr val="000000"/>
              </a:buClr>
              <a:buSzPts val="1000"/>
              <a:buFont typeface="Arial"/>
              <a:buNone/>
            </a:pPr>
            <a:fld id="{00000000-1234-1234-1234-123412341234}" type="slidenum">
              <a:rPr lang="en"/>
              <a:t>‹#›</a:t>
            </a:fld>
            <a:endParaRPr/>
          </a:p>
        </p:txBody>
      </p:sp>
    </p:spTree>
  </p:cSld>
  <p:clrMapOvr>
    <a:masterClrMapping/>
  </p:clrMapOvr>
</p:sld>
</file>

<file path=ppt/slides/slide9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5" name="Shape 1175"/>
        <p:cNvGrpSpPr/>
        <p:nvPr/>
      </p:nvGrpSpPr>
      <p:grpSpPr>
        <a:xfrm>
          <a:off x="0" y="0"/>
          <a:ext cx="0" cy="0"/>
          <a:chOff x="0" y="0"/>
          <a:chExt cx="0" cy="0"/>
        </a:xfrm>
      </p:grpSpPr>
      <p:sp>
        <p:nvSpPr>
          <p:cNvPr id="1176" name="Google Shape;1176;p147"/>
          <p:cNvSpPr txBox="1"/>
          <p:nvPr>
            <p:ph idx="1" type="body"/>
          </p:nvPr>
        </p:nvSpPr>
        <p:spPr>
          <a:xfrm>
            <a:off x="455775" y="3036100"/>
            <a:ext cx="4033500" cy="1309200"/>
          </a:xfrm>
          <a:prstGeom prst="rect">
            <a:avLst/>
          </a:prstGeom>
        </p:spPr>
        <p:txBody>
          <a:bodyPr anchorCtr="0" anchor="t" bIns="91450" lIns="91450" spcFirstLastPara="1" rIns="91450" wrap="square" tIns="91450">
            <a:noAutofit/>
          </a:bodyPr>
          <a:lstStyle/>
          <a:p>
            <a:pPr indent="0" lvl="0" marL="0" rtl="0" algn="ctr">
              <a:spcBef>
                <a:spcPts val="0"/>
              </a:spcBef>
              <a:spcAft>
                <a:spcPts val="0"/>
              </a:spcAft>
              <a:buNone/>
            </a:pPr>
            <a:r>
              <a:rPr b="1" lang="en"/>
              <a:t>Label</a:t>
            </a:r>
            <a:endParaRPr b="1"/>
          </a:p>
          <a:p>
            <a:pPr indent="0" lvl="0" marL="0" rtl="0" algn="ctr">
              <a:spcBef>
                <a:spcPts val="1000"/>
              </a:spcBef>
              <a:spcAft>
                <a:spcPts val="0"/>
              </a:spcAft>
              <a:buNone/>
            </a:pPr>
            <a:r>
              <a:rPr lang="en" sz="1200"/>
              <a:t>Eu farm-to-table organic ipsum </a:t>
            </a:r>
            <a:br>
              <a:rPr lang="en" sz="1200"/>
            </a:br>
            <a:r>
              <a:rPr lang="en" sz="1200"/>
              <a:t>glossier art party kale chips</a:t>
            </a:r>
            <a:endParaRPr sz="1200"/>
          </a:p>
          <a:p>
            <a:pPr indent="0" lvl="0" marL="0" rtl="0" algn="ctr">
              <a:spcBef>
                <a:spcPts val="1000"/>
              </a:spcBef>
              <a:spcAft>
                <a:spcPts val="0"/>
              </a:spcAft>
              <a:buNone/>
            </a:pPr>
            <a:r>
              <a:t/>
            </a:r>
            <a:endParaRPr/>
          </a:p>
          <a:p>
            <a:pPr indent="0" lvl="0" marL="0" rtl="0" algn="ctr">
              <a:spcBef>
                <a:spcPts val="1000"/>
              </a:spcBef>
              <a:spcAft>
                <a:spcPts val="1000"/>
              </a:spcAft>
              <a:buNone/>
            </a:pPr>
            <a:r>
              <a:t/>
            </a:r>
            <a:endParaRPr/>
          </a:p>
        </p:txBody>
      </p:sp>
      <p:sp>
        <p:nvSpPr>
          <p:cNvPr id="1177" name="Google Shape;1177;p147"/>
          <p:cNvSpPr txBox="1"/>
          <p:nvPr>
            <p:ph idx="2" type="body"/>
          </p:nvPr>
        </p:nvSpPr>
        <p:spPr>
          <a:xfrm>
            <a:off x="4654713" y="3036100"/>
            <a:ext cx="4033500" cy="1309200"/>
          </a:xfrm>
          <a:prstGeom prst="rect">
            <a:avLst/>
          </a:prstGeom>
        </p:spPr>
        <p:txBody>
          <a:bodyPr anchorCtr="0" anchor="t" bIns="91450" lIns="91450" spcFirstLastPara="1" rIns="91450" wrap="square" tIns="91450">
            <a:noAutofit/>
          </a:bodyPr>
          <a:lstStyle/>
          <a:p>
            <a:pPr indent="0" lvl="0" marL="0" rtl="0" algn="ctr">
              <a:spcBef>
                <a:spcPts val="0"/>
              </a:spcBef>
              <a:spcAft>
                <a:spcPts val="0"/>
              </a:spcAft>
              <a:buNone/>
            </a:pPr>
            <a:r>
              <a:rPr b="1" lang="en"/>
              <a:t>Label</a:t>
            </a:r>
            <a:endParaRPr b="1"/>
          </a:p>
          <a:p>
            <a:pPr indent="0" lvl="0" marL="0" rtl="0" algn="ctr">
              <a:spcBef>
                <a:spcPts val="1000"/>
              </a:spcBef>
              <a:spcAft>
                <a:spcPts val="1000"/>
              </a:spcAft>
              <a:buNone/>
            </a:pPr>
            <a:r>
              <a:rPr lang="en" sz="1200"/>
              <a:t>Squid messenger bag vaporware </a:t>
            </a:r>
            <a:br>
              <a:rPr lang="en" sz="1200"/>
            </a:br>
            <a:r>
              <a:rPr lang="en" sz="1200"/>
              <a:t>Thundercats adipisicing bruh </a:t>
            </a:r>
            <a:endParaRPr b="1"/>
          </a:p>
        </p:txBody>
      </p:sp>
      <p:sp>
        <p:nvSpPr>
          <p:cNvPr id="1178" name="Google Shape;1178;p147"/>
          <p:cNvSpPr txBox="1"/>
          <p:nvPr>
            <p:ph type="title"/>
          </p:nvPr>
        </p:nvSpPr>
        <p:spPr>
          <a:xfrm>
            <a:off x="456825" y="457199"/>
            <a:ext cx="8230200" cy="9144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rPr lang="en"/>
              <a:t>A layout for two icons with boxes</a:t>
            </a:r>
            <a:endParaRPr/>
          </a:p>
          <a:p>
            <a:pPr indent="0" lvl="0" marL="0" rtl="0" algn="ctr">
              <a:lnSpc>
                <a:spcPct val="115000"/>
              </a:lnSpc>
              <a:spcBef>
                <a:spcPts val="1300"/>
              </a:spcBef>
              <a:spcAft>
                <a:spcPts val="1000"/>
              </a:spcAft>
              <a:buNone/>
            </a:pPr>
            <a:r>
              <a:rPr lang="en" sz="1400">
                <a:latin typeface="Lora"/>
                <a:ea typeface="Lora"/>
                <a:cs typeface="Lora"/>
                <a:sym typeface="Lora"/>
              </a:rPr>
              <a:t>To replace an icon: Right click image &gt; Replace image &gt;Drive &amp; Photos &gt; Shared Drives &gt; “[Template] Google Slide” folder</a:t>
            </a:r>
            <a:endParaRPr sz="1400">
              <a:latin typeface="Lora"/>
              <a:ea typeface="Lora"/>
              <a:cs typeface="Lora"/>
              <a:sym typeface="Lora"/>
            </a:endParaRPr>
          </a:p>
        </p:txBody>
      </p:sp>
      <p:sp>
        <p:nvSpPr>
          <p:cNvPr id="1179" name="Google Shape;1179;p147"/>
          <p:cNvSpPr txBox="1"/>
          <p:nvPr>
            <p:ph idx="12" type="sldNum"/>
          </p:nvPr>
        </p:nvSpPr>
        <p:spPr>
          <a:xfrm>
            <a:off x="8256725" y="4708927"/>
            <a:ext cx="437100" cy="107400"/>
          </a:xfrm>
          <a:prstGeom prst="rect">
            <a:avLst/>
          </a:prstGeom>
        </p:spPr>
        <p:txBody>
          <a:bodyPr anchorCtr="0" anchor="t" bIns="0" lIns="0" spcFirstLastPara="1" rIns="0" wrap="square" tIns="0">
            <a:noAutofit/>
          </a:bodyPr>
          <a:lstStyle/>
          <a:p>
            <a:pPr indent="0" lvl="0" marL="0" rtl="0" algn="r">
              <a:spcBef>
                <a:spcPts val="0"/>
              </a:spcBef>
              <a:spcAft>
                <a:spcPts val="0"/>
              </a:spcAft>
              <a:buClr>
                <a:srgbClr val="000000"/>
              </a:buClr>
              <a:buSzPts val="1000"/>
              <a:buFont typeface="Arial"/>
              <a:buNone/>
            </a:pPr>
            <a:fld id="{00000000-1234-1234-1234-123412341234}" type="slidenum">
              <a:rPr lang="en"/>
              <a:t>‹#›</a:t>
            </a:fld>
            <a:endParaRPr/>
          </a:p>
        </p:txBody>
      </p:sp>
      <p:pic>
        <p:nvPicPr>
          <p:cNvPr id="1180" name="Google Shape;1180;p147" title="Objects-Flowers-1.png"/>
          <p:cNvPicPr preferRelativeResize="0"/>
          <p:nvPr>
            <p:ph idx="3" type="pic"/>
          </p:nvPr>
        </p:nvPicPr>
        <p:blipFill rotWithShape="1">
          <a:blip r:embed="rId3">
            <a:alphaModFix/>
          </a:blip>
          <a:srcRect b="0" l="0" r="0" t="0"/>
          <a:stretch/>
        </p:blipFill>
        <p:spPr>
          <a:xfrm>
            <a:off x="1997650" y="2003650"/>
            <a:ext cx="948300" cy="948300"/>
          </a:xfrm>
          <a:prstGeom prst="rect">
            <a:avLst/>
          </a:prstGeom>
        </p:spPr>
      </p:pic>
      <p:pic>
        <p:nvPicPr>
          <p:cNvPr id="1181" name="Google Shape;1181;p147" title="Objects-Lightbulb-1.png"/>
          <p:cNvPicPr preferRelativeResize="0"/>
          <p:nvPr>
            <p:ph idx="4" type="pic"/>
          </p:nvPr>
        </p:nvPicPr>
        <p:blipFill rotWithShape="1">
          <a:blip r:embed="rId4">
            <a:alphaModFix/>
          </a:blip>
          <a:srcRect b="0" l="0" r="0" t="0"/>
          <a:stretch/>
        </p:blipFill>
        <p:spPr>
          <a:xfrm>
            <a:off x="6197388" y="2003650"/>
            <a:ext cx="948300" cy="948300"/>
          </a:xfrm>
          <a:prstGeom prst="rect">
            <a:avLst/>
          </a:prstGeom>
        </p:spPr>
      </p:pic>
    </p:spTree>
  </p:cSld>
  <p:clrMapOvr>
    <a:masterClrMapping/>
  </p:clrMapOvr>
</p:sld>
</file>

<file path=ppt/slides/slide9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5" name="Shape 1185"/>
        <p:cNvGrpSpPr/>
        <p:nvPr/>
      </p:nvGrpSpPr>
      <p:grpSpPr>
        <a:xfrm>
          <a:off x="0" y="0"/>
          <a:ext cx="0" cy="0"/>
          <a:chOff x="0" y="0"/>
          <a:chExt cx="0" cy="0"/>
        </a:xfrm>
      </p:grpSpPr>
      <p:sp>
        <p:nvSpPr>
          <p:cNvPr id="1186" name="Google Shape;1186;p148"/>
          <p:cNvSpPr txBox="1"/>
          <p:nvPr>
            <p:ph idx="1" type="body"/>
          </p:nvPr>
        </p:nvSpPr>
        <p:spPr>
          <a:xfrm>
            <a:off x="455775" y="2751550"/>
            <a:ext cx="4033500" cy="15936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b="1" lang="en" sz="1200"/>
              <a:t>Subheading here:</a:t>
            </a:r>
            <a:endParaRPr sz="1200"/>
          </a:p>
          <a:p>
            <a:pPr indent="-203200" lvl="0" marL="279400" rtl="0" algn="l">
              <a:spcBef>
                <a:spcPts val="1000"/>
              </a:spcBef>
              <a:spcAft>
                <a:spcPts val="0"/>
              </a:spcAft>
              <a:buClr>
                <a:srgbClr val="B0AEA5"/>
              </a:buClr>
              <a:buSzPts val="1000"/>
              <a:buChar char="●"/>
            </a:pPr>
            <a:r>
              <a:rPr lang="en" sz="1000"/>
              <a:t>Eu farm-to-table organic ipsum glossier art party kale chips squid messenger bag</a:t>
            </a:r>
            <a:endParaRPr sz="1000"/>
          </a:p>
          <a:p>
            <a:pPr indent="-203200" lvl="0" marL="279400" rtl="0" algn="l">
              <a:spcBef>
                <a:spcPts val="1000"/>
              </a:spcBef>
              <a:spcAft>
                <a:spcPts val="0"/>
              </a:spcAft>
              <a:buClr>
                <a:srgbClr val="B0AEA5"/>
              </a:buClr>
              <a:buSzPts val="1000"/>
              <a:buChar char="●"/>
            </a:pPr>
            <a:r>
              <a:rPr lang="en" sz="1000"/>
              <a:t>Eu farm-to-table organic ipsum glossier art party kale chips squid messenger bag</a:t>
            </a:r>
            <a:endParaRPr sz="1000"/>
          </a:p>
          <a:p>
            <a:pPr indent="-203200" lvl="0" marL="279400" rtl="0" algn="l">
              <a:spcBef>
                <a:spcPts val="1000"/>
              </a:spcBef>
              <a:spcAft>
                <a:spcPts val="1000"/>
              </a:spcAft>
              <a:buClr>
                <a:srgbClr val="B0AEA5"/>
              </a:buClr>
              <a:buSzPts val="1000"/>
              <a:buChar char="●"/>
            </a:pPr>
            <a:r>
              <a:rPr lang="en" sz="1000"/>
              <a:t>Eu farm-to-table organic ipsum glossier art party kale chips squid messenger bag</a:t>
            </a:r>
            <a:endParaRPr/>
          </a:p>
        </p:txBody>
      </p:sp>
      <p:sp>
        <p:nvSpPr>
          <p:cNvPr id="1187" name="Google Shape;1187;p148"/>
          <p:cNvSpPr txBox="1"/>
          <p:nvPr>
            <p:ph idx="2" type="body"/>
          </p:nvPr>
        </p:nvSpPr>
        <p:spPr>
          <a:xfrm>
            <a:off x="4654713" y="2751550"/>
            <a:ext cx="4033500" cy="15936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b="1" lang="en" sz="1200"/>
              <a:t>Subheading here:</a:t>
            </a:r>
            <a:endParaRPr sz="1200"/>
          </a:p>
          <a:p>
            <a:pPr indent="-203200" lvl="0" marL="279400" rtl="0" algn="l">
              <a:spcBef>
                <a:spcPts val="1000"/>
              </a:spcBef>
              <a:spcAft>
                <a:spcPts val="0"/>
              </a:spcAft>
              <a:buClr>
                <a:srgbClr val="B0AEA5"/>
              </a:buClr>
              <a:buSzPts val="1000"/>
              <a:buChar char="●"/>
            </a:pPr>
            <a:r>
              <a:rPr lang="en" sz="1000"/>
              <a:t>Eu farm-to-table organic ipsum glossier art party kale chips squid messenger bag</a:t>
            </a:r>
            <a:endParaRPr sz="1000"/>
          </a:p>
          <a:p>
            <a:pPr indent="-203200" lvl="0" marL="279400" rtl="0" algn="l">
              <a:spcBef>
                <a:spcPts val="1000"/>
              </a:spcBef>
              <a:spcAft>
                <a:spcPts val="0"/>
              </a:spcAft>
              <a:buClr>
                <a:srgbClr val="B0AEA5"/>
              </a:buClr>
              <a:buSzPts val="1000"/>
              <a:buChar char="●"/>
            </a:pPr>
            <a:r>
              <a:rPr lang="en" sz="1000"/>
              <a:t>Eu farm-to-table organic ipsum glossier art party kale chips squid messenger bag</a:t>
            </a:r>
            <a:endParaRPr sz="1000"/>
          </a:p>
          <a:p>
            <a:pPr indent="-203200" lvl="0" marL="279400" rtl="0" algn="l">
              <a:spcBef>
                <a:spcPts val="1000"/>
              </a:spcBef>
              <a:spcAft>
                <a:spcPts val="1000"/>
              </a:spcAft>
              <a:buClr>
                <a:srgbClr val="B0AEA5"/>
              </a:buClr>
              <a:buSzPts val="1000"/>
              <a:buChar char="●"/>
            </a:pPr>
            <a:r>
              <a:rPr lang="en" sz="1000"/>
              <a:t>Eu farm-to-table organic ipsum glossier art party kale chips squid messenger bag</a:t>
            </a:r>
            <a:endParaRPr/>
          </a:p>
        </p:txBody>
      </p:sp>
      <p:sp>
        <p:nvSpPr>
          <p:cNvPr id="1188" name="Google Shape;1188;p148"/>
          <p:cNvSpPr txBox="1"/>
          <p:nvPr>
            <p:ph type="title"/>
          </p:nvPr>
        </p:nvSpPr>
        <p:spPr>
          <a:xfrm>
            <a:off x="456825" y="457199"/>
            <a:ext cx="8230200" cy="9144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A layout for two icons with boxes and bullets</a:t>
            </a:r>
            <a:endParaRPr/>
          </a:p>
          <a:p>
            <a:pPr indent="0" lvl="0" marL="0" rtl="0" algn="l">
              <a:lnSpc>
                <a:spcPct val="115000"/>
              </a:lnSpc>
              <a:spcBef>
                <a:spcPts val="1300"/>
              </a:spcBef>
              <a:spcAft>
                <a:spcPts val="1000"/>
              </a:spcAft>
              <a:buNone/>
            </a:pPr>
            <a:r>
              <a:rPr lang="en" sz="1100">
                <a:latin typeface="Lora"/>
                <a:ea typeface="Lora"/>
                <a:cs typeface="Lora"/>
                <a:sym typeface="Lora"/>
              </a:rPr>
              <a:t>To replace an icon: Right click image &gt; Replace image &gt;Drive &amp; Photos &gt; Shared Drives &gt; “[Template] Google Slide” folder</a:t>
            </a:r>
            <a:endParaRPr sz="1100">
              <a:latin typeface="Lora"/>
              <a:ea typeface="Lora"/>
              <a:cs typeface="Lora"/>
              <a:sym typeface="Lora"/>
            </a:endParaRPr>
          </a:p>
        </p:txBody>
      </p:sp>
      <p:sp>
        <p:nvSpPr>
          <p:cNvPr id="1189" name="Google Shape;1189;p148"/>
          <p:cNvSpPr txBox="1"/>
          <p:nvPr>
            <p:ph idx="12" type="sldNum"/>
          </p:nvPr>
        </p:nvSpPr>
        <p:spPr>
          <a:xfrm>
            <a:off x="8256725" y="4708927"/>
            <a:ext cx="437100" cy="107400"/>
          </a:xfrm>
          <a:prstGeom prst="rect">
            <a:avLst/>
          </a:prstGeom>
        </p:spPr>
        <p:txBody>
          <a:bodyPr anchorCtr="0" anchor="t" bIns="0" lIns="0" spcFirstLastPara="1" rIns="0" wrap="square" tIns="0">
            <a:noAutofit/>
          </a:bodyPr>
          <a:lstStyle/>
          <a:p>
            <a:pPr indent="0" lvl="0" marL="0" rtl="0" algn="r">
              <a:spcBef>
                <a:spcPts val="0"/>
              </a:spcBef>
              <a:spcAft>
                <a:spcPts val="0"/>
              </a:spcAft>
              <a:buClr>
                <a:srgbClr val="000000"/>
              </a:buClr>
              <a:buSzPts val="1000"/>
              <a:buFont typeface="Arial"/>
              <a:buNone/>
            </a:pPr>
            <a:fld id="{00000000-1234-1234-1234-123412341234}" type="slidenum">
              <a:rPr lang="en"/>
              <a:t>‹#›</a:t>
            </a:fld>
            <a:endParaRPr/>
          </a:p>
        </p:txBody>
      </p:sp>
      <p:pic>
        <p:nvPicPr>
          <p:cNvPr id="1190" name="Google Shape;1190;p148" title="Objects-Flowers-1.png"/>
          <p:cNvPicPr preferRelativeResize="0"/>
          <p:nvPr>
            <p:ph idx="3" type="pic"/>
          </p:nvPr>
        </p:nvPicPr>
        <p:blipFill rotWithShape="1">
          <a:blip r:embed="rId3">
            <a:alphaModFix/>
          </a:blip>
          <a:srcRect b="0" l="0" r="0" t="0"/>
          <a:stretch/>
        </p:blipFill>
        <p:spPr>
          <a:xfrm>
            <a:off x="2097075" y="1596242"/>
            <a:ext cx="750900" cy="750900"/>
          </a:xfrm>
          <a:prstGeom prst="rect">
            <a:avLst/>
          </a:prstGeom>
        </p:spPr>
      </p:pic>
      <p:pic>
        <p:nvPicPr>
          <p:cNvPr id="1191" name="Google Shape;1191;p148" title="Objects-Lightbulb-1.png"/>
          <p:cNvPicPr preferRelativeResize="0"/>
          <p:nvPr>
            <p:ph idx="4" type="pic"/>
          </p:nvPr>
        </p:nvPicPr>
        <p:blipFill rotWithShape="1">
          <a:blip r:embed="rId4">
            <a:alphaModFix/>
          </a:blip>
          <a:srcRect b="0" l="0" r="0" t="0"/>
          <a:stretch/>
        </p:blipFill>
        <p:spPr>
          <a:xfrm>
            <a:off x="6302005" y="1596238"/>
            <a:ext cx="750900" cy="750900"/>
          </a:xfrm>
          <a:prstGeom prst="rect">
            <a:avLst/>
          </a:prstGeom>
        </p:spPr>
      </p:pic>
    </p:spTree>
  </p:cSld>
  <p:clrMapOvr>
    <a:masterClrMapping/>
  </p:clrMapOvr>
</p:sld>
</file>

<file path=ppt/slides/slide9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5" name="Shape 1195"/>
        <p:cNvGrpSpPr/>
        <p:nvPr/>
      </p:nvGrpSpPr>
      <p:grpSpPr>
        <a:xfrm>
          <a:off x="0" y="0"/>
          <a:ext cx="0" cy="0"/>
          <a:chOff x="0" y="0"/>
          <a:chExt cx="0" cy="0"/>
        </a:xfrm>
      </p:grpSpPr>
      <p:pic>
        <p:nvPicPr>
          <p:cNvPr id="1196" name="Google Shape;1196;p149" title="Objects-Flowers.png"/>
          <p:cNvPicPr preferRelativeResize="0"/>
          <p:nvPr>
            <p:ph idx="3" type="pic"/>
          </p:nvPr>
        </p:nvPicPr>
        <p:blipFill rotWithShape="1">
          <a:blip r:embed="rId3">
            <a:alphaModFix/>
          </a:blip>
          <a:srcRect b="0" l="0" r="0" t="0"/>
          <a:stretch/>
        </p:blipFill>
        <p:spPr>
          <a:xfrm>
            <a:off x="1298775" y="1623594"/>
            <a:ext cx="948300" cy="948300"/>
          </a:xfrm>
          <a:prstGeom prst="rect">
            <a:avLst/>
          </a:prstGeom>
        </p:spPr>
      </p:pic>
      <p:sp>
        <p:nvSpPr>
          <p:cNvPr id="1197" name="Google Shape;1197;p149"/>
          <p:cNvSpPr txBox="1"/>
          <p:nvPr>
            <p:ph type="title"/>
          </p:nvPr>
        </p:nvSpPr>
        <p:spPr>
          <a:xfrm>
            <a:off x="456825" y="457199"/>
            <a:ext cx="8230200" cy="9144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rPr lang="en"/>
              <a:t>A layout for three icons without boxes</a:t>
            </a:r>
            <a:endParaRPr/>
          </a:p>
          <a:p>
            <a:pPr indent="0" lvl="0" marL="0" rtl="0" algn="ctr">
              <a:lnSpc>
                <a:spcPct val="115000"/>
              </a:lnSpc>
              <a:spcBef>
                <a:spcPts val="1300"/>
              </a:spcBef>
              <a:spcAft>
                <a:spcPts val="0"/>
              </a:spcAft>
              <a:buNone/>
            </a:pPr>
            <a:r>
              <a:rPr lang="en" sz="1400">
                <a:latin typeface="Lora"/>
                <a:ea typeface="Lora"/>
                <a:cs typeface="Lora"/>
                <a:sym typeface="Lora"/>
              </a:rPr>
              <a:t>To replace an icon: Right click image &gt; Replace image &gt;Drive &amp; Photos &gt; Shared Drives &gt; “[Template] Google Slide” folder</a:t>
            </a:r>
            <a:endParaRPr sz="1400">
              <a:latin typeface="Lora"/>
              <a:ea typeface="Lora"/>
              <a:cs typeface="Lora"/>
              <a:sym typeface="Lora"/>
            </a:endParaRPr>
          </a:p>
          <a:p>
            <a:pPr indent="0" lvl="0" marL="0" rtl="0" algn="ctr">
              <a:spcBef>
                <a:spcPts val="1000"/>
              </a:spcBef>
              <a:spcAft>
                <a:spcPts val="1300"/>
              </a:spcAft>
              <a:buNone/>
            </a:pPr>
            <a:r>
              <a:t/>
            </a:r>
            <a:endParaRPr/>
          </a:p>
        </p:txBody>
      </p:sp>
      <p:pic>
        <p:nvPicPr>
          <p:cNvPr id="1198" name="Google Shape;1198;p149" title="Objects-Lightbulb.png"/>
          <p:cNvPicPr preferRelativeResize="0"/>
          <p:nvPr>
            <p:ph idx="4" type="pic"/>
          </p:nvPr>
        </p:nvPicPr>
        <p:blipFill rotWithShape="1">
          <a:blip r:embed="rId4">
            <a:alphaModFix/>
          </a:blip>
          <a:srcRect b="0" l="0" r="0" t="0"/>
          <a:stretch/>
        </p:blipFill>
        <p:spPr>
          <a:xfrm>
            <a:off x="4097975" y="1623594"/>
            <a:ext cx="948300" cy="948300"/>
          </a:xfrm>
          <a:prstGeom prst="rect">
            <a:avLst/>
          </a:prstGeom>
        </p:spPr>
      </p:pic>
      <p:sp>
        <p:nvSpPr>
          <p:cNvPr id="1199" name="Google Shape;1199;p149"/>
          <p:cNvSpPr txBox="1"/>
          <p:nvPr>
            <p:ph idx="1" type="body"/>
          </p:nvPr>
        </p:nvSpPr>
        <p:spPr>
          <a:xfrm>
            <a:off x="455775" y="2762100"/>
            <a:ext cx="2634300" cy="15828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rPr b="1" lang="en"/>
              <a:t>Label</a:t>
            </a:r>
            <a:endParaRPr b="1"/>
          </a:p>
          <a:p>
            <a:pPr indent="0" lvl="0" marL="0" rtl="0" algn="ctr">
              <a:spcBef>
                <a:spcPts val="1000"/>
              </a:spcBef>
              <a:spcAft>
                <a:spcPts val="0"/>
              </a:spcAft>
              <a:buNone/>
            </a:pPr>
            <a:r>
              <a:rPr lang="en" sz="1200"/>
              <a:t>Eu farm-to-table organic ipsum </a:t>
            </a:r>
            <a:br>
              <a:rPr lang="en" sz="1200"/>
            </a:br>
            <a:r>
              <a:rPr lang="en" sz="1200"/>
              <a:t>glossier art party kale chips</a:t>
            </a:r>
            <a:endParaRPr sz="1200"/>
          </a:p>
          <a:p>
            <a:pPr indent="0" lvl="0" marL="0" rtl="0" algn="ctr">
              <a:spcBef>
                <a:spcPts val="1000"/>
              </a:spcBef>
              <a:spcAft>
                <a:spcPts val="1000"/>
              </a:spcAft>
              <a:buNone/>
            </a:pPr>
            <a:r>
              <a:t/>
            </a:r>
            <a:endParaRPr/>
          </a:p>
        </p:txBody>
      </p:sp>
      <p:sp>
        <p:nvSpPr>
          <p:cNvPr id="1200" name="Google Shape;1200;p149"/>
          <p:cNvSpPr txBox="1"/>
          <p:nvPr>
            <p:ph idx="2" type="body"/>
          </p:nvPr>
        </p:nvSpPr>
        <p:spPr>
          <a:xfrm>
            <a:off x="3254975" y="2762100"/>
            <a:ext cx="2634300" cy="15828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rPr b="1" lang="en"/>
              <a:t>Label</a:t>
            </a:r>
            <a:endParaRPr b="1"/>
          </a:p>
          <a:p>
            <a:pPr indent="0" lvl="0" marL="0" rtl="0" algn="ctr">
              <a:spcBef>
                <a:spcPts val="1000"/>
              </a:spcBef>
              <a:spcAft>
                <a:spcPts val="0"/>
              </a:spcAft>
              <a:buNone/>
            </a:pPr>
            <a:r>
              <a:rPr lang="en" sz="1200"/>
              <a:t>Squid messenger bag vaporware </a:t>
            </a:r>
            <a:br>
              <a:rPr lang="en" sz="1200"/>
            </a:br>
            <a:r>
              <a:rPr lang="en" sz="1200"/>
              <a:t>Thundercats adipisicing bruh </a:t>
            </a:r>
            <a:endParaRPr b="1" sz="1200"/>
          </a:p>
          <a:p>
            <a:pPr indent="0" lvl="0" marL="0" rtl="0" algn="ctr">
              <a:spcBef>
                <a:spcPts val="1000"/>
              </a:spcBef>
              <a:spcAft>
                <a:spcPts val="1000"/>
              </a:spcAft>
              <a:buNone/>
            </a:pPr>
            <a:r>
              <a:t/>
            </a:r>
            <a:endParaRPr b="1"/>
          </a:p>
        </p:txBody>
      </p:sp>
      <p:sp>
        <p:nvSpPr>
          <p:cNvPr id="1201" name="Google Shape;1201;p149"/>
          <p:cNvSpPr txBox="1"/>
          <p:nvPr>
            <p:ph idx="12" type="sldNum"/>
          </p:nvPr>
        </p:nvSpPr>
        <p:spPr>
          <a:xfrm>
            <a:off x="8256725" y="4708927"/>
            <a:ext cx="437100" cy="107400"/>
          </a:xfrm>
          <a:prstGeom prst="rect">
            <a:avLst/>
          </a:prstGeom>
        </p:spPr>
        <p:txBody>
          <a:bodyPr anchorCtr="0" anchor="t" bIns="0" lIns="0" spcFirstLastPara="1" rIns="0" wrap="square" tIns="0">
            <a:noAutofit/>
          </a:bodyPr>
          <a:lstStyle/>
          <a:p>
            <a:pPr indent="0" lvl="0" marL="0" rtl="0" algn="r">
              <a:spcBef>
                <a:spcPts val="0"/>
              </a:spcBef>
              <a:spcAft>
                <a:spcPts val="0"/>
              </a:spcAft>
              <a:buClr>
                <a:srgbClr val="000000"/>
              </a:buClr>
              <a:buSzPts val="1000"/>
              <a:buFont typeface="Arial"/>
              <a:buNone/>
            </a:pPr>
            <a:fld id="{00000000-1234-1234-1234-123412341234}" type="slidenum">
              <a:rPr lang="en"/>
              <a:t>‹#›</a:t>
            </a:fld>
            <a:endParaRPr/>
          </a:p>
        </p:txBody>
      </p:sp>
      <p:sp>
        <p:nvSpPr>
          <p:cNvPr id="1202" name="Google Shape;1202;p149"/>
          <p:cNvSpPr txBox="1"/>
          <p:nvPr>
            <p:ph idx="5" type="body"/>
          </p:nvPr>
        </p:nvSpPr>
        <p:spPr>
          <a:xfrm>
            <a:off x="6054175" y="2762100"/>
            <a:ext cx="2634300" cy="15828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rPr b="1" lang="en"/>
              <a:t>Label</a:t>
            </a:r>
            <a:endParaRPr b="1"/>
          </a:p>
          <a:p>
            <a:pPr indent="0" lvl="0" marL="0" rtl="0" algn="ctr">
              <a:spcBef>
                <a:spcPts val="1000"/>
              </a:spcBef>
              <a:spcAft>
                <a:spcPts val="1000"/>
              </a:spcAft>
              <a:buNone/>
            </a:pPr>
            <a:r>
              <a:rPr lang="en" sz="1200"/>
              <a:t>Polaroid chia waistcoat tilde adaptogen poutine bushwick</a:t>
            </a:r>
            <a:endParaRPr sz="1200"/>
          </a:p>
        </p:txBody>
      </p:sp>
      <p:pic>
        <p:nvPicPr>
          <p:cNvPr id="1203" name="Google Shape;1203;p149" title="Objects-Build.png"/>
          <p:cNvPicPr preferRelativeResize="0"/>
          <p:nvPr>
            <p:ph idx="6" type="pic"/>
          </p:nvPr>
        </p:nvPicPr>
        <p:blipFill rotWithShape="1">
          <a:blip r:embed="rId5">
            <a:alphaModFix/>
          </a:blip>
          <a:srcRect b="0" l="0" r="0" t="0"/>
          <a:stretch/>
        </p:blipFill>
        <p:spPr>
          <a:xfrm>
            <a:off x="6897175" y="1623594"/>
            <a:ext cx="948300" cy="948300"/>
          </a:xfrm>
          <a:prstGeom prst="rect">
            <a:avLst/>
          </a:prstGeom>
        </p:spPr>
      </p:pic>
    </p:spTree>
  </p:cSld>
  <p:clrMapOvr>
    <a:masterClrMapping/>
  </p:clrMapOvr>
</p:sld>
</file>

<file path=ppt/slides/slide9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7" name="Shape 1207"/>
        <p:cNvGrpSpPr/>
        <p:nvPr/>
      </p:nvGrpSpPr>
      <p:grpSpPr>
        <a:xfrm>
          <a:off x="0" y="0"/>
          <a:ext cx="0" cy="0"/>
          <a:chOff x="0" y="0"/>
          <a:chExt cx="0" cy="0"/>
        </a:xfrm>
      </p:grpSpPr>
      <p:sp>
        <p:nvSpPr>
          <p:cNvPr id="1208" name="Google Shape;1208;p150"/>
          <p:cNvSpPr txBox="1"/>
          <p:nvPr>
            <p:ph idx="1" type="body"/>
          </p:nvPr>
        </p:nvSpPr>
        <p:spPr>
          <a:xfrm>
            <a:off x="455775" y="3036100"/>
            <a:ext cx="2634300" cy="1309200"/>
          </a:xfrm>
          <a:prstGeom prst="rect">
            <a:avLst/>
          </a:prstGeom>
        </p:spPr>
        <p:txBody>
          <a:bodyPr anchorCtr="0" anchor="t" bIns="91450" lIns="91450" spcFirstLastPara="1" rIns="91450" wrap="square" tIns="91450">
            <a:noAutofit/>
          </a:bodyPr>
          <a:lstStyle/>
          <a:p>
            <a:pPr indent="0" lvl="0" marL="0" rtl="0" algn="ctr">
              <a:spcBef>
                <a:spcPts val="0"/>
              </a:spcBef>
              <a:spcAft>
                <a:spcPts val="0"/>
              </a:spcAft>
              <a:buNone/>
            </a:pPr>
            <a:r>
              <a:rPr b="1" lang="en"/>
              <a:t>Label</a:t>
            </a:r>
            <a:endParaRPr b="1"/>
          </a:p>
          <a:p>
            <a:pPr indent="0" lvl="0" marL="0" rtl="0" algn="ctr">
              <a:spcBef>
                <a:spcPts val="1000"/>
              </a:spcBef>
              <a:spcAft>
                <a:spcPts val="0"/>
              </a:spcAft>
              <a:buNone/>
            </a:pPr>
            <a:r>
              <a:rPr lang="en" sz="1200"/>
              <a:t>Eu farm-to-table organic ipsum </a:t>
            </a:r>
            <a:br>
              <a:rPr lang="en" sz="1200"/>
            </a:br>
            <a:r>
              <a:rPr lang="en" sz="1200"/>
              <a:t>glossier art party kale chips</a:t>
            </a:r>
            <a:endParaRPr sz="1200"/>
          </a:p>
          <a:p>
            <a:pPr indent="0" lvl="0" marL="0" rtl="0" algn="ctr">
              <a:spcBef>
                <a:spcPts val="1000"/>
              </a:spcBef>
              <a:spcAft>
                <a:spcPts val="0"/>
              </a:spcAft>
              <a:buNone/>
            </a:pPr>
            <a:r>
              <a:t/>
            </a:r>
            <a:endParaRPr/>
          </a:p>
          <a:p>
            <a:pPr indent="0" lvl="0" marL="0" rtl="0" algn="ctr">
              <a:spcBef>
                <a:spcPts val="1000"/>
              </a:spcBef>
              <a:spcAft>
                <a:spcPts val="1000"/>
              </a:spcAft>
              <a:buNone/>
            </a:pPr>
            <a:r>
              <a:t/>
            </a:r>
            <a:endParaRPr/>
          </a:p>
        </p:txBody>
      </p:sp>
      <p:sp>
        <p:nvSpPr>
          <p:cNvPr id="1209" name="Google Shape;1209;p150"/>
          <p:cNvSpPr txBox="1"/>
          <p:nvPr>
            <p:ph idx="2" type="body"/>
          </p:nvPr>
        </p:nvSpPr>
        <p:spPr>
          <a:xfrm>
            <a:off x="3254975" y="3036100"/>
            <a:ext cx="2634300" cy="1309200"/>
          </a:xfrm>
          <a:prstGeom prst="rect">
            <a:avLst/>
          </a:prstGeom>
        </p:spPr>
        <p:txBody>
          <a:bodyPr anchorCtr="0" anchor="t" bIns="91450" lIns="91450" spcFirstLastPara="1" rIns="91450" wrap="square" tIns="91450">
            <a:noAutofit/>
          </a:bodyPr>
          <a:lstStyle/>
          <a:p>
            <a:pPr indent="0" lvl="0" marL="0" rtl="0" algn="ctr">
              <a:spcBef>
                <a:spcPts val="0"/>
              </a:spcBef>
              <a:spcAft>
                <a:spcPts val="0"/>
              </a:spcAft>
              <a:buNone/>
            </a:pPr>
            <a:r>
              <a:rPr b="1" lang="en"/>
              <a:t>Label</a:t>
            </a:r>
            <a:endParaRPr b="1"/>
          </a:p>
          <a:p>
            <a:pPr indent="0" lvl="0" marL="0" rtl="0" algn="ctr">
              <a:spcBef>
                <a:spcPts val="1000"/>
              </a:spcBef>
              <a:spcAft>
                <a:spcPts val="1000"/>
              </a:spcAft>
              <a:buNone/>
            </a:pPr>
            <a:r>
              <a:rPr lang="en" sz="1200"/>
              <a:t>Squid messenger bag vaporware </a:t>
            </a:r>
            <a:br>
              <a:rPr lang="en" sz="1200"/>
            </a:br>
            <a:r>
              <a:rPr lang="en" sz="1200"/>
              <a:t>Thundercats adipisicing bruh </a:t>
            </a:r>
            <a:endParaRPr b="1"/>
          </a:p>
        </p:txBody>
      </p:sp>
      <p:sp>
        <p:nvSpPr>
          <p:cNvPr id="1210" name="Google Shape;1210;p150"/>
          <p:cNvSpPr txBox="1"/>
          <p:nvPr>
            <p:ph type="title"/>
          </p:nvPr>
        </p:nvSpPr>
        <p:spPr>
          <a:xfrm>
            <a:off x="456825" y="457199"/>
            <a:ext cx="8230200" cy="9144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rPr lang="en"/>
              <a:t>A layout for three icons with boxes</a:t>
            </a:r>
            <a:endParaRPr/>
          </a:p>
          <a:p>
            <a:pPr indent="0" lvl="0" marL="0" rtl="0" algn="ctr">
              <a:lnSpc>
                <a:spcPct val="115000"/>
              </a:lnSpc>
              <a:spcBef>
                <a:spcPts val="1300"/>
              </a:spcBef>
              <a:spcAft>
                <a:spcPts val="1000"/>
              </a:spcAft>
              <a:buNone/>
            </a:pPr>
            <a:r>
              <a:rPr lang="en" sz="1400">
                <a:latin typeface="Lora"/>
                <a:ea typeface="Lora"/>
                <a:cs typeface="Lora"/>
                <a:sym typeface="Lora"/>
              </a:rPr>
              <a:t>To replace an icon: Right click image &gt; Replace image &gt;Drive &amp; Photos &gt; Shared Drives &gt; “[Template] Google Slide” folder</a:t>
            </a:r>
            <a:endParaRPr sz="1400">
              <a:latin typeface="Lora"/>
              <a:ea typeface="Lora"/>
              <a:cs typeface="Lora"/>
              <a:sym typeface="Lora"/>
            </a:endParaRPr>
          </a:p>
        </p:txBody>
      </p:sp>
      <p:sp>
        <p:nvSpPr>
          <p:cNvPr id="1211" name="Google Shape;1211;p150"/>
          <p:cNvSpPr txBox="1"/>
          <p:nvPr>
            <p:ph idx="12" type="sldNum"/>
          </p:nvPr>
        </p:nvSpPr>
        <p:spPr>
          <a:xfrm>
            <a:off x="8256725" y="4708927"/>
            <a:ext cx="437100" cy="107400"/>
          </a:xfrm>
          <a:prstGeom prst="rect">
            <a:avLst/>
          </a:prstGeom>
        </p:spPr>
        <p:txBody>
          <a:bodyPr anchorCtr="0" anchor="t" bIns="0" lIns="0" spcFirstLastPara="1" rIns="0" wrap="square" tIns="0">
            <a:noAutofit/>
          </a:bodyPr>
          <a:lstStyle/>
          <a:p>
            <a:pPr indent="0" lvl="0" marL="0" rtl="0" algn="r">
              <a:spcBef>
                <a:spcPts val="0"/>
              </a:spcBef>
              <a:spcAft>
                <a:spcPts val="0"/>
              </a:spcAft>
              <a:buClr>
                <a:srgbClr val="000000"/>
              </a:buClr>
              <a:buSzPts val="1000"/>
              <a:buFont typeface="Arial"/>
              <a:buNone/>
            </a:pPr>
            <a:fld id="{00000000-1234-1234-1234-123412341234}" type="slidenum">
              <a:rPr lang="en"/>
              <a:t>‹#›</a:t>
            </a:fld>
            <a:endParaRPr/>
          </a:p>
        </p:txBody>
      </p:sp>
      <p:pic>
        <p:nvPicPr>
          <p:cNvPr id="1212" name="Google Shape;1212;p150" title="Objects-Flowers-1.png"/>
          <p:cNvPicPr preferRelativeResize="0"/>
          <p:nvPr>
            <p:ph idx="3" type="pic"/>
          </p:nvPr>
        </p:nvPicPr>
        <p:blipFill rotWithShape="1">
          <a:blip r:embed="rId3">
            <a:alphaModFix/>
          </a:blip>
          <a:srcRect b="0" l="0" r="0" t="0"/>
          <a:stretch/>
        </p:blipFill>
        <p:spPr>
          <a:xfrm>
            <a:off x="1298775" y="2003650"/>
            <a:ext cx="948300" cy="948300"/>
          </a:xfrm>
          <a:prstGeom prst="rect">
            <a:avLst/>
          </a:prstGeom>
        </p:spPr>
      </p:pic>
      <p:pic>
        <p:nvPicPr>
          <p:cNvPr id="1213" name="Google Shape;1213;p150" title="Objects-Lightbulb-1.png"/>
          <p:cNvPicPr preferRelativeResize="0"/>
          <p:nvPr>
            <p:ph idx="4" type="pic"/>
          </p:nvPr>
        </p:nvPicPr>
        <p:blipFill rotWithShape="1">
          <a:blip r:embed="rId4">
            <a:alphaModFix/>
          </a:blip>
          <a:srcRect b="0" l="0" r="0" t="0"/>
          <a:stretch/>
        </p:blipFill>
        <p:spPr>
          <a:xfrm>
            <a:off x="4097975" y="2003650"/>
            <a:ext cx="948300" cy="948300"/>
          </a:xfrm>
          <a:prstGeom prst="rect">
            <a:avLst/>
          </a:prstGeom>
        </p:spPr>
      </p:pic>
      <p:pic>
        <p:nvPicPr>
          <p:cNvPr id="1214" name="Google Shape;1214;p150" title="Objects-Build-1.png"/>
          <p:cNvPicPr preferRelativeResize="0"/>
          <p:nvPr>
            <p:ph idx="5" type="pic"/>
          </p:nvPr>
        </p:nvPicPr>
        <p:blipFill rotWithShape="1">
          <a:blip r:embed="rId5">
            <a:alphaModFix/>
          </a:blip>
          <a:srcRect b="0" l="0" r="0" t="0"/>
          <a:stretch/>
        </p:blipFill>
        <p:spPr>
          <a:xfrm>
            <a:off x="6897175" y="2003650"/>
            <a:ext cx="948300" cy="948300"/>
          </a:xfrm>
          <a:prstGeom prst="rect">
            <a:avLst/>
          </a:prstGeom>
        </p:spPr>
      </p:pic>
      <p:sp>
        <p:nvSpPr>
          <p:cNvPr id="1215" name="Google Shape;1215;p150"/>
          <p:cNvSpPr txBox="1"/>
          <p:nvPr>
            <p:ph idx="6" type="body"/>
          </p:nvPr>
        </p:nvSpPr>
        <p:spPr>
          <a:xfrm>
            <a:off x="6054175" y="3036100"/>
            <a:ext cx="2634300" cy="1309200"/>
          </a:xfrm>
          <a:prstGeom prst="rect">
            <a:avLst/>
          </a:prstGeom>
        </p:spPr>
        <p:txBody>
          <a:bodyPr anchorCtr="0" anchor="t" bIns="91450" lIns="91450" spcFirstLastPara="1" rIns="91450" wrap="square" tIns="91450">
            <a:noAutofit/>
          </a:bodyPr>
          <a:lstStyle/>
          <a:p>
            <a:pPr indent="0" lvl="0" marL="0" rtl="0" algn="ctr">
              <a:spcBef>
                <a:spcPts val="0"/>
              </a:spcBef>
              <a:spcAft>
                <a:spcPts val="0"/>
              </a:spcAft>
              <a:buNone/>
            </a:pPr>
            <a:r>
              <a:rPr b="1" lang="en"/>
              <a:t>Label</a:t>
            </a:r>
            <a:endParaRPr b="1"/>
          </a:p>
          <a:p>
            <a:pPr indent="0" lvl="0" marL="0" rtl="0" algn="ctr">
              <a:spcBef>
                <a:spcPts val="1000"/>
              </a:spcBef>
              <a:spcAft>
                <a:spcPts val="0"/>
              </a:spcAft>
              <a:buNone/>
            </a:pPr>
            <a:r>
              <a:rPr lang="en" sz="1200"/>
              <a:t>Polaroid chia waistcoat tilde adaptogen poutine bushwick</a:t>
            </a:r>
            <a:endParaRPr sz="1200"/>
          </a:p>
          <a:p>
            <a:pPr indent="0" lvl="0" marL="0" rtl="0" algn="ctr">
              <a:spcBef>
                <a:spcPts val="1000"/>
              </a:spcBef>
              <a:spcAft>
                <a:spcPts val="1000"/>
              </a:spcAft>
              <a:buNone/>
            </a:pPr>
            <a:r>
              <a:t/>
            </a:r>
            <a:endParaRPr/>
          </a:p>
        </p:txBody>
      </p:sp>
    </p:spTree>
  </p:cSld>
  <p:clrMapOvr>
    <a:masterClrMapping/>
  </p:clrMapOvr>
</p:sld>
</file>

<file path=ppt/slides/slide9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9" name="Shape 1219"/>
        <p:cNvGrpSpPr/>
        <p:nvPr/>
      </p:nvGrpSpPr>
      <p:grpSpPr>
        <a:xfrm>
          <a:off x="0" y="0"/>
          <a:ext cx="0" cy="0"/>
          <a:chOff x="0" y="0"/>
          <a:chExt cx="0" cy="0"/>
        </a:xfrm>
      </p:grpSpPr>
      <p:sp>
        <p:nvSpPr>
          <p:cNvPr id="1220" name="Google Shape;1220;p151"/>
          <p:cNvSpPr txBox="1"/>
          <p:nvPr>
            <p:ph idx="1" type="body"/>
          </p:nvPr>
        </p:nvSpPr>
        <p:spPr>
          <a:xfrm>
            <a:off x="455775" y="2751550"/>
            <a:ext cx="2634300" cy="15936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b="1" lang="en" sz="1200"/>
              <a:t>Subheading here:</a:t>
            </a:r>
            <a:endParaRPr sz="1200"/>
          </a:p>
          <a:p>
            <a:pPr indent="-203200" lvl="0" marL="279400" rtl="0" algn="l">
              <a:spcBef>
                <a:spcPts val="1000"/>
              </a:spcBef>
              <a:spcAft>
                <a:spcPts val="0"/>
              </a:spcAft>
              <a:buClr>
                <a:srgbClr val="B0AEA5"/>
              </a:buClr>
              <a:buSzPts val="1000"/>
              <a:buChar char="●"/>
            </a:pPr>
            <a:r>
              <a:rPr lang="en" sz="1000"/>
              <a:t>Eu farm-to-table organic ipsum glossier art party kale chips squid messenger bag</a:t>
            </a:r>
            <a:endParaRPr sz="1000"/>
          </a:p>
          <a:p>
            <a:pPr indent="-203200" lvl="0" marL="279400" rtl="0" algn="l">
              <a:spcBef>
                <a:spcPts val="1000"/>
              </a:spcBef>
              <a:spcAft>
                <a:spcPts val="1000"/>
              </a:spcAft>
              <a:buClr>
                <a:srgbClr val="B0AEA5"/>
              </a:buClr>
              <a:buSzPts val="1000"/>
              <a:buChar char="●"/>
            </a:pPr>
            <a:r>
              <a:rPr lang="en" sz="1000"/>
              <a:t>Eu farm-to-table organic ipsum glossier art party kale chips squid messenger bag</a:t>
            </a:r>
            <a:endParaRPr/>
          </a:p>
        </p:txBody>
      </p:sp>
      <p:sp>
        <p:nvSpPr>
          <p:cNvPr id="1221" name="Google Shape;1221;p151"/>
          <p:cNvSpPr txBox="1"/>
          <p:nvPr>
            <p:ph idx="2" type="body"/>
          </p:nvPr>
        </p:nvSpPr>
        <p:spPr>
          <a:xfrm>
            <a:off x="3254975" y="2751550"/>
            <a:ext cx="2634300" cy="15936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b="1" lang="en" sz="1200"/>
              <a:t>Subheading here:</a:t>
            </a:r>
            <a:endParaRPr sz="1200"/>
          </a:p>
          <a:p>
            <a:pPr indent="-203200" lvl="0" marL="279400" rtl="0" algn="l">
              <a:spcBef>
                <a:spcPts val="1000"/>
              </a:spcBef>
              <a:spcAft>
                <a:spcPts val="0"/>
              </a:spcAft>
              <a:buClr>
                <a:srgbClr val="B0AEA5"/>
              </a:buClr>
              <a:buSzPts val="1000"/>
              <a:buChar char="●"/>
            </a:pPr>
            <a:r>
              <a:rPr lang="en" sz="1000"/>
              <a:t>Vaporware anim. Thundercats adipisicing bruh</a:t>
            </a:r>
            <a:endParaRPr sz="1000"/>
          </a:p>
          <a:p>
            <a:pPr indent="-203200" lvl="0" marL="279400" rtl="0" algn="l">
              <a:spcBef>
                <a:spcPts val="1000"/>
              </a:spcBef>
              <a:spcAft>
                <a:spcPts val="0"/>
              </a:spcAft>
              <a:buClr>
                <a:srgbClr val="B0AEA5"/>
              </a:buClr>
              <a:buSzPts val="1000"/>
              <a:buChar char="●"/>
            </a:pPr>
            <a:r>
              <a:rPr lang="en" sz="1000"/>
              <a:t>Vaporware anim. Thundercats adipisicing bruh </a:t>
            </a:r>
            <a:endParaRPr sz="1000"/>
          </a:p>
          <a:p>
            <a:pPr indent="0" lvl="0" marL="279400" rtl="0" algn="l">
              <a:spcBef>
                <a:spcPts val="1000"/>
              </a:spcBef>
              <a:spcAft>
                <a:spcPts val="1000"/>
              </a:spcAft>
              <a:buNone/>
            </a:pPr>
            <a:r>
              <a:t/>
            </a:r>
            <a:endParaRPr sz="1000"/>
          </a:p>
        </p:txBody>
      </p:sp>
      <p:sp>
        <p:nvSpPr>
          <p:cNvPr id="1222" name="Google Shape;1222;p151"/>
          <p:cNvSpPr txBox="1"/>
          <p:nvPr>
            <p:ph type="title"/>
          </p:nvPr>
        </p:nvSpPr>
        <p:spPr>
          <a:xfrm>
            <a:off x="456825" y="457199"/>
            <a:ext cx="8230200" cy="9144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sz="2300"/>
              <a:t>A layout for three icons with boxes and bullets</a:t>
            </a:r>
            <a:endParaRPr sz="2300"/>
          </a:p>
          <a:p>
            <a:pPr indent="0" lvl="0" marL="0" rtl="0" algn="l">
              <a:lnSpc>
                <a:spcPct val="115000"/>
              </a:lnSpc>
              <a:spcBef>
                <a:spcPts val="1300"/>
              </a:spcBef>
              <a:spcAft>
                <a:spcPts val="1000"/>
              </a:spcAft>
              <a:buNone/>
            </a:pPr>
            <a:r>
              <a:rPr lang="en" sz="1100">
                <a:latin typeface="Lora"/>
                <a:ea typeface="Lora"/>
                <a:cs typeface="Lora"/>
                <a:sym typeface="Lora"/>
              </a:rPr>
              <a:t>To replace an icon: Right click image &gt; Replace image &gt;Drive &amp; Photos &gt; Shared Drives &gt; “[Template] Google Slide” folder</a:t>
            </a:r>
            <a:endParaRPr sz="2200"/>
          </a:p>
        </p:txBody>
      </p:sp>
      <p:sp>
        <p:nvSpPr>
          <p:cNvPr id="1223" name="Google Shape;1223;p151"/>
          <p:cNvSpPr txBox="1"/>
          <p:nvPr>
            <p:ph idx="12" type="sldNum"/>
          </p:nvPr>
        </p:nvSpPr>
        <p:spPr>
          <a:xfrm>
            <a:off x="8256725" y="4708927"/>
            <a:ext cx="437100" cy="107400"/>
          </a:xfrm>
          <a:prstGeom prst="rect">
            <a:avLst/>
          </a:prstGeom>
        </p:spPr>
        <p:txBody>
          <a:bodyPr anchorCtr="0" anchor="t" bIns="0" lIns="0" spcFirstLastPara="1" rIns="0" wrap="square" tIns="0">
            <a:noAutofit/>
          </a:bodyPr>
          <a:lstStyle/>
          <a:p>
            <a:pPr indent="0" lvl="0" marL="0" rtl="0" algn="r">
              <a:spcBef>
                <a:spcPts val="0"/>
              </a:spcBef>
              <a:spcAft>
                <a:spcPts val="0"/>
              </a:spcAft>
              <a:buClr>
                <a:srgbClr val="000000"/>
              </a:buClr>
              <a:buSzPts val="1000"/>
              <a:buFont typeface="Arial"/>
              <a:buNone/>
            </a:pPr>
            <a:fld id="{00000000-1234-1234-1234-123412341234}" type="slidenum">
              <a:rPr lang="en"/>
              <a:t>‹#›</a:t>
            </a:fld>
            <a:endParaRPr/>
          </a:p>
        </p:txBody>
      </p:sp>
      <p:pic>
        <p:nvPicPr>
          <p:cNvPr id="1224" name="Google Shape;1224;p151" title="Objects-Flowers-1.png"/>
          <p:cNvPicPr preferRelativeResize="0"/>
          <p:nvPr>
            <p:ph idx="3" type="pic"/>
          </p:nvPr>
        </p:nvPicPr>
        <p:blipFill rotWithShape="1">
          <a:blip r:embed="rId3">
            <a:alphaModFix/>
          </a:blip>
          <a:srcRect b="0" l="0" r="0" t="0"/>
          <a:stretch/>
        </p:blipFill>
        <p:spPr>
          <a:xfrm>
            <a:off x="1397400" y="1596242"/>
            <a:ext cx="750900" cy="750900"/>
          </a:xfrm>
          <a:prstGeom prst="rect">
            <a:avLst/>
          </a:prstGeom>
        </p:spPr>
      </p:pic>
      <p:pic>
        <p:nvPicPr>
          <p:cNvPr id="1225" name="Google Shape;1225;p151" title="Objects-Lightbulb-1.png"/>
          <p:cNvPicPr preferRelativeResize="0"/>
          <p:nvPr>
            <p:ph idx="4" type="pic"/>
          </p:nvPr>
        </p:nvPicPr>
        <p:blipFill rotWithShape="1">
          <a:blip r:embed="rId4">
            <a:alphaModFix/>
          </a:blip>
          <a:srcRect b="0" l="0" r="0" t="0"/>
          <a:stretch/>
        </p:blipFill>
        <p:spPr>
          <a:xfrm>
            <a:off x="4196605" y="1596238"/>
            <a:ext cx="750900" cy="750900"/>
          </a:xfrm>
          <a:prstGeom prst="rect">
            <a:avLst/>
          </a:prstGeom>
        </p:spPr>
      </p:pic>
      <p:pic>
        <p:nvPicPr>
          <p:cNvPr id="1226" name="Google Shape;1226;p151" title="Objects-Build-1.png"/>
          <p:cNvPicPr preferRelativeResize="0"/>
          <p:nvPr>
            <p:ph idx="5" type="pic"/>
          </p:nvPr>
        </p:nvPicPr>
        <p:blipFill rotWithShape="1">
          <a:blip r:embed="rId5">
            <a:alphaModFix/>
          </a:blip>
          <a:srcRect b="0" l="0" r="0" t="0"/>
          <a:stretch/>
        </p:blipFill>
        <p:spPr>
          <a:xfrm>
            <a:off x="6995805" y="1596238"/>
            <a:ext cx="750900" cy="750900"/>
          </a:xfrm>
          <a:prstGeom prst="rect">
            <a:avLst/>
          </a:prstGeom>
        </p:spPr>
      </p:pic>
      <p:sp>
        <p:nvSpPr>
          <p:cNvPr id="1227" name="Google Shape;1227;p151"/>
          <p:cNvSpPr txBox="1"/>
          <p:nvPr>
            <p:ph idx="6" type="body"/>
          </p:nvPr>
        </p:nvSpPr>
        <p:spPr>
          <a:xfrm>
            <a:off x="6054175" y="2731231"/>
            <a:ext cx="2634300" cy="15936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b="1" lang="en" sz="1200"/>
              <a:t>Subheading here:</a:t>
            </a:r>
            <a:endParaRPr sz="1200"/>
          </a:p>
          <a:p>
            <a:pPr indent="-203200" lvl="0" marL="279400" rtl="0" algn="l">
              <a:spcBef>
                <a:spcPts val="1000"/>
              </a:spcBef>
              <a:spcAft>
                <a:spcPts val="0"/>
              </a:spcAft>
              <a:buClr>
                <a:srgbClr val="B0AEA5"/>
              </a:buClr>
              <a:buSzPts val="1000"/>
              <a:buChar char="●"/>
            </a:pPr>
            <a:r>
              <a:rPr lang="en" sz="1000"/>
              <a:t>Adaptogen poutine bushwick man braid migas craft beer. Snackwave everyday</a:t>
            </a:r>
            <a:endParaRPr sz="1000"/>
          </a:p>
          <a:p>
            <a:pPr indent="-203200" lvl="0" marL="279400" rtl="0" algn="l">
              <a:spcBef>
                <a:spcPts val="1000"/>
              </a:spcBef>
              <a:spcAft>
                <a:spcPts val="1000"/>
              </a:spcAft>
              <a:buClr>
                <a:srgbClr val="B0AEA5"/>
              </a:buClr>
              <a:buSzPts val="1000"/>
              <a:buChar char="●"/>
            </a:pPr>
            <a:r>
              <a:rPr lang="en" sz="1000"/>
              <a:t>Adaptogen poutine bushwick man braid migas craft beer. Snackwave everyday </a:t>
            </a:r>
            <a:endParaRPr/>
          </a:p>
        </p:txBody>
      </p:sp>
    </p:spTree>
  </p:cSld>
  <p:clrMapOvr>
    <a:masterClrMapping/>
  </p:clrMapOvr>
</p:sld>
</file>

<file path=ppt/slides/slide9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1" name="Shape 1231"/>
        <p:cNvGrpSpPr/>
        <p:nvPr/>
      </p:nvGrpSpPr>
      <p:grpSpPr>
        <a:xfrm>
          <a:off x="0" y="0"/>
          <a:ext cx="0" cy="0"/>
          <a:chOff x="0" y="0"/>
          <a:chExt cx="0" cy="0"/>
        </a:xfrm>
      </p:grpSpPr>
      <p:pic>
        <p:nvPicPr>
          <p:cNvPr id="1232" name="Google Shape;1232;p152" title="Objects-Flowers.png"/>
          <p:cNvPicPr preferRelativeResize="0"/>
          <p:nvPr>
            <p:ph idx="3" type="pic"/>
          </p:nvPr>
        </p:nvPicPr>
        <p:blipFill rotWithShape="1">
          <a:blip r:embed="rId3">
            <a:alphaModFix/>
          </a:blip>
          <a:srcRect b="0" l="0" r="0" t="0"/>
          <a:stretch/>
        </p:blipFill>
        <p:spPr>
          <a:xfrm>
            <a:off x="949050" y="1623594"/>
            <a:ext cx="948300" cy="948300"/>
          </a:xfrm>
          <a:prstGeom prst="rect">
            <a:avLst/>
          </a:prstGeom>
        </p:spPr>
      </p:pic>
      <p:sp>
        <p:nvSpPr>
          <p:cNvPr id="1233" name="Google Shape;1233;p152"/>
          <p:cNvSpPr txBox="1"/>
          <p:nvPr>
            <p:ph type="title"/>
          </p:nvPr>
        </p:nvSpPr>
        <p:spPr>
          <a:xfrm>
            <a:off x="456825" y="457199"/>
            <a:ext cx="8230200" cy="9144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rPr lang="en"/>
              <a:t>A layout for three icons without boxes</a:t>
            </a:r>
            <a:endParaRPr/>
          </a:p>
          <a:p>
            <a:pPr indent="0" lvl="0" marL="0" rtl="0" algn="ctr">
              <a:lnSpc>
                <a:spcPct val="115000"/>
              </a:lnSpc>
              <a:spcBef>
                <a:spcPts val="1300"/>
              </a:spcBef>
              <a:spcAft>
                <a:spcPts val="0"/>
              </a:spcAft>
              <a:buNone/>
            </a:pPr>
            <a:r>
              <a:rPr lang="en" sz="1400">
                <a:latin typeface="Lora"/>
                <a:ea typeface="Lora"/>
                <a:cs typeface="Lora"/>
                <a:sym typeface="Lora"/>
              </a:rPr>
              <a:t>To replace an icon: Right click image &gt; Replace image &gt;Drive &amp; Photos &gt; Shared Drives &gt; “[Template] Google Slide” folder</a:t>
            </a:r>
            <a:endParaRPr sz="1400">
              <a:latin typeface="Lora"/>
              <a:ea typeface="Lora"/>
              <a:cs typeface="Lora"/>
              <a:sym typeface="Lora"/>
            </a:endParaRPr>
          </a:p>
          <a:p>
            <a:pPr indent="0" lvl="0" marL="0" rtl="0" algn="ctr">
              <a:spcBef>
                <a:spcPts val="1000"/>
              </a:spcBef>
              <a:spcAft>
                <a:spcPts val="1300"/>
              </a:spcAft>
              <a:buNone/>
            </a:pPr>
            <a:r>
              <a:t/>
            </a:r>
            <a:endParaRPr/>
          </a:p>
        </p:txBody>
      </p:sp>
      <p:pic>
        <p:nvPicPr>
          <p:cNvPr id="1234" name="Google Shape;1234;p152" title="Objects-Lightbulb.png"/>
          <p:cNvPicPr preferRelativeResize="0"/>
          <p:nvPr>
            <p:ph idx="4" type="pic"/>
          </p:nvPr>
        </p:nvPicPr>
        <p:blipFill rotWithShape="1">
          <a:blip r:embed="rId4">
            <a:alphaModFix/>
          </a:blip>
          <a:srcRect b="0" l="0" r="0" t="0"/>
          <a:stretch/>
        </p:blipFill>
        <p:spPr>
          <a:xfrm>
            <a:off x="3048550" y="1623594"/>
            <a:ext cx="948300" cy="948300"/>
          </a:xfrm>
          <a:prstGeom prst="rect">
            <a:avLst/>
          </a:prstGeom>
        </p:spPr>
      </p:pic>
      <p:sp>
        <p:nvSpPr>
          <p:cNvPr id="1235" name="Google Shape;1235;p152"/>
          <p:cNvSpPr txBox="1"/>
          <p:nvPr>
            <p:ph idx="1" type="body"/>
          </p:nvPr>
        </p:nvSpPr>
        <p:spPr>
          <a:xfrm>
            <a:off x="455775" y="2762100"/>
            <a:ext cx="1934700" cy="15828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rPr b="1" lang="en"/>
              <a:t>Label</a:t>
            </a:r>
            <a:endParaRPr b="1"/>
          </a:p>
          <a:p>
            <a:pPr indent="0" lvl="0" marL="0" rtl="0" algn="ctr">
              <a:spcBef>
                <a:spcPts val="1000"/>
              </a:spcBef>
              <a:spcAft>
                <a:spcPts val="0"/>
              </a:spcAft>
              <a:buNone/>
            </a:pPr>
            <a:r>
              <a:rPr lang="en" sz="1200"/>
              <a:t>Eu farm-to-table organic ipsum glossier art party kale chips</a:t>
            </a:r>
            <a:endParaRPr sz="1200"/>
          </a:p>
          <a:p>
            <a:pPr indent="0" lvl="0" marL="0" rtl="0" algn="ctr">
              <a:spcBef>
                <a:spcPts val="1000"/>
              </a:spcBef>
              <a:spcAft>
                <a:spcPts val="1000"/>
              </a:spcAft>
              <a:buNone/>
            </a:pPr>
            <a:r>
              <a:t/>
            </a:r>
            <a:endParaRPr/>
          </a:p>
        </p:txBody>
      </p:sp>
      <p:sp>
        <p:nvSpPr>
          <p:cNvPr id="1236" name="Google Shape;1236;p152"/>
          <p:cNvSpPr txBox="1"/>
          <p:nvPr>
            <p:ph idx="2" type="body"/>
          </p:nvPr>
        </p:nvSpPr>
        <p:spPr>
          <a:xfrm>
            <a:off x="2555275" y="2762100"/>
            <a:ext cx="1934700" cy="15828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rPr b="1" lang="en"/>
              <a:t>Label</a:t>
            </a:r>
            <a:endParaRPr b="1"/>
          </a:p>
          <a:p>
            <a:pPr indent="0" lvl="0" marL="0" rtl="0" algn="ctr">
              <a:spcBef>
                <a:spcPts val="1000"/>
              </a:spcBef>
              <a:spcAft>
                <a:spcPts val="0"/>
              </a:spcAft>
              <a:buNone/>
            </a:pPr>
            <a:r>
              <a:rPr lang="en" sz="1200"/>
              <a:t>Squid messenger bag vaporware </a:t>
            </a:r>
            <a:br>
              <a:rPr lang="en" sz="1200"/>
            </a:br>
            <a:r>
              <a:rPr lang="en" sz="1200"/>
              <a:t>Thundercats adipisicing bruh </a:t>
            </a:r>
            <a:endParaRPr b="1" sz="1200"/>
          </a:p>
          <a:p>
            <a:pPr indent="0" lvl="0" marL="0" rtl="0" algn="ctr">
              <a:spcBef>
                <a:spcPts val="1000"/>
              </a:spcBef>
              <a:spcAft>
                <a:spcPts val="1000"/>
              </a:spcAft>
              <a:buNone/>
            </a:pPr>
            <a:r>
              <a:t/>
            </a:r>
            <a:endParaRPr b="1"/>
          </a:p>
        </p:txBody>
      </p:sp>
      <p:sp>
        <p:nvSpPr>
          <p:cNvPr id="1237" name="Google Shape;1237;p152"/>
          <p:cNvSpPr txBox="1"/>
          <p:nvPr>
            <p:ph idx="12" type="sldNum"/>
          </p:nvPr>
        </p:nvSpPr>
        <p:spPr>
          <a:xfrm>
            <a:off x="8256725" y="4708927"/>
            <a:ext cx="437100" cy="107400"/>
          </a:xfrm>
          <a:prstGeom prst="rect">
            <a:avLst/>
          </a:prstGeom>
        </p:spPr>
        <p:txBody>
          <a:bodyPr anchorCtr="0" anchor="t" bIns="0" lIns="0" spcFirstLastPara="1" rIns="0" wrap="square" tIns="0">
            <a:noAutofit/>
          </a:bodyPr>
          <a:lstStyle/>
          <a:p>
            <a:pPr indent="0" lvl="0" marL="0" rtl="0" algn="r">
              <a:spcBef>
                <a:spcPts val="0"/>
              </a:spcBef>
              <a:spcAft>
                <a:spcPts val="0"/>
              </a:spcAft>
              <a:buNone/>
            </a:pPr>
            <a:fld id="{00000000-1234-1234-1234-123412341234}" type="slidenum">
              <a:rPr lang="en"/>
              <a:t>‹#›</a:t>
            </a:fld>
            <a:endParaRPr/>
          </a:p>
        </p:txBody>
      </p:sp>
      <p:sp>
        <p:nvSpPr>
          <p:cNvPr id="1238" name="Google Shape;1238;p152"/>
          <p:cNvSpPr txBox="1"/>
          <p:nvPr>
            <p:ph idx="5" type="body"/>
          </p:nvPr>
        </p:nvSpPr>
        <p:spPr>
          <a:xfrm>
            <a:off x="4654113" y="2762100"/>
            <a:ext cx="1934700" cy="15828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rPr b="1" lang="en"/>
              <a:t>Label</a:t>
            </a:r>
            <a:endParaRPr b="1"/>
          </a:p>
          <a:p>
            <a:pPr indent="0" lvl="0" marL="0" rtl="0" algn="ctr">
              <a:spcBef>
                <a:spcPts val="1000"/>
              </a:spcBef>
              <a:spcAft>
                <a:spcPts val="1000"/>
              </a:spcAft>
              <a:buNone/>
            </a:pPr>
            <a:r>
              <a:rPr lang="en" sz="1200"/>
              <a:t>Polaroid chia waistcoat tilde adaptogen poutine bushwick</a:t>
            </a:r>
            <a:endParaRPr sz="1200"/>
          </a:p>
        </p:txBody>
      </p:sp>
      <p:pic>
        <p:nvPicPr>
          <p:cNvPr id="1239" name="Google Shape;1239;p152" title="Objects-Build.png"/>
          <p:cNvPicPr preferRelativeResize="0"/>
          <p:nvPr>
            <p:ph idx="6" type="pic"/>
          </p:nvPr>
        </p:nvPicPr>
        <p:blipFill rotWithShape="1">
          <a:blip r:embed="rId5">
            <a:alphaModFix/>
          </a:blip>
          <a:srcRect b="0" l="0" r="0" t="0"/>
          <a:stretch/>
        </p:blipFill>
        <p:spPr>
          <a:xfrm>
            <a:off x="5148050" y="1623594"/>
            <a:ext cx="948300" cy="948300"/>
          </a:xfrm>
          <a:prstGeom prst="rect">
            <a:avLst/>
          </a:prstGeom>
        </p:spPr>
      </p:pic>
      <p:sp>
        <p:nvSpPr>
          <p:cNvPr id="1240" name="Google Shape;1240;p152"/>
          <p:cNvSpPr txBox="1"/>
          <p:nvPr>
            <p:ph idx="7" type="body"/>
          </p:nvPr>
        </p:nvSpPr>
        <p:spPr>
          <a:xfrm>
            <a:off x="6752950" y="2762100"/>
            <a:ext cx="1934700" cy="15828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rPr b="1" lang="en"/>
              <a:t>Label</a:t>
            </a:r>
            <a:endParaRPr b="1"/>
          </a:p>
          <a:p>
            <a:pPr indent="0" lvl="0" marL="0" rtl="0" algn="ctr">
              <a:spcBef>
                <a:spcPts val="1000"/>
              </a:spcBef>
              <a:spcAft>
                <a:spcPts val="1000"/>
              </a:spcAft>
              <a:buNone/>
            </a:pPr>
            <a:r>
              <a:rPr lang="en" sz="1200"/>
              <a:t>Iceland neutral milk hotel man braid art party kale chips squid messenger bag</a:t>
            </a:r>
            <a:endParaRPr sz="1200"/>
          </a:p>
        </p:txBody>
      </p:sp>
      <p:pic>
        <p:nvPicPr>
          <p:cNvPr id="1241" name="Google Shape;1241;p152" title="Objects-LightningBolt.png"/>
          <p:cNvPicPr preferRelativeResize="0"/>
          <p:nvPr>
            <p:ph idx="8" type="pic"/>
          </p:nvPr>
        </p:nvPicPr>
        <p:blipFill rotWithShape="1">
          <a:blip r:embed="rId6">
            <a:alphaModFix/>
          </a:blip>
          <a:srcRect b="0" l="0" r="0" t="0"/>
          <a:stretch/>
        </p:blipFill>
        <p:spPr>
          <a:xfrm>
            <a:off x="7247550" y="1623594"/>
            <a:ext cx="948300" cy="948300"/>
          </a:xfrm>
          <a:prstGeom prst="rect">
            <a:avLst/>
          </a:prstGeom>
        </p:spPr>
      </p:pic>
    </p:spTree>
  </p:cSld>
  <p:clrMapOvr>
    <a:masterClrMapping/>
  </p:clrMapOvr>
</p:sld>
</file>

<file path=ppt/slides/slide9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5" name="Shape 1245"/>
        <p:cNvGrpSpPr/>
        <p:nvPr/>
      </p:nvGrpSpPr>
      <p:grpSpPr>
        <a:xfrm>
          <a:off x="0" y="0"/>
          <a:ext cx="0" cy="0"/>
          <a:chOff x="0" y="0"/>
          <a:chExt cx="0" cy="0"/>
        </a:xfrm>
      </p:grpSpPr>
      <p:sp>
        <p:nvSpPr>
          <p:cNvPr id="1246" name="Google Shape;1246;p153"/>
          <p:cNvSpPr txBox="1"/>
          <p:nvPr>
            <p:ph idx="1" type="body"/>
          </p:nvPr>
        </p:nvSpPr>
        <p:spPr>
          <a:xfrm>
            <a:off x="455775" y="3036100"/>
            <a:ext cx="1934700" cy="1309200"/>
          </a:xfrm>
          <a:prstGeom prst="rect">
            <a:avLst/>
          </a:prstGeom>
        </p:spPr>
        <p:txBody>
          <a:bodyPr anchorCtr="0" anchor="t" bIns="91450" lIns="91450" spcFirstLastPara="1" rIns="91450" wrap="square" tIns="91450">
            <a:noAutofit/>
          </a:bodyPr>
          <a:lstStyle/>
          <a:p>
            <a:pPr indent="0" lvl="0" marL="0" rtl="0" algn="ctr">
              <a:spcBef>
                <a:spcPts val="0"/>
              </a:spcBef>
              <a:spcAft>
                <a:spcPts val="0"/>
              </a:spcAft>
              <a:buNone/>
            </a:pPr>
            <a:r>
              <a:rPr b="1" lang="en"/>
              <a:t>Label</a:t>
            </a:r>
            <a:endParaRPr b="1"/>
          </a:p>
          <a:p>
            <a:pPr indent="0" lvl="0" marL="0" rtl="0" algn="ctr">
              <a:spcBef>
                <a:spcPts val="1000"/>
              </a:spcBef>
              <a:spcAft>
                <a:spcPts val="0"/>
              </a:spcAft>
              <a:buNone/>
            </a:pPr>
            <a:r>
              <a:rPr lang="en" sz="1200"/>
              <a:t>Eu farm-to-table organic ipsum </a:t>
            </a:r>
            <a:br>
              <a:rPr lang="en" sz="1200"/>
            </a:br>
            <a:r>
              <a:rPr lang="en" sz="1200"/>
              <a:t>glossier art party kale </a:t>
            </a:r>
            <a:endParaRPr sz="1200"/>
          </a:p>
          <a:p>
            <a:pPr indent="0" lvl="0" marL="0" rtl="0" algn="ctr">
              <a:spcBef>
                <a:spcPts val="1000"/>
              </a:spcBef>
              <a:spcAft>
                <a:spcPts val="0"/>
              </a:spcAft>
              <a:buNone/>
            </a:pPr>
            <a:r>
              <a:t/>
            </a:r>
            <a:endParaRPr/>
          </a:p>
          <a:p>
            <a:pPr indent="0" lvl="0" marL="0" rtl="0" algn="ctr">
              <a:spcBef>
                <a:spcPts val="1000"/>
              </a:spcBef>
              <a:spcAft>
                <a:spcPts val="1000"/>
              </a:spcAft>
              <a:buNone/>
            </a:pPr>
            <a:r>
              <a:t/>
            </a:r>
            <a:endParaRPr/>
          </a:p>
        </p:txBody>
      </p:sp>
      <p:sp>
        <p:nvSpPr>
          <p:cNvPr id="1247" name="Google Shape;1247;p153"/>
          <p:cNvSpPr txBox="1"/>
          <p:nvPr>
            <p:ph idx="2" type="body"/>
          </p:nvPr>
        </p:nvSpPr>
        <p:spPr>
          <a:xfrm>
            <a:off x="2555275" y="3036100"/>
            <a:ext cx="1934700" cy="1309200"/>
          </a:xfrm>
          <a:prstGeom prst="rect">
            <a:avLst/>
          </a:prstGeom>
        </p:spPr>
        <p:txBody>
          <a:bodyPr anchorCtr="0" anchor="t" bIns="91450" lIns="91450" spcFirstLastPara="1" rIns="91450" wrap="square" tIns="91450">
            <a:noAutofit/>
          </a:bodyPr>
          <a:lstStyle/>
          <a:p>
            <a:pPr indent="0" lvl="0" marL="0" rtl="0" algn="ctr">
              <a:spcBef>
                <a:spcPts val="0"/>
              </a:spcBef>
              <a:spcAft>
                <a:spcPts val="0"/>
              </a:spcAft>
              <a:buNone/>
            </a:pPr>
            <a:r>
              <a:rPr b="1" lang="en"/>
              <a:t>Label</a:t>
            </a:r>
            <a:endParaRPr b="1"/>
          </a:p>
          <a:p>
            <a:pPr indent="0" lvl="0" marL="0" rtl="0" algn="ctr">
              <a:spcBef>
                <a:spcPts val="1000"/>
              </a:spcBef>
              <a:spcAft>
                <a:spcPts val="1000"/>
              </a:spcAft>
              <a:buNone/>
            </a:pPr>
            <a:r>
              <a:rPr lang="en" sz="1200"/>
              <a:t>Squid messenger bag vaporware </a:t>
            </a:r>
            <a:br>
              <a:rPr lang="en" sz="1200"/>
            </a:br>
            <a:r>
              <a:rPr lang="en" sz="1200"/>
              <a:t>Thundercats adipisicing </a:t>
            </a:r>
            <a:endParaRPr b="1"/>
          </a:p>
        </p:txBody>
      </p:sp>
      <p:sp>
        <p:nvSpPr>
          <p:cNvPr id="1248" name="Google Shape;1248;p153"/>
          <p:cNvSpPr txBox="1"/>
          <p:nvPr>
            <p:ph type="title"/>
          </p:nvPr>
        </p:nvSpPr>
        <p:spPr>
          <a:xfrm>
            <a:off x="456825" y="457199"/>
            <a:ext cx="8230200" cy="9144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rPr lang="en"/>
              <a:t>A layout for three icons with boxes</a:t>
            </a:r>
            <a:endParaRPr/>
          </a:p>
          <a:p>
            <a:pPr indent="0" lvl="0" marL="0" rtl="0" algn="ctr">
              <a:lnSpc>
                <a:spcPct val="115000"/>
              </a:lnSpc>
              <a:spcBef>
                <a:spcPts val="1300"/>
              </a:spcBef>
              <a:spcAft>
                <a:spcPts val="1000"/>
              </a:spcAft>
              <a:buNone/>
            </a:pPr>
            <a:r>
              <a:rPr lang="en" sz="1400">
                <a:latin typeface="Lora"/>
                <a:ea typeface="Lora"/>
                <a:cs typeface="Lora"/>
                <a:sym typeface="Lora"/>
              </a:rPr>
              <a:t>To replace an icon: Right click image &gt; Replace image &gt;Drive &amp; Photos &gt; Shared Drives &gt; “[Template] Google Slide” folder</a:t>
            </a:r>
            <a:endParaRPr sz="1400">
              <a:latin typeface="Lora"/>
              <a:ea typeface="Lora"/>
              <a:cs typeface="Lora"/>
              <a:sym typeface="Lora"/>
            </a:endParaRPr>
          </a:p>
        </p:txBody>
      </p:sp>
      <p:sp>
        <p:nvSpPr>
          <p:cNvPr id="1249" name="Google Shape;1249;p153"/>
          <p:cNvSpPr txBox="1"/>
          <p:nvPr>
            <p:ph idx="12" type="sldNum"/>
          </p:nvPr>
        </p:nvSpPr>
        <p:spPr>
          <a:xfrm>
            <a:off x="8256725" y="4708927"/>
            <a:ext cx="437100" cy="107400"/>
          </a:xfrm>
          <a:prstGeom prst="rect">
            <a:avLst/>
          </a:prstGeom>
        </p:spPr>
        <p:txBody>
          <a:bodyPr anchorCtr="0" anchor="t" bIns="0" lIns="0" spcFirstLastPara="1" rIns="0" wrap="square" tIns="0">
            <a:noAutofit/>
          </a:bodyPr>
          <a:lstStyle/>
          <a:p>
            <a:pPr indent="0" lvl="0" marL="0" rtl="0" algn="r">
              <a:spcBef>
                <a:spcPts val="0"/>
              </a:spcBef>
              <a:spcAft>
                <a:spcPts val="0"/>
              </a:spcAft>
              <a:buClr>
                <a:srgbClr val="000000"/>
              </a:buClr>
              <a:buSzPts val="1000"/>
              <a:buFont typeface="Arial"/>
              <a:buNone/>
            </a:pPr>
            <a:fld id="{00000000-1234-1234-1234-123412341234}" type="slidenum">
              <a:rPr lang="en"/>
              <a:t>‹#›</a:t>
            </a:fld>
            <a:endParaRPr/>
          </a:p>
        </p:txBody>
      </p:sp>
      <p:pic>
        <p:nvPicPr>
          <p:cNvPr id="1250" name="Google Shape;1250;p153" title="Objects-Flowers-1.png"/>
          <p:cNvPicPr preferRelativeResize="0"/>
          <p:nvPr>
            <p:ph idx="3" type="pic"/>
          </p:nvPr>
        </p:nvPicPr>
        <p:blipFill rotWithShape="1">
          <a:blip r:embed="rId3">
            <a:alphaModFix/>
          </a:blip>
          <a:srcRect b="0" l="0" r="0" t="0"/>
          <a:stretch/>
        </p:blipFill>
        <p:spPr>
          <a:xfrm>
            <a:off x="949050" y="2003650"/>
            <a:ext cx="948300" cy="948300"/>
          </a:xfrm>
          <a:prstGeom prst="rect">
            <a:avLst/>
          </a:prstGeom>
        </p:spPr>
      </p:pic>
      <p:pic>
        <p:nvPicPr>
          <p:cNvPr id="1251" name="Google Shape;1251;p153" title="Objects-Lightbulb-1.png"/>
          <p:cNvPicPr preferRelativeResize="0"/>
          <p:nvPr>
            <p:ph idx="4" type="pic"/>
          </p:nvPr>
        </p:nvPicPr>
        <p:blipFill rotWithShape="1">
          <a:blip r:embed="rId4">
            <a:alphaModFix/>
          </a:blip>
          <a:srcRect b="0" l="0" r="0" t="0"/>
          <a:stretch/>
        </p:blipFill>
        <p:spPr>
          <a:xfrm>
            <a:off x="3048219" y="2003650"/>
            <a:ext cx="948300" cy="948300"/>
          </a:xfrm>
          <a:prstGeom prst="rect">
            <a:avLst/>
          </a:prstGeom>
        </p:spPr>
      </p:pic>
      <p:pic>
        <p:nvPicPr>
          <p:cNvPr id="1252" name="Google Shape;1252;p153" title="Objects-Build-1.png"/>
          <p:cNvPicPr preferRelativeResize="0"/>
          <p:nvPr>
            <p:ph idx="5" type="pic"/>
          </p:nvPr>
        </p:nvPicPr>
        <p:blipFill rotWithShape="1">
          <a:blip r:embed="rId5">
            <a:alphaModFix/>
          </a:blip>
          <a:srcRect b="0" l="0" r="0" t="0"/>
          <a:stretch/>
        </p:blipFill>
        <p:spPr>
          <a:xfrm>
            <a:off x="5147388" y="2003650"/>
            <a:ext cx="948300" cy="948300"/>
          </a:xfrm>
          <a:prstGeom prst="rect">
            <a:avLst/>
          </a:prstGeom>
        </p:spPr>
      </p:pic>
      <p:sp>
        <p:nvSpPr>
          <p:cNvPr id="1253" name="Google Shape;1253;p153"/>
          <p:cNvSpPr txBox="1"/>
          <p:nvPr>
            <p:ph idx="6" type="body"/>
          </p:nvPr>
        </p:nvSpPr>
        <p:spPr>
          <a:xfrm>
            <a:off x="4654113" y="3036100"/>
            <a:ext cx="1934700" cy="1309200"/>
          </a:xfrm>
          <a:prstGeom prst="rect">
            <a:avLst/>
          </a:prstGeom>
        </p:spPr>
        <p:txBody>
          <a:bodyPr anchorCtr="0" anchor="t" bIns="91450" lIns="91450" spcFirstLastPara="1" rIns="91450" wrap="square" tIns="91450">
            <a:noAutofit/>
          </a:bodyPr>
          <a:lstStyle/>
          <a:p>
            <a:pPr indent="0" lvl="0" marL="0" rtl="0" algn="ctr">
              <a:spcBef>
                <a:spcPts val="0"/>
              </a:spcBef>
              <a:spcAft>
                <a:spcPts val="0"/>
              </a:spcAft>
              <a:buNone/>
            </a:pPr>
            <a:r>
              <a:rPr b="1" lang="en"/>
              <a:t>Label</a:t>
            </a:r>
            <a:endParaRPr b="1"/>
          </a:p>
          <a:p>
            <a:pPr indent="0" lvl="0" marL="0" rtl="0" algn="ctr">
              <a:spcBef>
                <a:spcPts val="1000"/>
              </a:spcBef>
              <a:spcAft>
                <a:spcPts val="0"/>
              </a:spcAft>
              <a:buNone/>
            </a:pPr>
            <a:r>
              <a:rPr lang="en" sz="1200"/>
              <a:t>Polaroid chia waistcoat tilde adaptogen poutine bushwick</a:t>
            </a:r>
            <a:endParaRPr sz="1200"/>
          </a:p>
          <a:p>
            <a:pPr indent="0" lvl="0" marL="0" rtl="0" algn="ctr">
              <a:spcBef>
                <a:spcPts val="1000"/>
              </a:spcBef>
              <a:spcAft>
                <a:spcPts val="1000"/>
              </a:spcAft>
              <a:buNone/>
            </a:pPr>
            <a:r>
              <a:t/>
            </a:r>
            <a:endParaRPr/>
          </a:p>
        </p:txBody>
      </p:sp>
      <p:pic>
        <p:nvPicPr>
          <p:cNvPr id="1254" name="Google Shape;1254;p153" title="Objects-LightningBolt-1.png"/>
          <p:cNvPicPr preferRelativeResize="0"/>
          <p:nvPr>
            <p:ph idx="7" type="pic"/>
          </p:nvPr>
        </p:nvPicPr>
        <p:blipFill rotWithShape="1">
          <a:blip r:embed="rId6">
            <a:alphaModFix/>
          </a:blip>
          <a:srcRect b="0" l="0" r="0" t="0"/>
          <a:stretch/>
        </p:blipFill>
        <p:spPr>
          <a:xfrm>
            <a:off x="7246550" y="2003650"/>
            <a:ext cx="948300" cy="948300"/>
          </a:xfrm>
          <a:prstGeom prst="rect">
            <a:avLst/>
          </a:prstGeom>
        </p:spPr>
      </p:pic>
      <p:sp>
        <p:nvSpPr>
          <p:cNvPr id="1255" name="Google Shape;1255;p153"/>
          <p:cNvSpPr txBox="1"/>
          <p:nvPr>
            <p:ph idx="8" type="body"/>
          </p:nvPr>
        </p:nvSpPr>
        <p:spPr>
          <a:xfrm>
            <a:off x="6752950" y="3036100"/>
            <a:ext cx="1934700" cy="1309200"/>
          </a:xfrm>
          <a:prstGeom prst="rect">
            <a:avLst/>
          </a:prstGeom>
        </p:spPr>
        <p:txBody>
          <a:bodyPr anchorCtr="0" anchor="t" bIns="91450" lIns="91450" spcFirstLastPara="1" rIns="91450" wrap="square" tIns="91450">
            <a:noAutofit/>
          </a:bodyPr>
          <a:lstStyle/>
          <a:p>
            <a:pPr indent="0" lvl="0" marL="0" rtl="0" algn="ctr">
              <a:spcBef>
                <a:spcPts val="0"/>
              </a:spcBef>
              <a:spcAft>
                <a:spcPts val="0"/>
              </a:spcAft>
              <a:buNone/>
            </a:pPr>
            <a:r>
              <a:rPr b="1" lang="en"/>
              <a:t>Label</a:t>
            </a:r>
            <a:endParaRPr b="1"/>
          </a:p>
          <a:p>
            <a:pPr indent="0" lvl="0" marL="0" rtl="0" algn="ctr">
              <a:spcBef>
                <a:spcPts val="1000"/>
              </a:spcBef>
              <a:spcAft>
                <a:spcPts val="1000"/>
              </a:spcAft>
              <a:buNone/>
            </a:pPr>
            <a:r>
              <a:rPr lang="en" sz="1200"/>
              <a:t>Iceland neutral milk hotel man braid art party kale chips squid </a:t>
            </a:r>
            <a:endParaRPr/>
          </a:p>
        </p:txBody>
      </p:sp>
    </p:spTree>
  </p:cSld>
  <p:clrMapOvr>
    <a:masterClrMapping/>
  </p:clrMapOvr>
</p:sld>
</file>

<file path=ppt/slides/slide9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9" name="Shape 1259"/>
        <p:cNvGrpSpPr/>
        <p:nvPr/>
      </p:nvGrpSpPr>
      <p:grpSpPr>
        <a:xfrm>
          <a:off x="0" y="0"/>
          <a:ext cx="0" cy="0"/>
          <a:chOff x="0" y="0"/>
          <a:chExt cx="0" cy="0"/>
        </a:xfrm>
      </p:grpSpPr>
      <p:sp>
        <p:nvSpPr>
          <p:cNvPr id="1260" name="Google Shape;1260;p154"/>
          <p:cNvSpPr txBox="1"/>
          <p:nvPr>
            <p:ph idx="1" type="body"/>
          </p:nvPr>
        </p:nvSpPr>
        <p:spPr>
          <a:xfrm>
            <a:off x="455775" y="2751550"/>
            <a:ext cx="1934700" cy="15936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b="1" lang="en" sz="1200"/>
              <a:t>Subheading here:</a:t>
            </a:r>
            <a:endParaRPr sz="1200"/>
          </a:p>
          <a:p>
            <a:pPr indent="-203200" lvl="0" marL="279400" rtl="0" algn="l">
              <a:spcBef>
                <a:spcPts val="1000"/>
              </a:spcBef>
              <a:spcAft>
                <a:spcPts val="0"/>
              </a:spcAft>
              <a:buClr>
                <a:srgbClr val="B0AEA5"/>
              </a:buClr>
              <a:buSzPts val="1000"/>
              <a:buChar char="●"/>
            </a:pPr>
            <a:r>
              <a:rPr lang="en" sz="1000"/>
              <a:t>Eu farm-to-table organic ipsum glossier art party kale chips squid messenger bag</a:t>
            </a:r>
            <a:endParaRPr sz="1000"/>
          </a:p>
          <a:p>
            <a:pPr indent="-203200" lvl="0" marL="279400" rtl="0" algn="l">
              <a:spcBef>
                <a:spcPts val="1000"/>
              </a:spcBef>
              <a:spcAft>
                <a:spcPts val="1000"/>
              </a:spcAft>
              <a:buClr>
                <a:srgbClr val="B0AEA5"/>
              </a:buClr>
              <a:buSzPts val="1000"/>
              <a:buChar char="●"/>
            </a:pPr>
            <a:r>
              <a:rPr lang="en" sz="1000"/>
              <a:t>Eu farm-to-table organic ipsum glossier art party </a:t>
            </a:r>
            <a:endParaRPr/>
          </a:p>
        </p:txBody>
      </p:sp>
      <p:sp>
        <p:nvSpPr>
          <p:cNvPr id="1261" name="Google Shape;1261;p154"/>
          <p:cNvSpPr txBox="1"/>
          <p:nvPr>
            <p:ph idx="2" type="body"/>
          </p:nvPr>
        </p:nvSpPr>
        <p:spPr>
          <a:xfrm>
            <a:off x="2555275" y="2751550"/>
            <a:ext cx="1934700" cy="15936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b="1" lang="en" sz="1200"/>
              <a:t>Subheading here:</a:t>
            </a:r>
            <a:endParaRPr sz="1200"/>
          </a:p>
          <a:p>
            <a:pPr indent="-203200" lvl="0" marL="279400" rtl="0" algn="l">
              <a:spcBef>
                <a:spcPts val="1000"/>
              </a:spcBef>
              <a:spcAft>
                <a:spcPts val="0"/>
              </a:spcAft>
              <a:buClr>
                <a:srgbClr val="B0AEA5"/>
              </a:buClr>
              <a:buSzPts val="1000"/>
              <a:buChar char="●"/>
            </a:pPr>
            <a:r>
              <a:rPr lang="en" sz="1000"/>
              <a:t>Vaporware anim. Thundercats adipisicing bruh</a:t>
            </a:r>
            <a:endParaRPr sz="1000"/>
          </a:p>
          <a:p>
            <a:pPr indent="-203200" lvl="0" marL="279400" rtl="0" algn="l">
              <a:spcBef>
                <a:spcPts val="1000"/>
              </a:spcBef>
              <a:spcAft>
                <a:spcPts val="1000"/>
              </a:spcAft>
              <a:buClr>
                <a:srgbClr val="B0AEA5"/>
              </a:buClr>
              <a:buSzPts val="1000"/>
              <a:buChar char="●"/>
            </a:pPr>
            <a:r>
              <a:rPr lang="en" sz="1000"/>
              <a:t>Vaporware anim. Thundercats adipisicing bruh </a:t>
            </a:r>
            <a:endParaRPr sz="1000"/>
          </a:p>
        </p:txBody>
      </p:sp>
      <p:sp>
        <p:nvSpPr>
          <p:cNvPr id="1262" name="Google Shape;1262;p154"/>
          <p:cNvSpPr txBox="1"/>
          <p:nvPr>
            <p:ph type="title"/>
          </p:nvPr>
        </p:nvSpPr>
        <p:spPr>
          <a:xfrm>
            <a:off x="456825" y="457199"/>
            <a:ext cx="8230200" cy="9144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A layout for three icons with boxes and bullets</a:t>
            </a:r>
            <a:endParaRPr/>
          </a:p>
          <a:p>
            <a:pPr indent="0" lvl="0" marL="0" rtl="0" algn="l">
              <a:lnSpc>
                <a:spcPct val="115000"/>
              </a:lnSpc>
              <a:spcBef>
                <a:spcPts val="1300"/>
              </a:spcBef>
              <a:spcAft>
                <a:spcPts val="1000"/>
              </a:spcAft>
              <a:buNone/>
            </a:pPr>
            <a:r>
              <a:rPr lang="en" sz="1100">
                <a:latin typeface="Lora"/>
                <a:ea typeface="Lora"/>
                <a:cs typeface="Lora"/>
                <a:sym typeface="Lora"/>
              </a:rPr>
              <a:t>To replace an icon: Right click image &gt; Replace image &gt;Drive &amp; Photos &gt; Shared Drives &gt; “[Template] Google Slide” folder</a:t>
            </a:r>
            <a:endParaRPr sz="2200"/>
          </a:p>
        </p:txBody>
      </p:sp>
      <p:sp>
        <p:nvSpPr>
          <p:cNvPr id="1263" name="Google Shape;1263;p154"/>
          <p:cNvSpPr txBox="1"/>
          <p:nvPr>
            <p:ph idx="12" type="sldNum"/>
          </p:nvPr>
        </p:nvSpPr>
        <p:spPr>
          <a:xfrm>
            <a:off x="8256725" y="4708927"/>
            <a:ext cx="437100" cy="107400"/>
          </a:xfrm>
          <a:prstGeom prst="rect">
            <a:avLst/>
          </a:prstGeom>
        </p:spPr>
        <p:txBody>
          <a:bodyPr anchorCtr="0" anchor="t" bIns="0" lIns="0" spcFirstLastPara="1" rIns="0" wrap="square" tIns="0">
            <a:noAutofit/>
          </a:bodyPr>
          <a:lstStyle/>
          <a:p>
            <a:pPr indent="0" lvl="0" marL="0" rtl="0" algn="r">
              <a:spcBef>
                <a:spcPts val="0"/>
              </a:spcBef>
              <a:spcAft>
                <a:spcPts val="0"/>
              </a:spcAft>
              <a:buClr>
                <a:srgbClr val="000000"/>
              </a:buClr>
              <a:buSzPts val="1000"/>
              <a:buFont typeface="Arial"/>
              <a:buNone/>
            </a:pPr>
            <a:fld id="{00000000-1234-1234-1234-123412341234}" type="slidenum">
              <a:rPr lang="en"/>
              <a:t>‹#›</a:t>
            </a:fld>
            <a:endParaRPr/>
          </a:p>
        </p:txBody>
      </p:sp>
      <p:pic>
        <p:nvPicPr>
          <p:cNvPr id="1264" name="Google Shape;1264;p154" title="Objects-Flowers-1.png"/>
          <p:cNvPicPr preferRelativeResize="0"/>
          <p:nvPr>
            <p:ph idx="3" type="pic"/>
          </p:nvPr>
        </p:nvPicPr>
        <p:blipFill rotWithShape="1">
          <a:blip r:embed="rId3">
            <a:alphaModFix/>
          </a:blip>
          <a:srcRect b="0" l="0" r="0" t="0"/>
          <a:stretch/>
        </p:blipFill>
        <p:spPr>
          <a:xfrm>
            <a:off x="1047675" y="1596242"/>
            <a:ext cx="750900" cy="750900"/>
          </a:xfrm>
          <a:prstGeom prst="rect">
            <a:avLst/>
          </a:prstGeom>
        </p:spPr>
      </p:pic>
      <p:pic>
        <p:nvPicPr>
          <p:cNvPr id="1265" name="Google Shape;1265;p154" title="Objects-Lightbulb-1.png"/>
          <p:cNvPicPr preferRelativeResize="0"/>
          <p:nvPr>
            <p:ph idx="4" type="pic"/>
          </p:nvPr>
        </p:nvPicPr>
        <p:blipFill rotWithShape="1">
          <a:blip r:embed="rId4">
            <a:alphaModFix/>
          </a:blip>
          <a:srcRect b="0" l="0" r="0" t="0"/>
          <a:stretch/>
        </p:blipFill>
        <p:spPr>
          <a:xfrm>
            <a:off x="3146849" y="1596238"/>
            <a:ext cx="750900" cy="750900"/>
          </a:xfrm>
          <a:prstGeom prst="rect">
            <a:avLst/>
          </a:prstGeom>
        </p:spPr>
      </p:pic>
      <p:pic>
        <p:nvPicPr>
          <p:cNvPr id="1266" name="Google Shape;1266;p154" title="Objects-Build-1.png"/>
          <p:cNvPicPr preferRelativeResize="0"/>
          <p:nvPr>
            <p:ph idx="5" type="pic"/>
          </p:nvPr>
        </p:nvPicPr>
        <p:blipFill rotWithShape="1">
          <a:blip r:embed="rId5">
            <a:alphaModFix/>
          </a:blip>
          <a:srcRect b="0" l="0" r="0" t="0"/>
          <a:stretch/>
        </p:blipFill>
        <p:spPr>
          <a:xfrm>
            <a:off x="5246017" y="1596238"/>
            <a:ext cx="750900" cy="750900"/>
          </a:xfrm>
          <a:prstGeom prst="rect">
            <a:avLst/>
          </a:prstGeom>
        </p:spPr>
      </p:pic>
      <p:sp>
        <p:nvSpPr>
          <p:cNvPr id="1267" name="Google Shape;1267;p154"/>
          <p:cNvSpPr txBox="1"/>
          <p:nvPr>
            <p:ph idx="6" type="body"/>
          </p:nvPr>
        </p:nvSpPr>
        <p:spPr>
          <a:xfrm>
            <a:off x="4654113" y="2731238"/>
            <a:ext cx="1934700" cy="15936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b="1" lang="en" sz="1200"/>
              <a:t>Subheading here:</a:t>
            </a:r>
            <a:endParaRPr sz="1200"/>
          </a:p>
          <a:p>
            <a:pPr indent="-203200" lvl="0" marL="279400" rtl="0" algn="l">
              <a:spcBef>
                <a:spcPts val="1000"/>
              </a:spcBef>
              <a:spcAft>
                <a:spcPts val="0"/>
              </a:spcAft>
              <a:buClr>
                <a:srgbClr val="B0AEA5"/>
              </a:buClr>
              <a:buSzPts val="1000"/>
              <a:buChar char="●"/>
            </a:pPr>
            <a:r>
              <a:rPr lang="en" sz="1000"/>
              <a:t>Adaptogen poutine bushwick man braid migas craft beer. Snackwave everyday</a:t>
            </a:r>
            <a:endParaRPr sz="1000"/>
          </a:p>
          <a:p>
            <a:pPr indent="-203200" lvl="0" marL="279400" rtl="0" algn="l">
              <a:spcBef>
                <a:spcPts val="1000"/>
              </a:spcBef>
              <a:spcAft>
                <a:spcPts val="1000"/>
              </a:spcAft>
              <a:buClr>
                <a:srgbClr val="B0AEA5"/>
              </a:buClr>
              <a:buSzPts val="1000"/>
              <a:buChar char="●"/>
            </a:pPr>
            <a:r>
              <a:rPr lang="en" sz="1000"/>
              <a:t>Adaptogen poutine bushwick man braid migas</a:t>
            </a:r>
            <a:endParaRPr/>
          </a:p>
        </p:txBody>
      </p:sp>
      <p:pic>
        <p:nvPicPr>
          <p:cNvPr id="1268" name="Google Shape;1268;p154" title="Objects-LightningBolt-1.png"/>
          <p:cNvPicPr preferRelativeResize="0"/>
          <p:nvPr>
            <p:ph idx="7" type="pic"/>
          </p:nvPr>
        </p:nvPicPr>
        <p:blipFill rotWithShape="1">
          <a:blip r:embed="rId6">
            <a:alphaModFix/>
          </a:blip>
          <a:srcRect b="0" l="0" r="0" t="0"/>
          <a:stretch/>
        </p:blipFill>
        <p:spPr>
          <a:xfrm>
            <a:off x="7345180" y="1596238"/>
            <a:ext cx="750900" cy="750900"/>
          </a:xfrm>
          <a:prstGeom prst="rect">
            <a:avLst/>
          </a:prstGeom>
        </p:spPr>
      </p:pic>
      <p:sp>
        <p:nvSpPr>
          <p:cNvPr id="1269" name="Google Shape;1269;p154"/>
          <p:cNvSpPr txBox="1"/>
          <p:nvPr>
            <p:ph idx="8" type="body"/>
          </p:nvPr>
        </p:nvSpPr>
        <p:spPr>
          <a:xfrm>
            <a:off x="6752950" y="2751550"/>
            <a:ext cx="1934700" cy="15936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b="1" lang="en" sz="1200"/>
              <a:t>Subheading here:</a:t>
            </a:r>
            <a:endParaRPr sz="1200"/>
          </a:p>
          <a:p>
            <a:pPr indent="-203200" lvl="0" marL="279400" rtl="0" algn="l">
              <a:spcBef>
                <a:spcPts val="1000"/>
              </a:spcBef>
              <a:spcAft>
                <a:spcPts val="0"/>
              </a:spcAft>
              <a:buSzPts val="1000"/>
              <a:buChar char="●"/>
            </a:pPr>
            <a:r>
              <a:rPr lang="en" sz="1000"/>
              <a:t>Iceland neutral milk hotel man braid art party kale chips squid messenger bag</a:t>
            </a:r>
            <a:endParaRPr sz="1000"/>
          </a:p>
          <a:p>
            <a:pPr indent="-203200" lvl="0" marL="279400" rtl="0" algn="l">
              <a:spcBef>
                <a:spcPts val="1000"/>
              </a:spcBef>
              <a:spcAft>
                <a:spcPts val="1000"/>
              </a:spcAft>
              <a:buSzPts val="1000"/>
              <a:buChar char="●"/>
            </a:pPr>
            <a:r>
              <a:rPr lang="en" sz="1000"/>
              <a:t>Iceland neutral milk hotel man braid art party kale chips squid messenger bag</a:t>
            </a:r>
            <a:endParaRPr/>
          </a:p>
        </p:txBody>
      </p:sp>
    </p:spTree>
  </p:cSld>
  <p:clrMapOvr>
    <a:masterClrMapping/>
  </p:clrMapOvr>
</p:sld>
</file>

<file path=ppt/slides/slide9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3" name="Shape 1273"/>
        <p:cNvGrpSpPr/>
        <p:nvPr/>
      </p:nvGrpSpPr>
      <p:grpSpPr>
        <a:xfrm>
          <a:off x="0" y="0"/>
          <a:ext cx="0" cy="0"/>
          <a:chOff x="0" y="0"/>
          <a:chExt cx="0" cy="0"/>
        </a:xfrm>
      </p:grpSpPr>
      <p:pic>
        <p:nvPicPr>
          <p:cNvPr id="1274" name="Google Shape;1274;p155" title="Objects-Flowers.png"/>
          <p:cNvPicPr preferRelativeResize="0"/>
          <p:nvPr>
            <p:ph idx="3" type="pic"/>
          </p:nvPr>
        </p:nvPicPr>
        <p:blipFill rotWithShape="1">
          <a:blip r:embed="rId3">
            <a:alphaModFix/>
          </a:blip>
          <a:srcRect b="0" l="0" r="0" t="0"/>
          <a:stretch/>
        </p:blipFill>
        <p:spPr>
          <a:xfrm>
            <a:off x="752325" y="1623594"/>
            <a:ext cx="948300" cy="948300"/>
          </a:xfrm>
          <a:prstGeom prst="rect">
            <a:avLst/>
          </a:prstGeom>
        </p:spPr>
      </p:pic>
      <p:sp>
        <p:nvSpPr>
          <p:cNvPr id="1275" name="Google Shape;1275;p155"/>
          <p:cNvSpPr txBox="1"/>
          <p:nvPr>
            <p:ph type="title"/>
          </p:nvPr>
        </p:nvSpPr>
        <p:spPr>
          <a:xfrm>
            <a:off x="456825" y="457199"/>
            <a:ext cx="8230200" cy="9144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rPr lang="en"/>
              <a:t>A layout for three icons without boxes</a:t>
            </a:r>
            <a:endParaRPr/>
          </a:p>
          <a:p>
            <a:pPr indent="0" lvl="0" marL="0" rtl="0" algn="ctr">
              <a:lnSpc>
                <a:spcPct val="115000"/>
              </a:lnSpc>
              <a:spcBef>
                <a:spcPts val="1300"/>
              </a:spcBef>
              <a:spcAft>
                <a:spcPts val="0"/>
              </a:spcAft>
              <a:buNone/>
            </a:pPr>
            <a:r>
              <a:rPr lang="en" sz="1400">
                <a:latin typeface="Lora"/>
                <a:ea typeface="Lora"/>
                <a:cs typeface="Lora"/>
                <a:sym typeface="Lora"/>
              </a:rPr>
              <a:t>To replace an icon: Right click image &gt; Replace image &gt;Drive &amp; Photos &gt; Shared Drives &gt; “[Template] Google Slide” folder</a:t>
            </a:r>
            <a:endParaRPr sz="1400">
              <a:latin typeface="Lora"/>
              <a:ea typeface="Lora"/>
              <a:cs typeface="Lora"/>
              <a:sym typeface="Lora"/>
            </a:endParaRPr>
          </a:p>
          <a:p>
            <a:pPr indent="0" lvl="0" marL="0" rtl="0" algn="ctr">
              <a:lnSpc>
                <a:spcPct val="115000"/>
              </a:lnSpc>
              <a:spcBef>
                <a:spcPts val="1000"/>
              </a:spcBef>
              <a:spcAft>
                <a:spcPts val="0"/>
              </a:spcAft>
              <a:buNone/>
            </a:pPr>
            <a:r>
              <a:t/>
            </a:r>
            <a:endParaRPr sz="1400">
              <a:latin typeface="Lora"/>
              <a:ea typeface="Lora"/>
              <a:cs typeface="Lora"/>
              <a:sym typeface="Lora"/>
            </a:endParaRPr>
          </a:p>
          <a:p>
            <a:pPr indent="0" lvl="0" marL="0" rtl="0" algn="ctr">
              <a:spcBef>
                <a:spcPts val="1000"/>
              </a:spcBef>
              <a:spcAft>
                <a:spcPts val="1300"/>
              </a:spcAft>
              <a:buNone/>
            </a:pPr>
            <a:r>
              <a:t/>
            </a:r>
            <a:endParaRPr/>
          </a:p>
        </p:txBody>
      </p:sp>
      <p:pic>
        <p:nvPicPr>
          <p:cNvPr id="1276" name="Google Shape;1276;p155" title="Objects-Lightbulb.png"/>
          <p:cNvPicPr preferRelativeResize="0"/>
          <p:nvPr>
            <p:ph idx="4" type="pic"/>
          </p:nvPr>
        </p:nvPicPr>
        <p:blipFill rotWithShape="1">
          <a:blip r:embed="rId4">
            <a:alphaModFix/>
          </a:blip>
          <a:srcRect b="0" l="0" r="0" t="0"/>
          <a:stretch/>
        </p:blipFill>
        <p:spPr>
          <a:xfrm>
            <a:off x="2424913" y="1623594"/>
            <a:ext cx="948300" cy="948300"/>
          </a:xfrm>
          <a:prstGeom prst="rect">
            <a:avLst/>
          </a:prstGeom>
        </p:spPr>
      </p:pic>
      <p:sp>
        <p:nvSpPr>
          <p:cNvPr id="1277" name="Google Shape;1277;p155"/>
          <p:cNvSpPr txBox="1"/>
          <p:nvPr>
            <p:ph idx="1" type="body"/>
          </p:nvPr>
        </p:nvSpPr>
        <p:spPr>
          <a:xfrm>
            <a:off x="455775" y="2762100"/>
            <a:ext cx="1541400" cy="15828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rPr b="1" lang="en"/>
              <a:t>Label</a:t>
            </a:r>
            <a:endParaRPr b="1"/>
          </a:p>
          <a:p>
            <a:pPr indent="0" lvl="0" marL="0" rtl="0" algn="ctr">
              <a:spcBef>
                <a:spcPts val="1000"/>
              </a:spcBef>
              <a:spcAft>
                <a:spcPts val="0"/>
              </a:spcAft>
              <a:buNone/>
            </a:pPr>
            <a:r>
              <a:rPr lang="en" sz="1200"/>
              <a:t>Eu farm-to-table organic ipsum glossier art party kale chips</a:t>
            </a:r>
            <a:endParaRPr sz="1200"/>
          </a:p>
          <a:p>
            <a:pPr indent="0" lvl="0" marL="0" rtl="0" algn="ctr">
              <a:spcBef>
                <a:spcPts val="1000"/>
              </a:spcBef>
              <a:spcAft>
                <a:spcPts val="1000"/>
              </a:spcAft>
              <a:buNone/>
            </a:pPr>
            <a:r>
              <a:t/>
            </a:r>
            <a:endParaRPr/>
          </a:p>
        </p:txBody>
      </p:sp>
      <p:sp>
        <p:nvSpPr>
          <p:cNvPr id="1278" name="Google Shape;1278;p155"/>
          <p:cNvSpPr txBox="1"/>
          <p:nvPr>
            <p:ph idx="2" type="body"/>
          </p:nvPr>
        </p:nvSpPr>
        <p:spPr>
          <a:xfrm>
            <a:off x="2128360" y="2762100"/>
            <a:ext cx="1541400" cy="15828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rPr b="1" lang="en"/>
              <a:t>Label</a:t>
            </a:r>
            <a:endParaRPr b="1"/>
          </a:p>
          <a:p>
            <a:pPr indent="0" lvl="0" marL="0" rtl="0" algn="ctr">
              <a:spcBef>
                <a:spcPts val="1000"/>
              </a:spcBef>
              <a:spcAft>
                <a:spcPts val="0"/>
              </a:spcAft>
              <a:buNone/>
            </a:pPr>
            <a:r>
              <a:rPr lang="en" sz="1200"/>
              <a:t>Vaporware anim. Thundercats adipisicing bruh </a:t>
            </a:r>
            <a:endParaRPr sz="1200"/>
          </a:p>
          <a:p>
            <a:pPr indent="0" lvl="0" marL="0" rtl="0" algn="ctr">
              <a:spcBef>
                <a:spcPts val="1000"/>
              </a:spcBef>
              <a:spcAft>
                <a:spcPts val="1000"/>
              </a:spcAft>
              <a:buNone/>
            </a:pPr>
            <a:r>
              <a:t/>
            </a:r>
            <a:endParaRPr b="1"/>
          </a:p>
        </p:txBody>
      </p:sp>
      <p:sp>
        <p:nvSpPr>
          <p:cNvPr id="1279" name="Google Shape;1279;p155"/>
          <p:cNvSpPr txBox="1"/>
          <p:nvPr>
            <p:ph idx="12" type="sldNum"/>
          </p:nvPr>
        </p:nvSpPr>
        <p:spPr>
          <a:xfrm>
            <a:off x="8256725" y="4708927"/>
            <a:ext cx="437100" cy="107400"/>
          </a:xfrm>
          <a:prstGeom prst="rect">
            <a:avLst/>
          </a:prstGeom>
        </p:spPr>
        <p:txBody>
          <a:bodyPr anchorCtr="0" anchor="t" bIns="0" lIns="0" spcFirstLastPara="1" rIns="0" wrap="square" tIns="0">
            <a:noAutofit/>
          </a:bodyPr>
          <a:lstStyle/>
          <a:p>
            <a:pPr indent="0" lvl="0" marL="0" rtl="0" algn="r">
              <a:spcBef>
                <a:spcPts val="0"/>
              </a:spcBef>
              <a:spcAft>
                <a:spcPts val="0"/>
              </a:spcAft>
              <a:buClr>
                <a:srgbClr val="000000"/>
              </a:buClr>
              <a:buSzPts val="1000"/>
              <a:buFont typeface="Arial"/>
              <a:buNone/>
            </a:pPr>
            <a:fld id="{00000000-1234-1234-1234-123412341234}" type="slidenum">
              <a:rPr lang="en"/>
              <a:t>‹#›</a:t>
            </a:fld>
            <a:endParaRPr/>
          </a:p>
        </p:txBody>
      </p:sp>
      <p:sp>
        <p:nvSpPr>
          <p:cNvPr id="1280" name="Google Shape;1280;p155"/>
          <p:cNvSpPr txBox="1"/>
          <p:nvPr>
            <p:ph idx="5" type="body"/>
          </p:nvPr>
        </p:nvSpPr>
        <p:spPr>
          <a:xfrm>
            <a:off x="3800416" y="2762100"/>
            <a:ext cx="1541400" cy="15828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rPr b="1" lang="en"/>
              <a:t>Label</a:t>
            </a:r>
            <a:endParaRPr b="1"/>
          </a:p>
          <a:p>
            <a:pPr indent="0" lvl="0" marL="0" rtl="0" algn="ctr">
              <a:spcBef>
                <a:spcPts val="1000"/>
              </a:spcBef>
              <a:spcAft>
                <a:spcPts val="1000"/>
              </a:spcAft>
              <a:buNone/>
            </a:pPr>
            <a:r>
              <a:rPr lang="en" sz="1200"/>
              <a:t>Polaroid chia waistcoat tilde adaptogen poutine bushwick</a:t>
            </a:r>
            <a:endParaRPr sz="1200"/>
          </a:p>
        </p:txBody>
      </p:sp>
      <p:pic>
        <p:nvPicPr>
          <p:cNvPr id="1281" name="Google Shape;1281;p155" title="Objects-Build.png"/>
          <p:cNvPicPr preferRelativeResize="0"/>
          <p:nvPr>
            <p:ph idx="6" type="pic"/>
          </p:nvPr>
        </p:nvPicPr>
        <p:blipFill rotWithShape="1">
          <a:blip r:embed="rId5">
            <a:alphaModFix/>
          </a:blip>
          <a:srcRect b="0" l="0" r="0" t="0"/>
          <a:stretch/>
        </p:blipFill>
        <p:spPr>
          <a:xfrm>
            <a:off x="4097500" y="1623594"/>
            <a:ext cx="948300" cy="948300"/>
          </a:xfrm>
          <a:prstGeom prst="rect">
            <a:avLst/>
          </a:prstGeom>
        </p:spPr>
      </p:pic>
      <p:sp>
        <p:nvSpPr>
          <p:cNvPr id="1282" name="Google Shape;1282;p155"/>
          <p:cNvSpPr txBox="1"/>
          <p:nvPr>
            <p:ph idx="7" type="body"/>
          </p:nvPr>
        </p:nvSpPr>
        <p:spPr>
          <a:xfrm>
            <a:off x="5472473" y="2762100"/>
            <a:ext cx="1541400" cy="15828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rPr b="1" lang="en"/>
              <a:t>Label</a:t>
            </a:r>
            <a:endParaRPr b="1"/>
          </a:p>
          <a:p>
            <a:pPr indent="0" lvl="0" marL="0" rtl="0" algn="ctr">
              <a:spcBef>
                <a:spcPts val="1000"/>
              </a:spcBef>
              <a:spcAft>
                <a:spcPts val="1000"/>
              </a:spcAft>
              <a:buNone/>
            </a:pPr>
            <a:r>
              <a:rPr lang="en" sz="1200"/>
              <a:t>Iceland neutral milk hotel man braid art party kale chips squid messenger bag</a:t>
            </a:r>
            <a:endParaRPr sz="1200"/>
          </a:p>
        </p:txBody>
      </p:sp>
      <p:pic>
        <p:nvPicPr>
          <p:cNvPr id="1283" name="Google Shape;1283;p155" title="Objects-LightningBolt.png"/>
          <p:cNvPicPr preferRelativeResize="0"/>
          <p:nvPr>
            <p:ph idx="8" type="pic"/>
          </p:nvPr>
        </p:nvPicPr>
        <p:blipFill rotWithShape="1">
          <a:blip r:embed="rId6">
            <a:alphaModFix/>
          </a:blip>
          <a:srcRect b="0" l="0" r="0" t="0"/>
          <a:stretch/>
        </p:blipFill>
        <p:spPr>
          <a:xfrm>
            <a:off x="5770088" y="1623594"/>
            <a:ext cx="948300" cy="948300"/>
          </a:xfrm>
          <a:prstGeom prst="rect">
            <a:avLst/>
          </a:prstGeom>
        </p:spPr>
      </p:pic>
      <p:sp>
        <p:nvSpPr>
          <p:cNvPr id="1284" name="Google Shape;1284;p155"/>
          <p:cNvSpPr txBox="1"/>
          <p:nvPr>
            <p:ph idx="9" type="body"/>
          </p:nvPr>
        </p:nvSpPr>
        <p:spPr>
          <a:xfrm>
            <a:off x="7144530" y="2762100"/>
            <a:ext cx="1541400" cy="15828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rPr b="1" lang="en"/>
              <a:t>Label</a:t>
            </a:r>
            <a:endParaRPr b="1"/>
          </a:p>
          <a:p>
            <a:pPr indent="0" lvl="0" marL="0" rtl="0" algn="ctr">
              <a:spcBef>
                <a:spcPts val="1000"/>
              </a:spcBef>
              <a:spcAft>
                <a:spcPts val="0"/>
              </a:spcAft>
              <a:buNone/>
            </a:pPr>
            <a:r>
              <a:rPr lang="en" sz="1200"/>
              <a:t>Tattooed iPhone coloring book Tattooed iPhone coloring book</a:t>
            </a:r>
            <a:endParaRPr sz="1200"/>
          </a:p>
          <a:p>
            <a:pPr indent="0" lvl="0" marL="0" rtl="0" algn="ctr">
              <a:spcBef>
                <a:spcPts val="1000"/>
              </a:spcBef>
              <a:spcAft>
                <a:spcPts val="1000"/>
              </a:spcAft>
              <a:buNone/>
            </a:pPr>
            <a:r>
              <a:t/>
            </a:r>
            <a:endParaRPr/>
          </a:p>
        </p:txBody>
      </p:sp>
      <p:pic>
        <p:nvPicPr>
          <p:cNvPr id="1285" name="Google Shape;1285;p155" title="Objects-Shapes.png"/>
          <p:cNvPicPr preferRelativeResize="0"/>
          <p:nvPr>
            <p:ph idx="13" type="pic"/>
          </p:nvPr>
        </p:nvPicPr>
        <p:blipFill rotWithShape="1">
          <a:blip r:embed="rId7">
            <a:alphaModFix/>
          </a:blip>
          <a:srcRect b="0" l="0" r="0" t="0"/>
          <a:stretch/>
        </p:blipFill>
        <p:spPr>
          <a:xfrm>
            <a:off x="7442675" y="1623594"/>
            <a:ext cx="948300" cy="948300"/>
          </a:xfrm>
          <a:prstGeom prst="rect">
            <a:avLst/>
          </a:prstGeom>
        </p:spPr>
      </p:pic>
    </p:spTree>
  </p:cSld>
  <p:clrMapOvr>
    <a:masterClrMapping/>
  </p:clrMapOvr>
</p:sld>
</file>

<file path=ppt/slides/slide10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9" name="Shape 1289"/>
        <p:cNvGrpSpPr/>
        <p:nvPr/>
      </p:nvGrpSpPr>
      <p:grpSpPr>
        <a:xfrm>
          <a:off x="0" y="0"/>
          <a:ext cx="0" cy="0"/>
          <a:chOff x="0" y="0"/>
          <a:chExt cx="0" cy="0"/>
        </a:xfrm>
      </p:grpSpPr>
      <p:sp>
        <p:nvSpPr>
          <p:cNvPr id="1290" name="Google Shape;1290;p156"/>
          <p:cNvSpPr txBox="1"/>
          <p:nvPr>
            <p:ph idx="1" type="body"/>
          </p:nvPr>
        </p:nvSpPr>
        <p:spPr>
          <a:xfrm>
            <a:off x="455775" y="3036100"/>
            <a:ext cx="1541400" cy="1309200"/>
          </a:xfrm>
          <a:prstGeom prst="rect">
            <a:avLst/>
          </a:prstGeom>
        </p:spPr>
        <p:txBody>
          <a:bodyPr anchorCtr="0" anchor="t" bIns="91450" lIns="91450" spcFirstLastPara="1" rIns="91450" wrap="square" tIns="91450">
            <a:noAutofit/>
          </a:bodyPr>
          <a:lstStyle/>
          <a:p>
            <a:pPr indent="0" lvl="0" marL="0" rtl="0" algn="ctr">
              <a:spcBef>
                <a:spcPts val="0"/>
              </a:spcBef>
              <a:spcAft>
                <a:spcPts val="0"/>
              </a:spcAft>
              <a:buNone/>
            </a:pPr>
            <a:r>
              <a:rPr b="1" lang="en" sz="1200"/>
              <a:t>Label</a:t>
            </a:r>
            <a:endParaRPr b="1" sz="1200"/>
          </a:p>
          <a:p>
            <a:pPr indent="0" lvl="0" marL="0" rtl="0" algn="ctr">
              <a:spcBef>
                <a:spcPts val="1000"/>
              </a:spcBef>
              <a:spcAft>
                <a:spcPts val="0"/>
              </a:spcAft>
              <a:buNone/>
            </a:pPr>
            <a:r>
              <a:rPr lang="en"/>
              <a:t>Eu farm-to-table organic ipsum </a:t>
            </a:r>
            <a:br>
              <a:rPr lang="en"/>
            </a:br>
            <a:r>
              <a:rPr lang="en"/>
              <a:t>glossier art party kale chips</a:t>
            </a:r>
            <a:endParaRPr/>
          </a:p>
          <a:p>
            <a:pPr indent="0" lvl="0" marL="0" rtl="0" algn="ctr">
              <a:spcBef>
                <a:spcPts val="1000"/>
              </a:spcBef>
              <a:spcAft>
                <a:spcPts val="0"/>
              </a:spcAft>
              <a:buNone/>
            </a:pPr>
            <a:r>
              <a:t/>
            </a:r>
            <a:endParaRPr/>
          </a:p>
          <a:p>
            <a:pPr indent="0" lvl="0" marL="0" rtl="0" algn="ctr">
              <a:spcBef>
                <a:spcPts val="1000"/>
              </a:spcBef>
              <a:spcAft>
                <a:spcPts val="1000"/>
              </a:spcAft>
              <a:buNone/>
            </a:pPr>
            <a:r>
              <a:t/>
            </a:r>
            <a:endParaRPr/>
          </a:p>
        </p:txBody>
      </p:sp>
      <p:sp>
        <p:nvSpPr>
          <p:cNvPr id="1291" name="Google Shape;1291;p156"/>
          <p:cNvSpPr txBox="1"/>
          <p:nvPr>
            <p:ph idx="2" type="body"/>
          </p:nvPr>
        </p:nvSpPr>
        <p:spPr>
          <a:xfrm>
            <a:off x="2128363" y="3036100"/>
            <a:ext cx="1541400" cy="1309200"/>
          </a:xfrm>
          <a:prstGeom prst="rect">
            <a:avLst/>
          </a:prstGeom>
        </p:spPr>
        <p:txBody>
          <a:bodyPr anchorCtr="0" anchor="t" bIns="91450" lIns="91450" spcFirstLastPara="1" rIns="91450" wrap="square" tIns="91450">
            <a:noAutofit/>
          </a:bodyPr>
          <a:lstStyle/>
          <a:p>
            <a:pPr indent="0" lvl="0" marL="0" rtl="0" algn="ctr">
              <a:spcBef>
                <a:spcPts val="0"/>
              </a:spcBef>
              <a:spcAft>
                <a:spcPts val="0"/>
              </a:spcAft>
              <a:buNone/>
            </a:pPr>
            <a:r>
              <a:rPr b="1" lang="en" sz="1200"/>
              <a:t>Label</a:t>
            </a:r>
            <a:endParaRPr b="1"/>
          </a:p>
          <a:p>
            <a:pPr indent="0" lvl="0" marL="0" rtl="0" algn="ctr">
              <a:spcBef>
                <a:spcPts val="1000"/>
              </a:spcBef>
              <a:spcAft>
                <a:spcPts val="1000"/>
              </a:spcAft>
              <a:buNone/>
            </a:pPr>
            <a:r>
              <a:rPr lang="en"/>
              <a:t>Vaporware anim. Thundercats adipisicing bruh </a:t>
            </a:r>
            <a:endParaRPr/>
          </a:p>
        </p:txBody>
      </p:sp>
      <p:sp>
        <p:nvSpPr>
          <p:cNvPr id="1292" name="Google Shape;1292;p156"/>
          <p:cNvSpPr txBox="1"/>
          <p:nvPr>
            <p:ph type="title"/>
          </p:nvPr>
        </p:nvSpPr>
        <p:spPr>
          <a:xfrm>
            <a:off x="456825" y="457199"/>
            <a:ext cx="8230200" cy="9144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rPr lang="en"/>
              <a:t>A layout for three icons with boxes</a:t>
            </a:r>
            <a:endParaRPr/>
          </a:p>
          <a:p>
            <a:pPr indent="0" lvl="0" marL="0" rtl="0" algn="ctr">
              <a:lnSpc>
                <a:spcPct val="115000"/>
              </a:lnSpc>
              <a:spcBef>
                <a:spcPts val="1300"/>
              </a:spcBef>
              <a:spcAft>
                <a:spcPts val="0"/>
              </a:spcAft>
              <a:buNone/>
            </a:pPr>
            <a:r>
              <a:rPr lang="en" sz="1400">
                <a:latin typeface="Lora"/>
                <a:ea typeface="Lora"/>
                <a:cs typeface="Lora"/>
                <a:sym typeface="Lora"/>
              </a:rPr>
              <a:t>To replace an icon: Right click image &gt; Replace image &gt;Drive &amp; Photos &gt; Shared Drives &gt; “[Template] Google Slide” folder</a:t>
            </a:r>
            <a:endParaRPr sz="1400">
              <a:latin typeface="Lora"/>
              <a:ea typeface="Lora"/>
              <a:cs typeface="Lora"/>
              <a:sym typeface="Lora"/>
            </a:endParaRPr>
          </a:p>
          <a:p>
            <a:pPr indent="0" lvl="0" marL="0" rtl="0" algn="ctr">
              <a:lnSpc>
                <a:spcPct val="115000"/>
              </a:lnSpc>
              <a:spcBef>
                <a:spcPts val="1000"/>
              </a:spcBef>
              <a:spcAft>
                <a:spcPts val="1000"/>
              </a:spcAft>
              <a:buNone/>
            </a:pPr>
            <a:r>
              <a:t/>
            </a:r>
            <a:endParaRPr sz="1400">
              <a:latin typeface="Lora"/>
              <a:ea typeface="Lora"/>
              <a:cs typeface="Lora"/>
              <a:sym typeface="Lora"/>
            </a:endParaRPr>
          </a:p>
        </p:txBody>
      </p:sp>
      <p:sp>
        <p:nvSpPr>
          <p:cNvPr id="1293" name="Google Shape;1293;p156"/>
          <p:cNvSpPr txBox="1"/>
          <p:nvPr>
            <p:ph idx="12" type="sldNum"/>
          </p:nvPr>
        </p:nvSpPr>
        <p:spPr>
          <a:xfrm>
            <a:off x="8256725" y="4708927"/>
            <a:ext cx="437100" cy="107400"/>
          </a:xfrm>
          <a:prstGeom prst="rect">
            <a:avLst/>
          </a:prstGeom>
        </p:spPr>
        <p:txBody>
          <a:bodyPr anchorCtr="0" anchor="t" bIns="0" lIns="0" spcFirstLastPara="1" rIns="0" wrap="square" tIns="0">
            <a:noAutofit/>
          </a:bodyPr>
          <a:lstStyle/>
          <a:p>
            <a:pPr indent="0" lvl="0" marL="0" rtl="0" algn="r">
              <a:spcBef>
                <a:spcPts val="0"/>
              </a:spcBef>
              <a:spcAft>
                <a:spcPts val="0"/>
              </a:spcAft>
              <a:buClr>
                <a:srgbClr val="000000"/>
              </a:buClr>
              <a:buSzPts val="1000"/>
              <a:buFont typeface="Arial"/>
              <a:buNone/>
            </a:pPr>
            <a:fld id="{00000000-1234-1234-1234-123412341234}" type="slidenum">
              <a:rPr lang="en"/>
              <a:t>‹#›</a:t>
            </a:fld>
            <a:endParaRPr/>
          </a:p>
        </p:txBody>
      </p:sp>
      <p:pic>
        <p:nvPicPr>
          <p:cNvPr id="1294" name="Google Shape;1294;p156" title="Objects-Flowers-1.png"/>
          <p:cNvPicPr preferRelativeResize="0"/>
          <p:nvPr>
            <p:ph idx="3" type="pic"/>
          </p:nvPr>
        </p:nvPicPr>
        <p:blipFill rotWithShape="1">
          <a:blip r:embed="rId3">
            <a:alphaModFix/>
          </a:blip>
          <a:srcRect b="0" l="0" r="0" t="0"/>
          <a:stretch/>
        </p:blipFill>
        <p:spPr>
          <a:xfrm>
            <a:off x="752325" y="2003650"/>
            <a:ext cx="948300" cy="948300"/>
          </a:xfrm>
          <a:prstGeom prst="rect">
            <a:avLst/>
          </a:prstGeom>
        </p:spPr>
      </p:pic>
      <p:pic>
        <p:nvPicPr>
          <p:cNvPr id="1295" name="Google Shape;1295;p156" title="Objects-Lightbulb-1.png"/>
          <p:cNvPicPr preferRelativeResize="0"/>
          <p:nvPr>
            <p:ph idx="4" type="pic"/>
          </p:nvPr>
        </p:nvPicPr>
        <p:blipFill rotWithShape="1">
          <a:blip r:embed="rId4">
            <a:alphaModFix/>
          </a:blip>
          <a:srcRect b="0" l="0" r="0" t="0"/>
          <a:stretch/>
        </p:blipFill>
        <p:spPr>
          <a:xfrm>
            <a:off x="2424638" y="2003650"/>
            <a:ext cx="948300" cy="948300"/>
          </a:xfrm>
          <a:prstGeom prst="rect">
            <a:avLst/>
          </a:prstGeom>
        </p:spPr>
      </p:pic>
      <p:pic>
        <p:nvPicPr>
          <p:cNvPr id="1296" name="Google Shape;1296;p156" title="Objects-Build-1.png"/>
          <p:cNvPicPr preferRelativeResize="0"/>
          <p:nvPr>
            <p:ph idx="5" type="pic"/>
          </p:nvPr>
        </p:nvPicPr>
        <p:blipFill rotWithShape="1">
          <a:blip r:embed="rId5">
            <a:alphaModFix/>
          </a:blip>
          <a:srcRect b="0" l="0" r="0" t="0"/>
          <a:stretch/>
        </p:blipFill>
        <p:spPr>
          <a:xfrm>
            <a:off x="4096969" y="2003650"/>
            <a:ext cx="948300" cy="948300"/>
          </a:xfrm>
          <a:prstGeom prst="rect">
            <a:avLst/>
          </a:prstGeom>
        </p:spPr>
      </p:pic>
      <p:sp>
        <p:nvSpPr>
          <p:cNvPr id="1297" name="Google Shape;1297;p156"/>
          <p:cNvSpPr txBox="1"/>
          <p:nvPr>
            <p:ph idx="6" type="body"/>
          </p:nvPr>
        </p:nvSpPr>
        <p:spPr>
          <a:xfrm>
            <a:off x="3800413" y="3036100"/>
            <a:ext cx="1541400" cy="1309200"/>
          </a:xfrm>
          <a:prstGeom prst="rect">
            <a:avLst/>
          </a:prstGeom>
        </p:spPr>
        <p:txBody>
          <a:bodyPr anchorCtr="0" anchor="t" bIns="91450" lIns="91450" spcFirstLastPara="1" rIns="91450" wrap="square" tIns="91450">
            <a:noAutofit/>
          </a:bodyPr>
          <a:lstStyle/>
          <a:p>
            <a:pPr indent="0" lvl="0" marL="0" rtl="0" algn="ctr">
              <a:spcBef>
                <a:spcPts val="0"/>
              </a:spcBef>
              <a:spcAft>
                <a:spcPts val="0"/>
              </a:spcAft>
              <a:buNone/>
            </a:pPr>
            <a:r>
              <a:rPr b="1" lang="en" sz="1200"/>
              <a:t>Label</a:t>
            </a:r>
            <a:endParaRPr b="1"/>
          </a:p>
          <a:p>
            <a:pPr indent="0" lvl="0" marL="0" rtl="0" algn="ctr">
              <a:spcBef>
                <a:spcPts val="1000"/>
              </a:spcBef>
              <a:spcAft>
                <a:spcPts val="0"/>
              </a:spcAft>
              <a:buNone/>
            </a:pPr>
            <a:r>
              <a:rPr lang="en"/>
              <a:t>Polaroid chia waistcoat tilde adaptogen poutine bushwick</a:t>
            </a:r>
            <a:endParaRPr/>
          </a:p>
          <a:p>
            <a:pPr indent="0" lvl="0" marL="0" rtl="0" algn="ctr">
              <a:spcBef>
                <a:spcPts val="1000"/>
              </a:spcBef>
              <a:spcAft>
                <a:spcPts val="1000"/>
              </a:spcAft>
              <a:buNone/>
            </a:pPr>
            <a:r>
              <a:t/>
            </a:r>
            <a:endParaRPr/>
          </a:p>
        </p:txBody>
      </p:sp>
      <p:pic>
        <p:nvPicPr>
          <p:cNvPr id="1298" name="Google Shape;1298;p156" title="Objects-LightningBolt-1.png"/>
          <p:cNvPicPr preferRelativeResize="0"/>
          <p:nvPr>
            <p:ph idx="7" type="pic"/>
          </p:nvPr>
        </p:nvPicPr>
        <p:blipFill rotWithShape="1">
          <a:blip r:embed="rId6">
            <a:alphaModFix/>
          </a:blip>
          <a:srcRect b="0" l="0" r="0" t="0"/>
          <a:stretch/>
        </p:blipFill>
        <p:spPr>
          <a:xfrm>
            <a:off x="5769019" y="2003650"/>
            <a:ext cx="948300" cy="948300"/>
          </a:xfrm>
          <a:prstGeom prst="rect">
            <a:avLst/>
          </a:prstGeom>
        </p:spPr>
      </p:pic>
      <p:sp>
        <p:nvSpPr>
          <p:cNvPr id="1299" name="Google Shape;1299;p156"/>
          <p:cNvSpPr txBox="1"/>
          <p:nvPr>
            <p:ph idx="8" type="body"/>
          </p:nvPr>
        </p:nvSpPr>
        <p:spPr>
          <a:xfrm>
            <a:off x="5472475" y="3036100"/>
            <a:ext cx="1541400" cy="1309200"/>
          </a:xfrm>
          <a:prstGeom prst="rect">
            <a:avLst/>
          </a:prstGeom>
        </p:spPr>
        <p:txBody>
          <a:bodyPr anchorCtr="0" anchor="t" bIns="91450" lIns="91450" spcFirstLastPara="1" rIns="91450" wrap="square" tIns="91450">
            <a:noAutofit/>
          </a:bodyPr>
          <a:lstStyle/>
          <a:p>
            <a:pPr indent="0" lvl="0" marL="0" rtl="0" algn="ctr">
              <a:spcBef>
                <a:spcPts val="0"/>
              </a:spcBef>
              <a:spcAft>
                <a:spcPts val="0"/>
              </a:spcAft>
              <a:buNone/>
            </a:pPr>
            <a:r>
              <a:rPr b="1" lang="en" sz="1200"/>
              <a:t>Label</a:t>
            </a:r>
            <a:endParaRPr b="1"/>
          </a:p>
          <a:p>
            <a:pPr indent="0" lvl="0" marL="0" rtl="0" algn="ctr">
              <a:spcBef>
                <a:spcPts val="1000"/>
              </a:spcBef>
              <a:spcAft>
                <a:spcPts val="1000"/>
              </a:spcAft>
              <a:buNone/>
            </a:pPr>
            <a:r>
              <a:rPr lang="en"/>
              <a:t>Iceland neutral milk hotel man braid art party kale chips squid </a:t>
            </a:r>
            <a:endParaRPr/>
          </a:p>
        </p:txBody>
      </p:sp>
      <p:pic>
        <p:nvPicPr>
          <p:cNvPr id="1300" name="Google Shape;1300;p156" title="Objects-Shapes-1.png"/>
          <p:cNvPicPr preferRelativeResize="0"/>
          <p:nvPr>
            <p:ph idx="9" type="pic"/>
          </p:nvPr>
        </p:nvPicPr>
        <p:blipFill rotWithShape="1">
          <a:blip r:embed="rId7">
            <a:alphaModFix/>
          </a:blip>
          <a:srcRect b="0" l="0" r="0" t="0"/>
          <a:stretch/>
        </p:blipFill>
        <p:spPr>
          <a:xfrm>
            <a:off x="7441069" y="2003650"/>
            <a:ext cx="948300" cy="948300"/>
          </a:xfrm>
          <a:prstGeom prst="rect">
            <a:avLst/>
          </a:prstGeom>
        </p:spPr>
      </p:pic>
      <p:sp>
        <p:nvSpPr>
          <p:cNvPr id="1301" name="Google Shape;1301;p156"/>
          <p:cNvSpPr txBox="1"/>
          <p:nvPr>
            <p:ph idx="13" type="body"/>
          </p:nvPr>
        </p:nvSpPr>
        <p:spPr>
          <a:xfrm>
            <a:off x="7144538" y="3036100"/>
            <a:ext cx="1541400" cy="1309200"/>
          </a:xfrm>
          <a:prstGeom prst="rect">
            <a:avLst/>
          </a:prstGeom>
        </p:spPr>
        <p:txBody>
          <a:bodyPr anchorCtr="0" anchor="t" bIns="91450" lIns="91450" spcFirstLastPara="1" rIns="91450" wrap="square" tIns="91450">
            <a:noAutofit/>
          </a:bodyPr>
          <a:lstStyle/>
          <a:p>
            <a:pPr indent="0" lvl="0" marL="0" rtl="0" algn="ctr">
              <a:spcBef>
                <a:spcPts val="0"/>
              </a:spcBef>
              <a:spcAft>
                <a:spcPts val="0"/>
              </a:spcAft>
              <a:buNone/>
            </a:pPr>
            <a:r>
              <a:rPr b="1" lang="en" sz="1200"/>
              <a:t>Label</a:t>
            </a:r>
            <a:endParaRPr b="1"/>
          </a:p>
          <a:p>
            <a:pPr indent="0" lvl="0" marL="0" rtl="0" algn="ctr">
              <a:spcBef>
                <a:spcPts val="1000"/>
              </a:spcBef>
              <a:spcAft>
                <a:spcPts val="0"/>
              </a:spcAft>
              <a:buNone/>
            </a:pPr>
            <a:r>
              <a:rPr lang="en"/>
              <a:t>Tattooed iPhone coloring book Tattooed iPhone coloring book</a:t>
            </a:r>
            <a:endParaRPr>
              <a:solidFill>
                <a:srgbClr val="000000"/>
              </a:solidFill>
            </a:endParaRPr>
          </a:p>
          <a:p>
            <a:pPr indent="0" lvl="0" marL="0" rtl="0" algn="ctr">
              <a:spcBef>
                <a:spcPts val="1000"/>
              </a:spcBef>
              <a:spcAft>
                <a:spcPts val="1000"/>
              </a:spcAft>
              <a:buNone/>
            </a:pPr>
            <a:r>
              <a:t/>
            </a:r>
            <a:endParaRPr/>
          </a:p>
        </p:txBody>
      </p:sp>
    </p:spTree>
  </p:cSld>
  <p:clrMapOvr>
    <a:masterClrMapping/>
  </p:clrMapOvr>
</p:sld>
</file>

<file path=ppt/slides/slide10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5" name="Shape 1305"/>
        <p:cNvGrpSpPr/>
        <p:nvPr/>
      </p:nvGrpSpPr>
      <p:grpSpPr>
        <a:xfrm>
          <a:off x="0" y="0"/>
          <a:ext cx="0" cy="0"/>
          <a:chOff x="0" y="0"/>
          <a:chExt cx="0" cy="0"/>
        </a:xfrm>
      </p:grpSpPr>
      <p:sp>
        <p:nvSpPr>
          <p:cNvPr id="1306" name="Google Shape;1306;p157"/>
          <p:cNvSpPr txBox="1"/>
          <p:nvPr>
            <p:ph idx="1" type="body"/>
          </p:nvPr>
        </p:nvSpPr>
        <p:spPr>
          <a:xfrm>
            <a:off x="455775" y="2751550"/>
            <a:ext cx="1541400" cy="15936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b="1" lang="en" sz="1200"/>
              <a:t>Subheading here:</a:t>
            </a:r>
            <a:endParaRPr sz="1200"/>
          </a:p>
          <a:p>
            <a:pPr indent="-203200" lvl="0" marL="279400" rtl="0" algn="l">
              <a:spcBef>
                <a:spcPts val="1000"/>
              </a:spcBef>
              <a:spcAft>
                <a:spcPts val="0"/>
              </a:spcAft>
              <a:buClr>
                <a:schemeClr val="dk2"/>
              </a:buClr>
              <a:buSzPts val="1000"/>
              <a:buChar char="●"/>
            </a:pPr>
            <a:r>
              <a:rPr lang="en" sz="1000"/>
              <a:t>Eu farm-to-table organic ipsum glossier art party kale chips squid messenger bag</a:t>
            </a:r>
            <a:endParaRPr sz="1000"/>
          </a:p>
          <a:p>
            <a:pPr indent="-203200" lvl="0" marL="279400" rtl="0" algn="l">
              <a:spcBef>
                <a:spcPts val="1000"/>
              </a:spcBef>
              <a:spcAft>
                <a:spcPts val="1000"/>
              </a:spcAft>
              <a:buClr>
                <a:schemeClr val="dk2"/>
              </a:buClr>
              <a:buSzPts val="1000"/>
              <a:buChar char="●"/>
            </a:pPr>
            <a:r>
              <a:rPr lang="en" sz="1000"/>
              <a:t>Eu farm-to-table organic ipsum </a:t>
            </a:r>
            <a:endParaRPr/>
          </a:p>
        </p:txBody>
      </p:sp>
      <p:sp>
        <p:nvSpPr>
          <p:cNvPr id="1307" name="Google Shape;1307;p157"/>
          <p:cNvSpPr txBox="1"/>
          <p:nvPr>
            <p:ph idx="2" type="body"/>
          </p:nvPr>
        </p:nvSpPr>
        <p:spPr>
          <a:xfrm>
            <a:off x="2128363" y="2751550"/>
            <a:ext cx="1541400" cy="15936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b="1" lang="en" sz="1200"/>
              <a:t>Subheading here:</a:t>
            </a:r>
            <a:endParaRPr sz="1200"/>
          </a:p>
          <a:p>
            <a:pPr indent="-203200" lvl="0" marL="279400" rtl="0" algn="l">
              <a:spcBef>
                <a:spcPts val="1000"/>
              </a:spcBef>
              <a:spcAft>
                <a:spcPts val="0"/>
              </a:spcAft>
              <a:buSzPts val="1000"/>
              <a:buChar char="●"/>
            </a:pPr>
            <a:r>
              <a:rPr lang="en" sz="1000"/>
              <a:t>Vaporware anim. Thundercats adipisicing bruh</a:t>
            </a:r>
            <a:endParaRPr sz="1000"/>
          </a:p>
          <a:p>
            <a:pPr indent="-203200" lvl="0" marL="279400" rtl="0" algn="l">
              <a:spcBef>
                <a:spcPts val="1000"/>
              </a:spcBef>
              <a:spcAft>
                <a:spcPts val="1000"/>
              </a:spcAft>
              <a:buSzPts val="1000"/>
              <a:buChar char="●"/>
            </a:pPr>
            <a:r>
              <a:rPr lang="en" sz="1000"/>
              <a:t>Vaporware anim. Thundercats adipisicing bruh </a:t>
            </a:r>
            <a:endParaRPr b="1" sz="1200"/>
          </a:p>
        </p:txBody>
      </p:sp>
      <p:sp>
        <p:nvSpPr>
          <p:cNvPr id="1308" name="Google Shape;1308;p157"/>
          <p:cNvSpPr txBox="1"/>
          <p:nvPr>
            <p:ph type="title"/>
          </p:nvPr>
        </p:nvSpPr>
        <p:spPr>
          <a:xfrm>
            <a:off x="456825" y="457199"/>
            <a:ext cx="8230200" cy="9144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A layout for three icons with boxes and bullets</a:t>
            </a:r>
            <a:endParaRPr/>
          </a:p>
          <a:p>
            <a:pPr indent="0" lvl="0" marL="0" rtl="0" algn="l">
              <a:lnSpc>
                <a:spcPct val="115000"/>
              </a:lnSpc>
              <a:spcBef>
                <a:spcPts val="1300"/>
              </a:spcBef>
              <a:spcAft>
                <a:spcPts val="0"/>
              </a:spcAft>
              <a:buNone/>
            </a:pPr>
            <a:r>
              <a:rPr lang="en" sz="1100">
                <a:latin typeface="Lora"/>
                <a:ea typeface="Lora"/>
                <a:cs typeface="Lora"/>
                <a:sym typeface="Lora"/>
              </a:rPr>
              <a:t>To replace an icon: Right click image &gt; Replace image &gt;Drive &amp; Photos &gt; Shared Drives &gt; “[Template] Google Slide” folder</a:t>
            </a:r>
            <a:endParaRPr sz="1100">
              <a:latin typeface="Lora"/>
              <a:ea typeface="Lora"/>
              <a:cs typeface="Lora"/>
              <a:sym typeface="Lora"/>
            </a:endParaRPr>
          </a:p>
          <a:p>
            <a:pPr indent="0" lvl="0" marL="0" rtl="0" algn="l">
              <a:lnSpc>
                <a:spcPct val="115000"/>
              </a:lnSpc>
              <a:spcBef>
                <a:spcPts val="1000"/>
              </a:spcBef>
              <a:spcAft>
                <a:spcPts val="1000"/>
              </a:spcAft>
              <a:buNone/>
            </a:pPr>
            <a:r>
              <a:t/>
            </a:r>
            <a:endParaRPr sz="1300">
              <a:latin typeface="Lora"/>
              <a:ea typeface="Lora"/>
              <a:cs typeface="Lora"/>
              <a:sym typeface="Lora"/>
            </a:endParaRPr>
          </a:p>
        </p:txBody>
      </p:sp>
      <p:sp>
        <p:nvSpPr>
          <p:cNvPr id="1309" name="Google Shape;1309;p157"/>
          <p:cNvSpPr txBox="1"/>
          <p:nvPr>
            <p:ph idx="12" type="sldNum"/>
          </p:nvPr>
        </p:nvSpPr>
        <p:spPr>
          <a:xfrm>
            <a:off x="8256725" y="4708927"/>
            <a:ext cx="437100" cy="107400"/>
          </a:xfrm>
          <a:prstGeom prst="rect">
            <a:avLst/>
          </a:prstGeom>
        </p:spPr>
        <p:txBody>
          <a:bodyPr anchorCtr="0" anchor="t" bIns="0" lIns="0" spcFirstLastPara="1" rIns="0" wrap="square" tIns="0">
            <a:noAutofit/>
          </a:bodyPr>
          <a:lstStyle/>
          <a:p>
            <a:pPr indent="0" lvl="0" marL="0" rtl="0" algn="r">
              <a:spcBef>
                <a:spcPts val="0"/>
              </a:spcBef>
              <a:spcAft>
                <a:spcPts val="0"/>
              </a:spcAft>
              <a:buClr>
                <a:srgbClr val="000000"/>
              </a:buClr>
              <a:buSzPts val="1000"/>
              <a:buFont typeface="Arial"/>
              <a:buNone/>
            </a:pPr>
            <a:fld id="{00000000-1234-1234-1234-123412341234}" type="slidenum">
              <a:rPr lang="en"/>
              <a:t>‹#›</a:t>
            </a:fld>
            <a:endParaRPr/>
          </a:p>
        </p:txBody>
      </p:sp>
      <p:pic>
        <p:nvPicPr>
          <p:cNvPr id="1310" name="Google Shape;1310;p157"/>
          <p:cNvPicPr preferRelativeResize="0"/>
          <p:nvPr>
            <p:ph idx="3" type="pic"/>
          </p:nvPr>
        </p:nvPicPr>
        <p:blipFill rotWithShape="1">
          <a:blip r:embed="rId3">
            <a:alphaModFix/>
          </a:blip>
          <a:srcRect b="0" l="0" r="0" t="0"/>
          <a:stretch/>
        </p:blipFill>
        <p:spPr>
          <a:xfrm>
            <a:off x="850950" y="1596242"/>
            <a:ext cx="750899" cy="750899"/>
          </a:xfrm>
          <a:prstGeom prst="rect">
            <a:avLst/>
          </a:prstGeom>
        </p:spPr>
      </p:pic>
      <p:pic>
        <p:nvPicPr>
          <p:cNvPr id="1311" name="Google Shape;1311;p157" title="Objects-Lightbulb-1.png"/>
          <p:cNvPicPr preferRelativeResize="0"/>
          <p:nvPr>
            <p:ph idx="4" type="pic"/>
          </p:nvPr>
        </p:nvPicPr>
        <p:blipFill rotWithShape="1">
          <a:blip r:embed="rId4">
            <a:alphaModFix/>
          </a:blip>
          <a:srcRect b="0" l="0" r="0" t="0"/>
          <a:stretch/>
        </p:blipFill>
        <p:spPr>
          <a:xfrm>
            <a:off x="2523267" y="1596238"/>
            <a:ext cx="750900" cy="750900"/>
          </a:xfrm>
          <a:prstGeom prst="rect">
            <a:avLst/>
          </a:prstGeom>
        </p:spPr>
      </p:pic>
      <p:pic>
        <p:nvPicPr>
          <p:cNvPr id="1312" name="Google Shape;1312;p157" title="Objects-Build-1.png"/>
          <p:cNvPicPr preferRelativeResize="0"/>
          <p:nvPr>
            <p:ph idx="5" type="pic"/>
          </p:nvPr>
        </p:nvPicPr>
        <p:blipFill rotWithShape="1">
          <a:blip r:embed="rId5">
            <a:alphaModFix/>
          </a:blip>
          <a:srcRect b="0" l="0" r="0" t="0"/>
          <a:stretch/>
        </p:blipFill>
        <p:spPr>
          <a:xfrm>
            <a:off x="4196559" y="1596238"/>
            <a:ext cx="750900" cy="750900"/>
          </a:xfrm>
          <a:prstGeom prst="rect">
            <a:avLst/>
          </a:prstGeom>
        </p:spPr>
      </p:pic>
      <p:sp>
        <p:nvSpPr>
          <p:cNvPr id="1313" name="Google Shape;1313;p157"/>
          <p:cNvSpPr txBox="1"/>
          <p:nvPr>
            <p:ph idx="6" type="body"/>
          </p:nvPr>
        </p:nvSpPr>
        <p:spPr>
          <a:xfrm>
            <a:off x="3801373" y="2731238"/>
            <a:ext cx="1541400" cy="15936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b="1" lang="en" sz="1200"/>
              <a:t>Subheading here:</a:t>
            </a:r>
            <a:endParaRPr sz="1200"/>
          </a:p>
          <a:p>
            <a:pPr indent="-203200" lvl="0" marL="279400" rtl="0" algn="l">
              <a:spcBef>
                <a:spcPts val="1000"/>
              </a:spcBef>
              <a:spcAft>
                <a:spcPts val="0"/>
              </a:spcAft>
              <a:buClr>
                <a:srgbClr val="B0AEA5"/>
              </a:buClr>
              <a:buSzPts val="1000"/>
              <a:buChar char="●"/>
            </a:pPr>
            <a:r>
              <a:rPr lang="en" sz="1000"/>
              <a:t>Adaptogen poutine bushwick man braid migas craft beer. Snackwave everyday</a:t>
            </a:r>
            <a:endParaRPr sz="1000"/>
          </a:p>
          <a:p>
            <a:pPr indent="-203200" lvl="0" marL="279400" rtl="0" algn="l">
              <a:spcBef>
                <a:spcPts val="1000"/>
              </a:spcBef>
              <a:spcAft>
                <a:spcPts val="1000"/>
              </a:spcAft>
              <a:buClr>
                <a:srgbClr val="B0AEA5"/>
              </a:buClr>
              <a:buSzPts val="1000"/>
              <a:buChar char="●"/>
            </a:pPr>
            <a:r>
              <a:rPr lang="en" sz="1000"/>
              <a:t>Adaptogen poutine bushwick man braid migas</a:t>
            </a:r>
            <a:endParaRPr/>
          </a:p>
        </p:txBody>
      </p:sp>
      <p:pic>
        <p:nvPicPr>
          <p:cNvPr id="1314" name="Google Shape;1314;p157" title="Objects-LightningBolt-1.png"/>
          <p:cNvPicPr preferRelativeResize="0"/>
          <p:nvPr>
            <p:ph idx="7" type="pic"/>
          </p:nvPr>
        </p:nvPicPr>
        <p:blipFill rotWithShape="1">
          <a:blip r:embed="rId6">
            <a:alphaModFix/>
          </a:blip>
          <a:srcRect b="0" l="0" r="0" t="0"/>
          <a:stretch/>
        </p:blipFill>
        <p:spPr>
          <a:xfrm>
            <a:off x="5867649" y="1596238"/>
            <a:ext cx="750900" cy="750900"/>
          </a:xfrm>
          <a:prstGeom prst="rect">
            <a:avLst/>
          </a:prstGeom>
        </p:spPr>
      </p:pic>
      <p:sp>
        <p:nvSpPr>
          <p:cNvPr id="1315" name="Google Shape;1315;p157"/>
          <p:cNvSpPr txBox="1"/>
          <p:nvPr>
            <p:ph idx="8" type="body"/>
          </p:nvPr>
        </p:nvSpPr>
        <p:spPr>
          <a:xfrm>
            <a:off x="5472475" y="2751550"/>
            <a:ext cx="1541400" cy="15936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b="1" lang="en" sz="1200"/>
              <a:t>Subheading here:</a:t>
            </a:r>
            <a:endParaRPr sz="1200"/>
          </a:p>
          <a:p>
            <a:pPr indent="-203200" lvl="0" marL="279400" rtl="0" algn="l">
              <a:spcBef>
                <a:spcPts val="1000"/>
              </a:spcBef>
              <a:spcAft>
                <a:spcPts val="0"/>
              </a:spcAft>
              <a:buSzPts val="1000"/>
              <a:buChar char="●"/>
            </a:pPr>
            <a:r>
              <a:rPr lang="en" sz="1000"/>
              <a:t>Iceland neutral milk hotel man braid art party kale chips squid messenger bag</a:t>
            </a:r>
            <a:endParaRPr sz="1000"/>
          </a:p>
          <a:p>
            <a:pPr indent="-203200" lvl="0" marL="279400" rtl="0" algn="l">
              <a:spcBef>
                <a:spcPts val="1000"/>
              </a:spcBef>
              <a:spcAft>
                <a:spcPts val="1000"/>
              </a:spcAft>
              <a:buSzPts val="1000"/>
              <a:buChar char="●"/>
            </a:pPr>
            <a:r>
              <a:rPr lang="en" sz="1000"/>
              <a:t>Iceland neutral milk hotel man braid art party kale chips </a:t>
            </a:r>
            <a:endParaRPr/>
          </a:p>
        </p:txBody>
      </p:sp>
      <p:pic>
        <p:nvPicPr>
          <p:cNvPr id="1316" name="Google Shape;1316;p157" title="Objects-Shapes-1.png"/>
          <p:cNvPicPr preferRelativeResize="0"/>
          <p:nvPr>
            <p:ph idx="9" type="pic"/>
          </p:nvPr>
        </p:nvPicPr>
        <p:blipFill rotWithShape="1">
          <a:blip r:embed="rId7">
            <a:alphaModFix/>
          </a:blip>
          <a:srcRect b="0" l="0" r="0" t="0"/>
          <a:stretch/>
        </p:blipFill>
        <p:spPr>
          <a:xfrm>
            <a:off x="7539699" y="1596238"/>
            <a:ext cx="750900" cy="750900"/>
          </a:xfrm>
          <a:prstGeom prst="rect">
            <a:avLst/>
          </a:prstGeom>
        </p:spPr>
      </p:pic>
      <p:sp>
        <p:nvSpPr>
          <p:cNvPr id="1317" name="Google Shape;1317;p157"/>
          <p:cNvSpPr txBox="1"/>
          <p:nvPr>
            <p:ph idx="13" type="body"/>
          </p:nvPr>
        </p:nvSpPr>
        <p:spPr>
          <a:xfrm>
            <a:off x="7144538" y="2751550"/>
            <a:ext cx="1541400" cy="15936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b="1" lang="en" sz="1200"/>
              <a:t>Subheading here:</a:t>
            </a:r>
            <a:endParaRPr sz="1200"/>
          </a:p>
          <a:p>
            <a:pPr indent="-203200" lvl="0" marL="279400" rtl="0" algn="l">
              <a:spcBef>
                <a:spcPts val="1000"/>
              </a:spcBef>
              <a:spcAft>
                <a:spcPts val="0"/>
              </a:spcAft>
              <a:buSzPts val="1000"/>
              <a:buChar char="●"/>
            </a:pPr>
            <a:r>
              <a:rPr lang="en" sz="1000"/>
              <a:t>Tattooed iPhone coloring book braid art party kale chips</a:t>
            </a:r>
            <a:endParaRPr sz="1000"/>
          </a:p>
          <a:p>
            <a:pPr indent="-203200" lvl="0" marL="279400" rtl="0" algn="l">
              <a:spcBef>
                <a:spcPts val="1000"/>
              </a:spcBef>
              <a:spcAft>
                <a:spcPts val="1000"/>
              </a:spcAft>
              <a:buSzPts val="1000"/>
              <a:buChar char="●"/>
            </a:pPr>
            <a:r>
              <a:rPr lang="en" sz="1000"/>
              <a:t>Tattooed iPhone coloring book braid art party kale chips</a:t>
            </a:r>
            <a:endParaRPr/>
          </a:p>
        </p:txBody>
      </p:sp>
    </p:spTree>
  </p:cSld>
  <p:clrMapOvr>
    <a:masterClrMapping/>
  </p:clrMapOvr>
</p:sld>
</file>

<file path=ppt/slides/slide10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1" name="Shape 1321"/>
        <p:cNvGrpSpPr/>
        <p:nvPr/>
      </p:nvGrpSpPr>
      <p:grpSpPr>
        <a:xfrm>
          <a:off x="0" y="0"/>
          <a:ext cx="0" cy="0"/>
          <a:chOff x="0" y="0"/>
          <a:chExt cx="0" cy="0"/>
        </a:xfrm>
      </p:grpSpPr>
      <p:sp>
        <p:nvSpPr>
          <p:cNvPr id="1322" name="Google Shape;1322;p158"/>
          <p:cNvSpPr txBox="1"/>
          <p:nvPr>
            <p:ph idx="1" type="body"/>
          </p:nvPr>
        </p:nvSpPr>
        <p:spPr>
          <a:xfrm>
            <a:off x="4654038" y="457200"/>
            <a:ext cx="4039800" cy="3887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b="1" lang="en"/>
              <a:t>Label</a:t>
            </a:r>
            <a:br>
              <a:rPr b="1" lang="en"/>
            </a:br>
            <a:r>
              <a:rPr lang="en" sz="1200"/>
              <a:t>Eu farm-to-table organic ipsum glossier</a:t>
            </a:r>
            <a:br>
              <a:rPr lang="en" sz="1200"/>
            </a:br>
            <a:r>
              <a:rPr lang="en" sz="1200"/>
              <a:t>Eu farm-to-table organic ipsum glossier</a:t>
            </a:r>
            <a:endParaRPr sz="1200"/>
          </a:p>
          <a:p>
            <a:pPr indent="0" lvl="0" marL="0" rtl="0" algn="l">
              <a:spcBef>
                <a:spcPts val="1000"/>
              </a:spcBef>
              <a:spcAft>
                <a:spcPts val="0"/>
              </a:spcAft>
              <a:buNone/>
            </a:pPr>
            <a:r>
              <a:rPr b="1" lang="en"/>
              <a:t>Label</a:t>
            </a:r>
            <a:br>
              <a:rPr b="1" lang="en"/>
            </a:br>
            <a:r>
              <a:rPr lang="en" sz="1200"/>
              <a:t>Squid messenger bag vaporware anim</a:t>
            </a:r>
            <a:br>
              <a:rPr lang="en" sz="1200"/>
            </a:br>
            <a:r>
              <a:rPr lang="en" sz="1200"/>
              <a:t>Squid messenger bag vaporware anim</a:t>
            </a:r>
            <a:endParaRPr sz="1200"/>
          </a:p>
          <a:p>
            <a:pPr indent="0" lvl="0" marL="0" rtl="0" algn="l">
              <a:spcBef>
                <a:spcPts val="1000"/>
              </a:spcBef>
              <a:spcAft>
                <a:spcPts val="0"/>
              </a:spcAft>
              <a:buNone/>
            </a:pPr>
            <a:r>
              <a:rPr b="1" lang="en"/>
              <a:t>Label</a:t>
            </a:r>
            <a:br>
              <a:rPr b="1" lang="en"/>
            </a:br>
            <a:r>
              <a:rPr lang="en" sz="1200"/>
              <a:t>Polaroid chia waistcoat tilde adaptogen</a:t>
            </a:r>
            <a:br>
              <a:rPr lang="en" sz="1200"/>
            </a:br>
            <a:r>
              <a:rPr lang="en" sz="1200"/>
              <a:t>Polaroid chia waistcoat tilde adaptogen</a:t>
            </a:r>
            <a:endParaRPr sz="1200"/>
          </a:p>
          <a:p>
            <a:pPr indent="0" lvl="0" marL="0" rtl="0" algn="l">
              <a:spcBef>
                <a:spcPts val="1000"/>
              </a:spcBef>
              <a:spcAft>
                <a:spcPts val="0"/>
              </a:spcAft>
              <a:buNone/>
            </a:pPr>
            <a:r>
              <a:rPr b="1" lang="en"/>
              <a:t>Label</a:t>
            </a:r>
            <a:br>
              <a:rPr b="1" lang="en"/>
            </a:br>
            <a:r>
              <a:rPr lang="en" sz="1200"/>
              <a:t>Iceland neutral milk hotel man braid</a:t>
            </a:r>
            <a:br>
              <a:rPr lang="en" sz="1200"/>
            </a:br>
            <a:r>
              <a:rPr lang="en" sz="1200"/>
              <a:t>Iceland neutral milk hotel man braid</a:t>
            </a:r>
            <a:endParaRPr sz="1200"/>
          </a:p>
          <a:p>
            <a:pPr indent="0" lvl="0" marL="0" rtl="0" algn="l">
              <a:spcBef>
                <a:spcPts val="1000"/>
              </a:spcBef>
              <a:spcAft>
                <a:spcPts val="0"/>
              </a:spcAft>
              <a:buNone/>
            </a:pPr>
            <a:r>
              <a:rPr b="1" lang="en"/>
              <a:t>Label</a:t>
            </a:r>
            <a:br>
              <a:rPr b="1" lang="en"/>
            </a:br>
            <a:r>
              <a:rPr lang="en" sz="1200"/>
              <a:t>Tattooed iPhone coloring book, disrupt bespoke</a:t>
            </a:r>
            <a:br>
              <a:rPr lang="en" sz="1200"/>
            </a:br>
            <a:r>
              <a:rPr lang="en" sz="1200"/>
              <a:t>Tattooed iPhone coloring book, disrupt bespoke</a:t>
            </a:r>
            <a:endParaRPr sz="1200"/>
          </a:p>
          <a:p>
            <a:pPr indent="0" lvl="0" marL="0" rtl="0" algn="l">
              <a:spcBef>
                <a:spcPts val="1000"/>
              </a:spcBef>
              <a:spcAft>
                <a:spcPts val="0"/>
              </a:spcAft>
              <a:buNone/>
            </a:pPr>
            <a:r>
              <a:t/>
            </a:r>
            <a:endParaRPr/>
          </a:p>
          <a:p>
            <a:pPr indent="0" lvl="0" marL="0" rtl="0" algn="l">
              <a:spcBef>
                <a:spcPts val="1000"/>
              </a:spcBef>
              <a:spcAft>
                <a:spcPts val="0"/>
              </a:spcAft>
              <a:buNone/>
            </a:pPr>
            <a:r>
              <a:rPr lang="en"/>
              <a:t> </a:t>
            </a:r>
            <a:endParaRPr/>
          </a:p>
          <a:p>
            <a:pPr indent="0" lvl="0" marL="0" rtl="0" algn="l">
              <a:spcBef>
                <a:spcPts val="1000"/>
              </a:spcBef>
              <a:spcAft>
                <a:spcPts val="1000"/>
              </a:spcAft>
              <a:buNone/>
            </a:pPr>
            <a:r>
              <a:t/>
            </a:r>
            <a:endParaRPr/>
          </a:p>
        </p:txBody>
      </p:sp>
      <p:sp>
        <p:nvSpPr>
          <p:cNvPr id="1323" name="Google Shape;1323;p158"/>
          <p:cNvSpPr txBox="1"/>
          <p:nvPr>
            <p:ph type="title"/>
          </p:nvPr>
        </p:nvSpPr>
        <p:spPr>
          <a:xfrm>
            <a:off x="455775" y="457206"/>
            <a:ext cx="2634300" cy="3887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Layout for an icons as bullets</a:t>
            </a:r>
            <a:endParaRPr/>
          </a:p>
          <a:p>
            <a:pPr indent="0" lvl="0" marL="0" rtl="0" algn="l">
              <a:lnSpc>
                <a:spcPct val="115000"/>
              </a:lnSpc>
              <a:spcBef>
                <a:spcPts val="1300"/>
              </a:spcBef>
              <a:spcAft>
                <a:spcPts val="0"/>
              </a:spcAft>
              <a:buNone/>
            </a:pPr>
            <a:r>
              <a:rPr lang="en" sz="1400">
                <a:latin typeface="Lora"/>
                <a:ea typeface="Lora"/>
                <a:cs typeface="Lora"/>
                <a:sym typeface="Lora"/>
              </a:rPr>
              <a:t>To replace an icon: Right click image &gt; Replace image &gt;Drive &amp; Photos &gt; Shared Drives &gt; “[Template] Google Slide” folder</a:t>
            </a:r>
            <a:endParaRPr sz="1400">
              <a:latin typeface="Lora"/>
              <a:ea typeface="Lora"/>
              <a:cs typeface="Lora"/>
              <a:sym typeface="Lora"/>
            </a:endParaRPr>
          </a:p>
          <a:p>
            <a:pPr indent="0" lvl="0" marL="0" rtl="0" algn="l">
              <a:lnSpc>
                <a:spcPct val="115000"/>
              </a:lnSpc>
              <a:spcBef>
                <a:spcPts val="1000"/>
              </a:spcBef>
              <a:spcAft>
                <a:spcPts val="0"/>
              </a:spcAft>
              <a:buNone/>
            </a:pPr>
            <a:r>
              <a:t/>
            </a:r>
            <a:endParaRPr sz="1400">
              <a:latin typeface="Lora"/>
              <a:ea typeface="Lora"/>
              <a:cs typeface="Lora"/>
              <a:sym typeface="Lora"/>
            </a:endParaRPr>
          </a:p>
          <a:p>
            <a:pPr indent="0" lvl="0" marL="0" rtl="0" algn="l">
              <a:lnSpc>
                <a:spcPct val="115000"/>
              </a:lnSpc>
              <a:spcBef>
                <a:spcPts val="1000"/>
              </a:spcBef>
              <a:spcAft>
                <a:spcPts val="1000"/>
              </a:spcAft>
              <a:buNone/>
            </a:pPr>
            <a:r>
              <a:t/>
            </a:r>
            <a:endParaRPr sz="1400">
              <a:latin typeface="Lora"/>
              <a:ea typeface="Lora"/>
              <a:cs typeface="Lora"/>
              <a:sym typeface="Lora"/>
            </a:endParaRPr>
          </a:p>
        </p:txBody>
      </p:sp>
      <p:pic>
        <p:nvPicPr>
          <p:cNvPr id="1324" name="Google Shape;1324;p158" title="Objects-Flowers.png"/>
          <p:cNvPicPr preferRelativeResize="0"/>
          <p:nvPr>
            <p:ph idx="2" type="pic"/>
          </p:nvPr>
        </p:nvPicPr>
        <p:blipFill rotWithShape="1">
          <a:blip r:embed="rId3">
            <a:alphaModFix/>
          </a:blip>
          <a:srcRect b="0" l="0" r="0" t="0"/>
          <a:stretch/>
        </p:blipFill>
        <p:spPr>
          <a:xfrm>
            <a:off x="3954492" y="457143"/>
            <a:ext cx="474600" cy="474600"/>
          </a:xfrm>
          <a:prstGeom prst="rect">
            <a:avLst/>
          </a:prstGeom>
        </p:spPr>
      </p:pic>
      <p:pic>
        <p:nvPicPr>
          <p:cNvPr id="1325" name="Google Shape;1325;p158" title="Objects-Lightbulb.png"/>
          <p:cNvPicPr preferRelativeResize="0"/>
          <p:nvPr>
            <p:ph idx="3" type="pic"/>
          </p:nvPr>
        </p:nvPicPr>
        <p:blipFill rotWithShape="1">
          <a:blip r:embed="rId4">
            <a:alphaModFix/>
          </a:blip>
          <a:srcRect b="0" l="0" r="0" t="0"/>
          <a:stretch/>
        </p:blipFill>
        <p:spPr>
          <a:xfrm>
            <a:off x="3954498" y="1249548"/>
            <a:ext cx="474600" cy="474600"/>
          </a:xfrm>
          <a:prstGeom prst="rect">
            <a:avLst/>
          </a:prstGeom>
        </p:spPr>
      </p:pic>
      <p:pic>
        <p:nvPicPr>
          <p:cNvPr id="1326" name="Google Shape;1326;p158" title="Objects-Build.png"/>
          <p:cNvPicPr preferRelativeResize="0"/>
          <p:nvPr>
            <p:ph idx="4" type="pic"/>
          </p:nvPr>
        </p:nvPicPr>
        <p:blipFill rotWithShape="1">
          <a:blip r:embed="rId5">
            <a:alphaModFix/>
          </a:blip>
          <a:srcRect b="0" l="0" r="0" t="0"/>
          <a:stretch/>
        </p:blipFill>
        <p:spPr>
          <a:xfrm>
            <a:off x="3954498" y="2041953"/>
            <a:ext cx="474600" cy="474600"/>
          </a:xfrm>
          <a:prstGeom prst="rect">
            <a:avLst/>
          </a:prstGeom>
        </p:spPr>
      </p:pic>
      <p:pic>
        <p:nvPicPr>
          <p:cNvPr id="1327" name="Google Shape;1327;p158" title="Objects-LightningBolt.png"/>
          <p:cNvPicPr preferRelativeResize="0"/>
          <p:nvPr>
            <p:ph idx="5" type="pic"/>
          </p:nvPr>
        </p:nvPicPr>
        <p:blipFill rotWithShape="1">
          <a:blip r:embed="rId6">
            <a:alphaModFix/>
          </a:blip>
          <a:srcRect b="0" l="0" r="0" t="0"/>
          <a:stretch/>
        </p:blipFill>
        <p:spPr>
          <a:xfrm>
            <a:off x="3954485" y="2834357"/>
            <a:ext cx="474600" cy="474600"/>
          </a:xfrm>
          <a:prstGeom prst="rect">
            <a:avLst/>
          </a:prstGeom>
        </p:spPr>
      </p:pic>
      <p:pic>
        <p:nvPicPr>
          <p:cNvPr id="1328" name="Google Shape;1328;p158" title="Objects-Shapes.png"/>
          <p:cNvPicPr preferRelativeResize="0"/>
          <p:nvPr>
            <p:ph idx="6" type="pic"/>
          </p:nvPr>
        </p:nvPicPr>
        <p:blipFill rotWithShape="1">
          <a:blip r:embed="rId7">
            <a:alphaModFix/>
          </a:blip>
          <a:srcRect b="0" l="0" r="0" t="0"/>
          <a:stretch/>
        </p:blipFill>
        <p:spPr>
          <a:xfrm>
            <a:off x="3954485" y="3626762"/>
            <a:ext cx="474600" cy="474600"/>
          </a:xfrm>
          <a:prstGeom prst="rect">
            <a:avLst/>
          </a:prstGeom>
        </p:spPr>
      </p:pic>
      <p:sp>
        <p:nvSpPr>
          <p:cNvPr id="1329" name="Google Shape;1329;p158"/>
          <p:cNvSpPr txBox="1"/>
          <p:nvPr>
            <p:ph idx="12" type="sldNum"/>
          </p:nvPr>
        </p:nvSpPr>
        <p:spPr>
          <a:xfrm>
            <a:off x="8256725" y="4708927"/>
            <a:ext cx="437100" cy="107400"/>
          </a:xfrm>
          <a:prstGeom prst="rect">
            <a:avLst/>
          </a:prstGeom>
        </p:spPr>
        <p:txBody>
          <a:bodyPr anchorCtr="0" anchor="t" bIns="0" lIns="0" spcFirstLastPara="1" rIns="0" wrap="square" tIns="0">
            <a:noAutofit/>
          </a:bodyPr>
          <a:lstStyle/>
          <a:p>
            <a:pPr indent="0" lvl="0" marL="0" rtl="0" algn="r">
              <a:spcBef>
                <a:spcPts val="0"/>
              </a:spcBef>
              <a:spcAft>
                <a:spcPts val="0"/>
              </a:spcAft>
              <a:buClr>
                <a:srgbClr val="000000"/>
              </a:buClr>
              <a:buSzPts val="1000"/>
              <a:buFont typeface="Arial"/>
              <a:buNone/>
            </a:pPr>
            <a:fld id="{00000000-1234-1234-1234-123412341234}" type="slidenum">
              <a:rPr lang="en"/>
              <a:t>‹#›</a:t>
            </a:fld>
            <a:endParaRPr/>
          </a:p>
        </p:txBody>
      </p:sp>
    </p:spTree>
  </p:cSld>
  <p:clrMapOvr>
    <a:masterClrMapping/>
  </p:clrMapOvr>
</p:sld>
</file>

<file path=ppt/slides/slide10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3" name="Shape 1333"/>
        <p:cNvGrpSpPr/>
        <p:nvPr/>
      </p:nvGrpSpPr>
      <p:grpSpPr>
        <a:xfrm>
          <a:off x="0" y="0"/>
          <a:ext cx="0" cy="0"/>
          <a:chOff x="0" y="0"/>
          <a:chExt cx="0" cy="0"/>
        </a:xfrm>
      </p:grpSpPr>
      <p:sp>
        <p:nvSpPr>
          <p:cNvPr id="1334" name="Google Shape;1334;p159"/>
          <p:cNvSpPr txBox="1"/>
          <p:nvPr>
            <p:ph idx="4294967295" type="title"/>
          </p:nvPr>
        </p:nvSpPr>
        <p:spPr>
          <a:xfrm>
            <a:off x="455775" y="457200"/>
            <a:ext cx="5432100" cy="2114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Thank you</a:t>
            </a:r>
            <a:endParaRPr/>
          </a:p>
        </p:txBody>
      </p:sp>
      <p:sp>
        <p:nvSpPr>
          <p:cNvPr id="1335" name="Google Shape;1335;p159"/>
          <p:cNvSpPr txBox="1"/>
          <p:nvPr>
            <p:ph type="ctrTitle"/>
          </p:nvPr>
        </p:nvSpPr>
        <p:spPr>
          <a:xfrm>
            <a:off x="455775" y="1371600"/>
            <a:ext cx="6860400" cy="16542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Thank you</a:t>
            </a:r>
            <a:endParaRPr/>
          </a:p>
        </p:txBody>
      </p:sp>
    </p:spTree>
  </p:cSld>
  <p:clrMapOvr>
    <a:masterClrMapping/>
  </p:clrMapOvr>
</p:sld>
</file>

<file path=ppt/slides/slide10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9" name="Shape 1339"/>
        <p:cNvGrpSpPr/>
        <p:nvPr/>
      </p:nvGrpSpPr>
      <p:grpSpPr>
        <a:xfrm>
          <a:off x="0" y="0"/>
          <a:ext cx="0" cy="0"/>
          <a:chOff x="0" y="0"/>
          <a:chExt cx="0" cy="0"/>
        </a:xfrm>
      </p:grpSpPr>
      <p:sp>
        <p:nvSpPr>
          <p:cNvPr id="1340" name="Google Shape;1340;p160"/>
          <p:cNvSpPr txBox="1"/>
          <p:nvPr>
            <p:ph idx="4294967295" type="title"/>
          </p:nvPr>
        </p:nvSpPr>
        <p:spPr>
          <a:xfrm>
            <a:off x="455775" y="457200"/>
            <a:ext cx="5432100" cy="2114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Q&amp;A</a:t>
            </a:r>
            <a:endParaRPr/>
          </a:p>
        </p:txBody>
      </p:sp>
      <p:sp>
        <p:nvSpPr>
          <p:cNvPr id="1341" name="Google Shape;1341;p160"/>
          <p:cNvSpPr txBox="1"/>
          <p:nvPr>
            <p:ph type="ctrTitle"/>
          </p:nvPr>
        </p:nvSpPr>
        <p:spPr>
          <a:xfrm>
            <a:off x="455775" y="1371600"/>
            <a:ext cx="6860400" cy="16542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Q&amp;A</a:t>
            </a:r>
            <a:endParaRPr/>
          </a:p>
        </p:txBody>
      </p:sp>
    </p:spTree>
  </p:cSld>
  <p:clrMapOvr>
    <a:masterClrMapping/>
  </p:clrMapOvr>
</p:sld>
</file>

<file path=ppt/slides/slide10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5" name="Shape 1345"/>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xmlns:r="http://schemas.openxmlformats.org/officeDocument/2006/relationships" name="Anthropic Slide Template">
  <a:themeElements>
    <a:clrScheme name="Simple Light">
      <a:dk1>
        <a:srgbClr val="141413"/>
      </a:dk1>
      <a:lt1>
        <a:srgbClr val="FAF9F5"/>
      </a:lt1>
      <a:dk2>
        <a:srgbClr val="B0AEA5"/>
      </a:dk2>
      <a:lt2>
        <a:srgbClr val="E8E6DC"/>
      </a:lt2>
      <a:accent1>
        <a:srgbClr val="D97757"/>
      </a:accent1>
      <a:accent2>
        <a:srgbClr val="6A9BCC"/>
      </a:accent2>
      <a:accent3>
        <a:srgbClr val="788C5D"/>
      </a:accent3>
      <a:accent4>
        <a:srgbClr val="EBCECE"/>
      </a:accent4>
      <a:accent5>
        <a:srgbClr val="CBCADB"/>
      </a:accent5>
      <a:accent6>
        <a:srgbClr val="BCD1CA"/>
      </a:accent6>
      <a:hlink>
        <a:srgbClr val="141413"/>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